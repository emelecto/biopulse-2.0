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8a2db21bfad48de" /><Relationship Type="http://schemas.openxmlformats.org/officeDocument/2006/relationships/extended-properties" Target="/docProps/app.xml" Id="R88551c53acd24ef9" /><Relationship Type="http://schemas.openxmlformats.org/officeDocument/2006/relationships/officeDocument" Target="/ppt/presentation.xml" Id="R8b74a92792fa4a46" /></Relationships>
</file>

<file path=ppt/presentation.xml><?xml version="1.0" encoding="utf-8"?>
<p:presentation xmlns:p="http://schemas.openxmlformats.org/presentationml/2006/main">
  <p:sldMasterIdLst>
    <p:sldMasterId xmlns:r="http://schemas.openxmlformats.org/officeDocument/2006/relationships" id="2147483648" r:id="R8d299f2b75d64897"/>
  </p:sldMasterIdLst>
  <p:notesMasterIdLst>
    <p:notesMasterId xmlns:r="http://schemas.openxmlformats.org/officeDocument/2006/relationships" r:id="R8ad07a9047624546"/>
  </p:notesMasterIdLst>
  <p:sldIdLst>
    <p:sldId xmlns:r="http://schemas.openxmlformats.org/officeDocument/2006/relationships" id="256" r:id="R74a01dcfff634bbd"/>
    <p:sldId xmlns:r="http://schemas.openxmlformats.org/officeDocument/2006/relationships" id="257" r:id="Rbec043c134074a5e"/>
    <p:sldId xmlns:r="http://schemas.openxmlformats.org/officeDocument/2006/relationships" id="258" r:id="R420bc9c8cdc745fc"/>
    <p:sldId xmlns:r="http://schemas.openxmlformats.org/officeDocument/2006/relationships" id="259" r:id="R684760116f4540df"/>
    <p:sldId xmlns:r="http://schemas.openxmlformats.org/officeDocument/2006/relationships" id="260" r:id="R1f0b504fdb3f4e3d"/>
    <p:sldId xmlns:r="http://schemas.openxmlformats.org/officeDocument/2006/relationships" id="261" r:id="Ra86658f2a5ef4fcd"/>
    <p:sldId xmlns:r="http://schemas.openxmlformats.org/officeDocument/2006/relationships" id="262" r:id="R84c7910641f94038"/>
    <p:sldId xmlns:r="http://schemas.openxmlformats.org/officeDocument/2006/relationships" id="263" r:id="Red24cc13349f4a24"/>
    <p:sldId xmlns:r="http://schemas.openxmlformats.org/officeDocument/2006/relationships" id="264" r:id="R11fc7289b92e4c0e"/>
    <p:sldId xmlns:r="http://schemas.openxmlformats.org/officeDocument/2006/relationships" id="265" r:id="R0199e621467d4069"/>
    <p:sldId xmlns:r="http://schemas.openxmlformats.org/officeDocument/2006/relationships" id="266" r:id="R51af1d7760504c8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6f487d3a262425b" /><Relationship Type="http://schemas.openxmlformats.org/officeDocument/2006/relationships/slideMaster" Target="/ppt/slideMasters/slideMaster1.xml" Id="R8d299f2b75d64897" /><Relationship Type="http://schemas.openxmlformats.org/officeDocument/2006/relationships/notesMaster" Target="/ppt/notesMasters/notesMaster1.xml" Id="R8ad07a9047624546" /><Relationship Type="http://schemas.openxmlformats.org/officeDocument/2006/relationships/presProps" Target="/ppt/presProps.xml" Id="Rd2606e0de5384b21" /><Relationship Type="http://schemas.openxmlformats.org/officeDocument/2006/relationships/tableStyles" Target="/ppt/tableStyles.xml" Id="R7ef3d07228ca40c8" /><Relationship Type="http://schemas.openxmlformats.org/officeDocument/2006/relationships/slide" Target="/ppt/slides/slide1.xml" Id="R74a01dcfff634bbd" /><Relationship Type="http://schemas.openxmlformats.org/officeDocument/2006/relationships/slide" Target="/ppt/slides/slide2.xml" Id="Rbec043c134074a5e" /><Relationship Type="http://schemas.openxmlformats.org/officeDocument/2006/relationships/slide" Target="/ppt/slides/slide3.xml" Id="R420bc9c8cdc745fc" /><Relationship Type="http://schemas.openxmlformats.org/officeDocument/2006/relationships/slide" Target="/ppt/slides/slide4.xml" Id="R684760116f4540df" /><Relationship Type="http://schemas.openxmlformats.org/officeDocument/2006/relationships/slide" Target="/ppt/slides/slide5.xml" Id="R1f0b504fdb3f4e3d" /><Relationship Type="http://schemas.openxmlformats.org/officeDocument/2006/relationships/slide" Target="/ppt/slides/slide6.xml" Id="Ra86658f2a5ef4fcd" /><Relationship Type="http://schemas.openxmlformats.org/officeDocument/2006/relationships/slide" Target="/ppt/slides/slide7.xml" Id="R84c7910641f94038" /><Relationship Type="http://schemas.openxmlformats.org/officeDocument/2006/relationships/slide" Target="/ppt/slides/slide8.xml" Id="Red24cc13349f4a24" /><Relationship Type="http://schemas.openxmlformats.org/officeDocument/2006/relationships/slide" Target="/ppt/slides/slide9.xml" Id="R11fc7289b92e4c0e" /><Relationship Type="http://schemas.openxmlformats.org/officeDocument/2006/relationships/slide" Target="/ppt/slides/slide10.xml" Id="R0199e621467d4069" /><Relationship Type="http://schemas.openxmlformats.org/officeDocument/2006/relationships/slide" Target="/ppt/slides/slide11.xml" Id="R51af1d7760504c8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2abfb83748142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BioPulse Forest">
      <a:dk1>
        <a:srgbClr val="000000"/>
      </a:dk1>
      <a:lt1>
        <a:srgbClr val="FFFFFF"/>
      </a:lt1>
      <a:dk2>
        <a:srgbClr val="07100E"/>
      </a:dk2>
      <a:lt2>
        <a:srgbClr val="E6EEE8"/>
      </a:lt2>
      <a:accent1>
        <a:srgbClr val="D0F36A"/>
      </a:accent1>
      <a:accent2>
        <a:srgbClr val="74E2C7"/>
      </a:accent2>
      <a:accent3>
        <a:srgbClr val="91C9E8"/>
      </a:accent3>
      <a:accent4>
        <a:srgbClr val="F1B96A"/>
      </a:accent4>
      <a:accent5>
        <a:srgbClr val="E98678"/>
      </a:accent5>
      <a:accent6>
        <a:srgbClr val="A8D7A3"/>
      </a:accent6>
      <a:hlink>
        <a:srgbClr val="74E2C7"/>
      </a:hlink>
      <a:folHlink>
        <a:srgbClr val="91C9E8"/>
      </a:folHlink>
    </a:clrScheme>
    <a:fontScheme name="">
      <a:majorFont>
        <a:latin typeface="Segoe UI"/>
        <a:ea typeface=""/>
        <a:cs typeface=""/>
      </a:majorFont>
      <a:minorFont>
        <a:latin typeface="Segoe UI"/>
        <a:ea typeface=""/>
        <a:cs typeface=""/>
      </a:minorFont>
    </a:fontScheme>
    <a:fmtScheme name="BioPulse Fores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8e2134fb984f97" /><Relationship Type="http://schemas.openxmlformats.org/officeDocument/2006/relationships/notesMaster" Target="/ppt/notesMasters/notesMaster1.xml" Id="Re5faf13bd4694b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8a82f1724e0c4a48" /><Relationship Type="http://schemas.openxmlformats.org/officeDocument/2006/relationships/notesMaster" Target="/ppt/notesMasters/notesMaster1.xml" Id="R00d01287e4374a7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8d834c0fbc4fa8" /><Relationship Type="http://schemas.openxmlformats.org/officeDocument/2006/relationships/notesMaster" Target="/ppt/notesMasters/notesMaster1.xml" Id="R3120ecdd89e34d6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8699a795e214f4e" /><Relationship Type="http://schemas.openxmlformats.org/officeDocument/2006/relationships/notesMaster" Target="/ppt/notesMasters/notesMaster1.xml" Id="Rc83ce19305ad428f" /></Relationships>
</file>

<file path=ppt/notesSlides/_rels/notesSlide5.xml.rels>&#65279;<?xml version="1.0" encoding="utf-8"?><Relationships xmlns="http://schemas.openxmlformats.org/package/2006/relationships"><Relationship Type="http://schemas.openxmlformats.org/officeDocument/2006/relationships/slide" Target="/ppt/slides/slide5.xml" Id="R21557da061214f80" /><Relationship Type="http://schemas.openxmlformats.org/officeDocument/2006/relationships/notesMaster" Target="/ppt/notesMasters/notesMaster1.xml" Id="R82dcb2417bb6438b"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2dded9bbe74769" /><Relationship Type="http://schemas.openxmlformats.org/officeDocument/2006/relationships/notesMaster" Target="/ppt/notesMasters/notesMaster1.xml" Id="R2123b3dd7fd14eae" /></Relationships>
</file>

<file path=ppt/notesSlides/_rels/notesSlide7.xml.rels>&#65279;<?xml version="1.0" encoding="utf-8"?><Relationships xmlns="http://schemas.openxmlformats.org/package/2006/relationships"><Relationship Type="http://schemas.openxmlformats.org/officeDocument/2006/relationships/slide" Target="/ppt/slides/slide7.xml" Id="R19fd5d436f204444" /><Relationship Type="http://schemas.openxmlformats.org/officeDocument/2006/relationships/notesMaster" Target="/ppt/notesMasters/notesMaster1.xml" Id="Reeb0cf53ce70460d" /></Relationships>
</file>

<file path=ppt/notesSlides/_rels/notesSlide8.xml.rels>&#65279;<?xml version="1.0" encoding="utf-8"?><Relationships xmlns="http://schemas.openxmlformats.org/package/2006/relationships"><Relationship Type="http://schemas.openxmlformats.org/officeDocument/2006/relationships/slide" Target="/ppt/slides/slide8.xml" Id="R32ae8328f6c24775" /><Relationship Type="http://schemas.openxmlformats.org/officeDocument/2006/relationships/notesMaster" Target="/ppt/notesMasters/notesMaster1.xml" Id="R98914bf525d1450d" /></Relationships>
</file>

<file path=ppt/notesSlides/_rels/notesSlide9.xml.rels>&#65279;<?xml version="1.0" encoding="utf-8"?><Relationships xmlns="http://schemas.openxmlformats.org/package/2006/relationships"><Relationship Type="http://schemas.openxmlformats.org/officeDocument/2006/relationships/slide" Target="/ppt/slides/slide9.xml" Id="R02258c9453744975" /><Relationship Type="http://schemas.openxmlformats.org/officeDocument/2006/relationships/notesMaster" Target="/ppt/notesMasters/notesMaster1.xml" Id="R6550799fe2364fc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dac6a37dc604681" /><Relationship Type="http://schemas.openxmlformats.org/officeDocument/2006/relationships/notesMaster" Target="/ppt/notesMasters/notesMaster1.xml" Id="Rad81c0748d184e2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9d54d525c654acc" /><Relationship Type="http://schemas.openxmlformats.org/officeDocument/2006/relationships/notesMaster" Target="/ppt/notesMasters/notesMaster1.xml" Id="R56fc428f82874f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BioPulse parte de una idea sencilla: tenemos más señales fisiológicas que antes, pero leerlas con contexto sigue siendo difícil. Estamos construyendo una aplicación iOS que combina datos autorizados de Apple Salud con el contexto que la persona decide registrar. La interfaz que aparece aquí es una dirección conceptual; sus cifras son simuladas y no representan mediciones reales.</a:t>
            </a:r>
          </a:p>
          <a:p xmlns:a="http://schemas.openxmlformats.org/drawingml/2006/main">
            <a:r>
              <a:t/>
            </a:r>
          </a:p>
          <a:p xmlns:a="http://schemas.openxmlformats.org/drawingml/2006/main">
            <a:r>
              <a:t>Fuentes: PRODUCT.md; docs/PRODUCT_SPEC.md; design-explorations/2026-10-15-final/biopulse-home-semantic-colors.png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oportunidad que planteamos no es recolectar otra métrica. Es ayudar a que la persona conecte señales con su propio contexto, sin convertir una coincidencia en causa ni un cambio en diagnóstico. Esta es una tesis de producto que todavía debemos validar en entrevistas y pilotos; aún no presentamos resultados de demanda o tracción.</a:t>
            </a:r>
          </a:p>
          <a:p xmlns:a="http://schemas.openxmlformats.org/drawingml/2006/main">
            <a:r>
              <a:t/>
            </a:r>
          </a:p>
          <a:p xmlns:a="http://schemas.openxmlformats.org/drawingml/2006/main">
            <a:r>
              <a:t>Fuentes: PRODUCT.md; docs/PRODUCT_SPEC.md; landing/SURFACE_BRIEF.md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experiencia principal une tres cosas: señales del dispositivo, contexto personal y una lectura que explica de dónde sale. En la aplicación, una medición observada se distingue de una métrica calculada y de una predicción. La imagen es un mockup de diseño con datos simulados; el código nativo existe, pero las últimas vistas aún requieren compilación y QA en Xcode.</a:t>
            </a:r>
          </a:p>
          <a:p xmlns:a="http://schemas.openxmlformats.org/drawingml/2006/main">
            <a:r>
              <a:t/>
            </a:r>
          </a:p>
          <a:p xmlns:a="http://schemas.openxmlformats.org/drawingml/2006/main">
            <a:r>
              <a:t>Fuentes: PRODUCT.md; docs/PRODUCT_SPEC.md; BioPulse/README.md; design-explorations/2026-10-15-final/biopulse-home-semantic-colors.png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navegación propuesta mantiene cinco áreas principales: Hoy, Tendencias, Diario, Sueño y Perfil. La persona puede registrar contexto propio y revisar cambios sin que la app atribuya automáticamente una causa. El Coach es importante para la visión del producto, pero la base actual todavía requiere configuración, pruebas de seguridad y validación en dispositivo antes de presentarlo como una función disponible.</a:t>
            </a:r>
          </a:p>
          <a:p xmlns:a="http://schemas.openxmlformats.org/drawingml/2006/main">
            <a:r>
              <a:t/>
            </a:r>
          </a:p>
          <a:p xmlns:a="http://schemas.openxmlformats.org/drawingml/2006/main">
            <a:r>
              <a:t>Fuentes: BioPulse/README.md; docs/PRODUCT_SPEC.md; docs/PRODUCT_BACKLOG.md; docs/ROADMAP.md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arquitectura trabaja en cuatro pasos: ingreso desde Apple Salud o CSV; normalización de unidades, fechas y procedencia; comparación con el historial personal; y presentación de una lectura explicable. Los cálculos exigen cobertura e historial previos y no sustituyen datos ausentes por promedios. Esto reduce el riesgo de que una cifra aparente ser una medición que nunca ocurrió.</a:t>
            </a:r>
          </a:p>
          <a:p xmlns:a="http://schemas.openxmlformats.org/drawingml/2006/main">
            <a:r>
              <a:t/>
            </a:r>
          </a:p>
          <a:p xmlns:a="http://schemas.openxmlformats.org/drawingml/2006/main">
            <a:r>
              <a:t>Fuentes: docs/ARCHITECTURE.md; docs/DATA_SYNC_CONTRACT.md; docs/SCORE_ALGORITHMS.md; BioPulse/Sources/BioPulseDomain/CSVImporter.swift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confianza no depende solo del texto de privacidad. El contrato actual mantiene las muestras originales de HealthKit en el iPhone por defecto y separa los consentimientos para perfil, ajustes, diario y métricas agregadas. Iniciar sesión no activa la sincronización; revocar el permiso detiene nuevas cargas, mientras que borrar datos remotos es una acción separada y visible.</a:t>
            </a:r>
          </a:p>
          <a:p xmlns:a="http://schemas.openxmlformats.org/drawingml/2006/main">
            <a:r>
              <a:t/>
            </a:r>
          </a:p>
          <a:p xmlns:a="http://schemas.openxmlformats.org/drawingml/2006/main">
            <a:r>
              <a:t>Fuentes: PRODUCT.md; docs/DATA_SYNC_CONTRACT.md;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scores personales de la versión personal-v1 son cálculos deterministas y exploratorios; no tienen validación clínica. El archivo heredado tiene cien mil filas y 286 identificadores de sujeto, pero la procedencia y licencia siguen sin verificarse y no contiene una etiqueta clínica independiente. Las AUC muy altas del modelo anterior reflejan etiquetas construidas con las mismas variables de entrada y una partición aleatoria; por eso no las presentamos como capacidad predictiva de BioPulse. La investigación ML de 2.0 no entrena ni activa modelos en la app.</a:t>
            </a:r>
          </a:p>
          <a:p xmlns:a="http://schemas.openxmlformats.org/drawingml/2006/main">
            <a:r>
              <a:t/>
            </a:r>
          </a:p>
          <a:p xmlns:a="http://schemas.openxmlformats.org/drawingml/2006/main">
            <a:r>
              <a:t>Fuentes: docs/SCORE_ALGORITHMS.md; docs/ML_RESEARCH.md; docs/LEGACY_AUDIT.md; files/train_real_models.py (repositorio legado)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segmento de entrada que proponemos son personas que ya usan iPhone y Apple Watch y quieren comprender mejor su bienestar y recuperación. Es una hipótesis alineada con la fuente prioritaria actual del producto, no un segmento probado. La expansión a otros datos, coaches o investigación depende de que un piloto confirme utilidad, demanda y disposición a pagar; todavía no contamos con un tamaño de mercado validado.</a:t>
            </a:r>
          </a:p>
          <a:p xmlns:a="http://schemas.openxmlformats.org/drawingml/2006/main">
            <a:r>
              <a:t/>
            </a:r>
          </a:p>
          <a:p xmlns:a="http://schemas.openxmlformats.org/drawingml/2006/main">
            <a:r>
              <a:t>Fuentes: PRODUCT.md; docs/PRODUCT_SPEC.md; docs/HEALTHKIT_COMPATIBILITY_MATRIX.md; decisión del usuario en esta conversación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Aún no existe un precio, un modelo de ingresos aprobado ni cifras de conversión. Para orientar las primeras pruebas proponemos evaluar una suscripción para funciones de análisis ampliado y, más adelante, herramientas para profesionales si los usuarios muestran valor claro. No vendemos datos personales; primero debemos validar qué problema se resuelve, con qué frecuencia se usa y por qué alguien pagaría.</a:t>
            </a:r>
          </a:p>
          <a:p xmlns:a="http://schemas.openxmlformats.org/drawingml/2006/main">
            <a:r>
              <a:t/>
            </a:r>
          </a:p>
          <a:p xmlns:a="http://schemas.openxmlformats.org/drawingml/2006/main">
            <a:r>
              <a:t>Fuentes: PRODUCT.md; landing/SURFACE_BRIEF.md; hipótesis de producto para validar con el equipo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siguiente tramo debe reducir tres incertidumbres en orden. Primero, compilar y hacer QA de la app iOS con datos reales y permisos de HealthKit; luego ejecutar un piloto controlado con el segmento de entrada; finalmente, usar esos resultados para decidir precio, retención y expansión. La inversión que buscamos aceleraría QA, piloto y validación. El monto y los términos siguen por definir con el equipo.</a:t>
            </a:r>
          </a:p>
          <a:p xmlns:a="http://schemas.openxmlformats.org/drawingml/2006/main">
            <a:r>
              <a:t/>
            </a:r>
          </a:p>
          <a:p xmlns:a="http://schemas.openxmlformats.org/drawingml/2006/main">
            <a:r>
              <a:t>Fuentes: docs/ROADMAP.md; docs/PRODUCT_BACKLOG.md; BioPulse/README.md; respuesta del usuario sobre solicitud de inversión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Somos tres estudiantes construyendo BioPulse 2.0. Buscamos conversar con inversionistas que quieran apoyar la siguiente fase: cerrar QA en iOS, probar el producto con usuarios y validar la oportunidad comercial. No presentamos una cifra de inversión ni términos porque todavía no han sido definidos por el equipo. Gracias; nos gustaría conversar sobre cómo acelerar esta etapa con rigor y privacidad.</a:t>
            </a:r>
          </a:p>
          <a:p xmlns:a="http://schemas.openxmlformats.org/drawingml/2006/main">
            <a:r>
              <a:t/>
            </a:r>
          </a:p>
          <a:p xmlns:a="http://schemas.openxmlformats.org/drawingml/2006/main">
            <a:r>
              <a:t>Fuentes: Identidad de equipo: IDEA.md del proyecto heredado; solicitud de inversión y ausencia de monto: usuario en esta conversación; docs/ROADMAP.md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62b99486252421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28246facdc4421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c2e61e9c16740a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280c78627064e6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fad1c87bcd94a5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92ead10f83347f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815525-8692-41A9-9F09-A6C5412C0D9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9113DDF-784D-453C-8642-F774D671138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E46F68B-3B42-4F80-B7E1-3CB063561BF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A34977-6C3B-4B5F-ACA9-0F2355F0CB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BA3BD82-AACE-483A-92B5-7BB09FDB237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AEEC8B2-0CCF-4AFE-8593-475AB9772E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F6CB05-AEEE-4348-83BB-F7B9A77CC86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6EE35BA-FDCA-4768-8F03-0DC8C602272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43CEF67-02EF-46DB-91CF-0EF66B0F14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848DB5A-FDB2-4A3B-9212-34A5BBA8DA7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5d76fa3b0d4b35" /><Relationship Type="http://schemas.openxmlformats.org/officeDocument/2006/relationships/slideLayout" Target="/ppt/slideLayouts/slideLayout1.xml" Id="Rd197d42dc1904eae" /><Relationship Type="http://schemas.openxmlformats.org/officeDocument/2006/relationships/slideLayout" Target="/ppt/slideLayouts/slideLayout2.xml" Id="R3af9ae1912154471" /><Relationship Type="http://schemas.openxmlformats.org/officeDocument/2006/relationships/slideLayout" Target="/ppt/slideLayouts/slideLayout3.xml" Id="Ra28af497a1a2477f" /><Relationship Type="http://schemas.openxmlformats.org/officeDocument/2006/relationships/slideLayout" Target="/ppt/slideLayouts/slideLayout4.xml" Id="R5bd2983a09b942d2" /><Relationship Type="http://schemas.openxmlformats.org/officeDocument/2006/relationships/slideLayout" Target="/ppt/slideLayouts/slideLayout5.xml" Id="R03eb043f4e0047f1" /><Relationship Type="http://schemas.openxmlformats.org/officeDocument/2006/relationships/slideLayout" Target="/ppt/slideLayouts/slideLayout6.xml" Id="R281cc6ea480e4b5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197d42dc1904eae"/>
    <p:sldLayoutId xmlns:r="http://schemas.openxmlformats.org/officeDocument/2006/relationships" id="2147483650" r:id="R3af9ae1912154471"/>
    <p:sldLayoutId xmlns:r="http://schemas.openxmlformats.org/officeDocument/2006/relationships" id="2147483651" r:id="Ra28af497a1a2477f"/>
    <p:sldLayoutId xmlns:r="http://schemas.openxmlformats.org/officeDocument/2006/relationships" id="2147483652" r:id="R5bd2983a09b942d2"/>
    <p:sldLayoutId xmlns:r="http://schemas.openxmlformats.org/officeDocument/2006/relationships" id="2147483653" r:id="R03eb043f4e0047f1"/>
    <p:sldLayoutId xmlns:r="http://schemas.openxmlformats.org/officeDocument/2006/relationships" id="2147483654" r:id="R281cc6ea480e4b5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BioPulse Forest">
      <a:dk1>
        <a:srgbClr val="000000"/>
      </a:dk1>
      <a:lt1>
        <a:srgbClr val="FFFFFF"/>
      </a:lt1>
      <a:dk2>
        <a:srgbClr val="07100E"/>
      </a:dk2>
      <a:lt2>
        <a:srgbClr val="E6EEE8"/>
      </a:lt2>
      <a:accent1>
        <a:srgbClr val="D0F36A"/>
      </a:accent1>
      <a:accent2>
        <a:srgbClr val="74E2C7"/>
      </a:accent2>
      <a:accent3>
        <a:srgbClr val="91C9E8"/>
      </a:accent3>
      <a:accent4>
        <a:srgbClr val="F1B96A"/>
      </a:accent4>
      <a:accent5>
        <a:srgbClr val="E98678"/>
      </a:accent5>
      <a:accent6>
        <a:srgbClr val="A8D7A3"/>
      </a:accent6>
      <a:hlink>
        <a:srgbClr val="74E2C7"/>
      </a:hlink>
      <a:folHlink>
        <a:srgbClr val="91C9E8"/>
      </a:folHlink>
    </a:clrScheme>
    <a:fontScheme name="">
      <a:majorFont>
        <a:latin typeface="Segoe UI"/>
        <a:ea typeface=""/>
        <a:cs typeface=""/>
      </a:majorFont>
      <a:minorFont>
        <a:latin typeface="Segoe UI"/>
        <a:ea typeface=""/>
        <a:cs typeface=""/>
      </a:minorFont>
    </a:fontScheme>
    <a:fmtScheme name="BioPulse Fores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4708263493f47c1" /><Relationship Type="http://schemas.openxmlformats.org/officeDocument/2006/relationships/image" Target="/ppt/media/image.png" Id="R68467fd9a0804f41" /><Relationship Type="http://schemas.openxmlformats.org/officeDocument/2006/relationships/notesSlide" Target="/ppt/notesSlides/notesSlide1.xml" Id="R3a80969625614fa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3722ff4e1404d36" /><Relationship Type="http://schemas.openxmlformats.org/officeDocument/2006/relationships/notesSlide" Target="/ppt/notesSlides/notesSlide2.xml" Id="Rc23bbffa47ad48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d384083fac543b0" /><Relationship Type="http://schemas.openxmlformats.org/officeDocument/2006/relationships/image" Target="/ppt/media/image2.png" Id="Rd116a25b15a044ce" /><Relationship Type="http://schemas.openxmlformats.org/officeDocument/2006/relationships/notesSlide" Target="/ppt/notesSlides/notesSlide3.xml" Id="R4d69cdbea44c44e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99097cd3fec42fe" /><Relationship Type="http://schemas.openxmlformats.org/officeDocument/2006/relationships/notesSlide" Target="/ppt/notesSlides/notesSlide4.xml" Id="Recde1c5ca014414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58e485e50d9474f" /><Relationship Type="http://schemas.openxmlformats.org/officeDocument/2006/relationships/notesSlide" Target="/ppt/notesSlides/notesSlide5.xml" Id="R4302f65719af488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c7f320bbae344fa" /><Relationship Type="http://schemas.openxmlformats.org/officeDocument/2006/relationships/notesSlide" Target="/ppt/notesSlides/notesSlide6.xml" Id="Rd955a86052d14a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636695a005644ed" /><Relationship Type="http://schemas.openxmlformats.org/officeDocument/2006/relationships/notesSlide" Target="/ppt/notesSlides/notesSlide7.xml" Id="Rbb8ebeaf2a8a478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87d6b1d8be84567" /><Relationship Type="http://schemas.openxmlformats.org/officeDocument/2006/relationships/notesSlide" Target="/ppt/notesSlides/notesSlide8.xml" Id="Rd45fe4dd58644c6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6cba9b75dda40e2" /><Relationship Type="http://schemas.openxmlformats.org/officeDocument/2006/relationships/notesSlide" Target="/ppt/notesSlides/notesSlide9.xml" Id="R512a4e8c4eca49b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71d87d957934307" /><Relationship Type="http://schemas.openxmlformats.org/officeDocument/2006/relationships/notesSlide" Target="/ppt/notesSlides/notesSlide10.xml" Id="R0ba88aba625244e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d609497fa364ed1" /><Relationship Type="http://schemas.openxmlformats.org/officeDocument/2006/relationships/notesSlide" Target="/ppt/notesSlides/notesSlide11.xml" Id="R8937a6ab0469485a" /></Relationships>
</file>

<file path=ppt/slides/slide1.xml><?xml version="1.0" encoding="utf-8"?>
<p:sld xmlns:p="http://schemas.openxmlformats.org/presentationml/2006/main">
  <p:cSld>
    <p:bg>
      <p:bgPr>
        <a:solidFill xmlns:a="http://schemas.openxmlformats.org/drawingml/2006/main">
          <a:srgbClr val="07100E"/>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91390704-74BE-4A60-8799-A44C0A92A5BC}"/>
              </a:ext>
            </a:extLst>
          </p:cNvPr>
          <p:cNvPicPr>
            <a:picLocks xmlns:a="http://schemas.openxmlformats.org/drawingml/2006/main" noChangeAspect="1"/>
          </p:cNvPicPr>
          <p:nvPr/>
        </p:nvPicPr>
        <p:blipFill>
          <a:blip xmlns:r="http://schemas.openxmlformats.org/officeDocument/2006/relationships" xmlns:a="http://schemas.openxmlformats.org/drawingml/2006/main" r:embed="R68467fd9a0804f41"/>
          <a:srcRect xmlns:a="http://schemas.openxmlformats.org/drawingml/2006/main" l="0" t="31250" r="0" b="3125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2B7425B-78E3-4866-9588-8DE0D07F1AC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30806">
              <a:alpha val="67000"/>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46930C8-8D0F-4D22-B3C5-A493B7488FC6}"/>
              </a:ext>
            </a:extLst>
          </p:cNvPr>
          <p:cNvSpPr>
            <a:spLocks xmlns:a="http://schemas.openxmlformats.org/drawingml/2006/main" noGrp="1"/>
          </p:cNvSpPr>
          <p:nvPr/>
        </p:nvSpPr>
        <p:spPr>
          <a:xfrm xmlns:a="http://schemas.openxmlformats.org/drawingml/2006/main">
            <a:off x="0" y="0"/>
            <a:ext cx="6762750" cy="6858000"/>
          </a:xfrm>
          <a:prstGeom xmlns:a="http://schemas.openxmlformats.org/drawingml/2006/main" prst="rect">
            <a:avLst/>
          </a:prstGeom>
          <a:gradFill xmlns:a="http://schemas.openxmlformats.org/drawingml/2006/main">
            <a:gsLst>
              <a:gs pos="0">
                <a:srgbClr val="050C09">
                  <a:alpha val="98000"/>
                </a:srgbClr>
              </a:gs>
              <a:gs pos="68000">
                <a:srgbClr val="06100E">
                  <a:alpha val="89000"/>
                </a:srgbClr>
              </a:gs>
              <a:gs pos="100000">
                <a:srgbClr val="06100E">
                  <a:alpha val="0"/>
                </a:srgbClr>
              </a:gs>
            </a:gsLst>
            <a:lin ang="0"/>
          </a:gradFill>
          <a:ln xmlns:a="http://schemas.openxmlformats.org/drawingml/2006/main" w="0">
            <a:noFill/>
            <a:prstDash val="solid"/>
          </a:ln>
        </p:spPr>
      </p:sp>
      <p:sp>
        <p:nvSpPr>
          <p:cNvPr id="4" name="cover-brand">
            <a:extLst xmlns:a="http://schemas.openxmlformats.org/drawingml/2006/main">
              <a:ext uri="{FF2B5EF4-FFF2-40B4-BE49-F238E27FC236}">
                <a16:creationId xmlns:a16="http://schemas.microsoft.com/office/drawing/2014/main" id="{D9CB3896-3249-4C2C-B4DE-79CB14C0C718}"/>
              </a:ext>
            </a:extLst>
          </p:cNvPr>
          <p:cNvSpPr>
            <a:spLocks xmlns:a="http://schemas.openxmlformats.org/drawingml/2006/main" noGrp="1"/>
          </p:cNvSpPr>
          <p:nvPr/>
        </p:nvSpPr>
        <p:spPr>
          <a:xfrm xmlns:a="http://schemas.openxmlformats.org/drawingml/2006/main">
            <a:off x="742950" y="57150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74E2C7"/>
                </a:solidFill>
                <a:latin typeface="Segoe UI"/>
                <a:ea typeface="Segoe UI"/>
                <a:cs typeface="Segoe UI"/>
              </a:defRPr>
            </a:defPPr>
          </a:lstStyle>
          <a:p xmlns:a="http://schemas.openxmlformats.org/drawingml/2006/main">
            <a:pPr algn="l">
              <a:lnSpc>
                <a:spcPct val="102000"/>
              </a:lnSpc>
              <a:buNone/>
              <a:defRPr sz="1650" b="1">
                <a:solidFill>
                  <a:srgbClr val="74E2C7"/>
                </a:solidFill>
                <a:latin typeface="Segoe UI"/>
                <a:ea typeface="Segoe UI"/>
                <a:cs typeface="Segoe UI"/>
              </a:defRPr>
            </a:pPr>
            <a:r>
              <a:rPr sz="1650" b="1">
                <a:solidFill>
                  <a:srgbClr val="74E2C7"/>
                </a:solidFill>
                <a:latin typeface="Segoe UI"/>
                <a:ea typeface="Segoe UI"/>
                <a:cs typeface="Segoe UI"/>
              </a:rPr>
              <a:t>BIOPULSE 2.0</a:t>
            </a:r>
          </a:p>
        </p:txBody>
      </p:sp>
      <p:sp>
        <p:nvSpPr>
          <p:cNvPr id="5" name="">
            <a:extLst xmlns:a="http://schemas.openxmlformats.org/drawingml/2006/main">
              <a:ext uri="{FF2B5EF4-FFF2-40B4-BE49-F238E27FC236}">
                <a16:creationId xmlns:a16="http://schemas.microsoft.com/office/drawing/2014/main" id="{1AF7B0C1-FE3D-44EA-8300-53DDF86609BC}"/>
              </a:ext>
            </a:extLst>
          </p:cNvPr>
          <p:cNvSpPr>
            <a:spLocks xmlns:a="http://schemas.openxmlformats.org/drawingml/2006/main" noGrp="1"/>
          </p:cNvSpPr>
          <p:nvPr/>
        </p:nvSpPr>
        <p:spPr>
          <a:xfrm xmlns:a="http://schemas.openxmlformats.org/drawingml/2006/main">
            <a:off x="742950" y="1181100"/>
            <a:ext cx="3333750" cy="285750"/>
          </a:xfrm>
          <a:prstGeom xmlns:a="http://schemas.openxmlformats.org/drawingml/2006/main" prst="roundRect">
            <a:avLst>
              <a:gd name="adj" fmla="val 50000"/>
            </a:avLst>
          </a:prstGeom>
          <a:solidFill xmlns:a="http://schemas.openxmlformats.org/drawingml/2006/main">
            <a:srgbClr val="14231D"/>
          </a:solidFill>
          <a:ln xmlns:a="http://schemas.openxmlformats.org/drawingml/2006/main" w="9525">
            <a:solidFill>
              <a:srgbClr val="74E2C7">
                <a:alpha val="43922"/>
              </a:srgbClr>
            </a:solidFill>
            <a:prstDash val="solid"/>
          </a:ln>
        </p:spPr>
      </p:sp>
      <p:sp>
        <p:nvSpPr>
          <p:cNvPr id="6" name="label-SALUD PERSON">
            <a:extLst xmlns:a="http://schemas.openxmlformats.org/drawingml/2006/main">
              <a:ext uri="{FF2B5EF4-FFF2-40B4-BE49-F238E27FC236}">
                <a16:creationId xmlns:a16="http://schemas.microsoft.com/office/drawing/2014/main" id="{7E3EA35B-D0BD-4646-B65E-B5DBA0FA69F0}"/>
              </a:ext>
            </a:extLst>
          </p:cNvPr>
          <p:cNvSpPr>
            <a:spLocks xmlns:a="http://schemas.openxmlformats.org/drawingml/2006/main" noGrp="1"/>
          </p:cNvSpPr>
          <p:nvPr/>
        </p:nvSpPr>
        <p:spPr>
          <a:xfrm xmlns:a="http://schemas.openxmlformats.org/drawingml/2006/main">
            <a:off x="857250" y="1190625"/>
            <a:ext cx="3105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74E2C7"/>
                </a:solidFill>
                <a:latin typeface="Segoe UI"/>
                <a:ea typeface="Segoe UI"/>
                <a:cs typeface="Segoe UI"/>
              </a:defRPr>
            </a:defPPr>
          </a:lstStyle>
          <a:p xmlns:a="http://schemas.openxmlformats.org/drawingml/2006/main">
            <a:pPr algn="l">
              <a:lnSpc>
                <a:spcPct val="102000"/>
              </a:lnSpc>
              <a:buNone/>
              <a:defRPr sz="975" b="1">
                <a:solidFill>
                  <a:srgbClr val="74E2C7"/>
                </a:solidFill>
                <a:latin typeface="Segoe UI"/>
                <a:ea typeface="Segoe UI"/>
                <a:cs typeface="Segoe UI"/>
              </a:defRPr>
            </a:pPr>
            <a:r>
              <a:rPr sz="975" b="1">
                <a:solidFill>
                  <a:srgbClr val="74E2C7"/>
                </a:solidFill>
                <a:latin typeface="Segoe UI"/>
                <a:ea typeface="Segoe UI"/>
                <a:cs typeface="Segoe UI"/>
              </a:rPr>
              <a:t>SALUD PERSONAL · CIENCIA DE DATOS</a:t>
            </a:r>
          </a:p>
        </p:txBody>
      </p:sp>
      <p:sp>
        <p:nvSpPr>
          <p:cNvPr id="7" name="cover-title">
            <a:extLst xmlns:a="http://schemas.openxmlformats.org/drawingml/2006/main">
              <a:ext uri="{FF2B5EF4-FFF2-40B4-BE49-F238E27FC236}">
                <a16:creationId xmlns:a16="http://schemas.microsoft.com/office/drawing/2014/main" id="{7981A0BF-391E-4FC7-B18F-C351929BB42B}"/>
              </a:ext>
            </a:extLst>
          </p:cNvPr>
          <p:cNvSpPr>
            <a:spLocks xmlns:a="http://schemas.openxmlformats.org/drawingml/2006/main" noGrp="1"/>
          </p:cNvSpPr>
          <p:nvPr/>
        </p:nvSpPr>
        <p:spPr>
          <a:xfrm xmlns:a="http://schemas.openxmlformats.org/drawingml/2006/main">
            <a:off x="742950" y="1866900"/>
            <a:ext cx="657225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650" b="1">
                <a:solidFill>
                  <a:srgbClr val="F4F7F2"/>
                </a:solidFill>
                <a:latin typeface="Segoe UI"/>
                <a:ea typeface="Segoe UI"/>
                <a:cs typeface="Segoe UI"/>
              </a:defRPr>
            </a:defPPr>
          </a:lstStyle>
          <a:p xmlns:a="http://schemas.openxmlformats.org/drawingml/2006/main">
            <a:pPr algn="l">
              <a:lnSpc>
                <a:spcPct val="102000"/>
              </a:lnSpc>
              <a:buNone/>
              <a:defRPr sz="4650" b="1">
                <a:solidFill>
                  <a:srgbClr val="F4F7F2"/>
                </a:solidFill>
                <a:latin typeface="Segoe UI"/>
                <a:ea typeface="Segoe UI"/>
                <a:cs typeface="Segoe UI"/>
              </a:defRPr>
            </a:pPr>
            <a:r>
              <a:rPr sz="4650" b="1">
                <a:solidFill>
                  <a:srgbClr val="F4F7F2"/>
                </a:solidFill>
                <a:latin typeface="Segoe UI"/>
                <a:ea typeface="Segoe UI"/>
                <a:cs typeface="Segoe UI"/>
              </a:rPr>
              <a:t>Tus señales</a:t>
            </a:r>
          </a:p>
          <a:p xmlns:a="http://schemas.openxmlformats.org/drawingml/2006/main">
            <a:pPr algn="l">
              <a:lnSpc>
                <a:spcPct val="102000"/>
              </a:lnSpc>
              <a:buNone/>
              <a:defRPr sz="4650" b="1">
                <a:solidFill>
                  <a:srgbClr val="F4F7F2"/>
                </a:solidFill>
                <a:latin typeface="Segoe UI"/>
                <a:ea typeface="Segoe UI"/>
                <a:cs typeface="Segoe UI"/>
              </a:defRPr>
            </a:pPr>
            <a:r>
              <a:rPr sz="4650" b="1">
                <a:solidFill>
                  <a:srgbClr val="F4F7F2"/>
                </a:solidFill>
                <a:latin typeface="Segoe UI"/>
                <a:ea typeface="Segoe UI"/>
                <a:cs typeface="Segoe UI"/>
              </a:rPr>
              <a:t>merecen contexto.</a:t>
            </a:r>
          </a:p>
        </p:txBody>
      </p:sp>
      <p:sp>
        <p:nvSpPr>
          <p:cNvPr id="8" name="cover-emphasis">
            <a:extLst xmlns:a="http://schemas.openxmlformats.org/drawingml/2006/main">
              <a:ext uri="{FF2B5EF4-FFF2-40B4-BE49-F238E27FC236}">
                <a16:creationId xmlns:a16="http://schemas.microsoft.com/office/drawing/2014/main" id="{C1764950-69EE-44BA-AD7B-E919D76555CD}"/>
              </a:ext>
            </a:extLst>
          </p:cNvPr>
          <p:cNvSpPr>
            <a:spLocks xmlns:a="http://schemas.openxmlformats.org/drawingml/2006/main" noGrp="1"/>
          </p:cNvSpPr>
          <p:nvPr/>
        </p:nvSpPr>
        <p:spPr>
          <a:xfrm xmlns:a="http://schemas.openxmlformats.org/drawingml/2006/main">
            <a:off x="762000" y="3952875"/>
            <a:ext cx="590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D0F36A"/>
                </a:solidFill>
                <a:latin typeface="Segoe UI"/>
                <a:ea typeface="Segoe UI"/>
                <a:cs typeface="Segoe UI"/>
              </a:defRPr>
            </a:defPPr>
          </a:lstStyle>
          <a:p xmlns:a="http://schemas.openxmlformats.org/drawingml/2006/main">
            <a:pPr algn="l">
              <a:lnSpc>
                <a:spcPct val="102000"/>
              </a:lnSpc>
              <a:buNone/>
              <a:defRPr sz="2100" b="1">
                <a:solidFill>
                  <a:srgbClr val="D0F36A"/>
                </a:solidFill>
                <a:latin typeface="Segoe UI"/>
                <a:ea typeface="Segoe UI"/>
                <a:cs typeface="Segoe UI"/>
              </a:defRPr>
            </a:pPr>
            <a:r>
              <a:rPr sz="2100" b="1">
                <a:solidFill>
                  <a:srgbClr val="D0F36A"/>
                </a:solidFill>
                <a:latin typeface="Segoe UI"/>
                <a:ea typeface="Segoe UI"/>
                <a:cs typeface="Segoe UI"/>
              </a:rPr>
              <a:t>Bienestar leído desde tu historia.</a:t>
            </a:r>
          </a:p>
        </p:txBody>
      </p:sp>
      <p:sp>
        <p:nvSpPr>
          <p:cNvPr id="9" name="cover-sub">
            <a:extLst xmlns:a="http://schemas.openxmlformats.org/drawingml/2006/main">
              <a:ext uri="{FF2B5EF4-FFF2-40B4-BE49-F238E27FC236}">
                <a16:creationId xmlns:a16="http://schemas.microsoft.com/office/drawing/2014/main" id="{F3EAA929-7616-444C-84CC-170EDFEE087A}"/>
              </a:ext>
            </a:extLst>
          </p:cNvPr>
          <p:cNvSpPr>
            <a:spLocks xmlns:a="http://schemas.openxmlformats.org/drawingml/2006/main" noGrp="1"/>
          </p:cNvSpPr>
          <p:nvPr/>
        </p:nvSpPr>
        <p:spPr>
          <a:xfrm xmlns:a="http://schemas.openxmlformats.org/drawingml/2006/main">
            <a:off x="762000" y="4581525"/>
            <a:ext cx="552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F4F7F2"/>
                </a:solidFill>
                <a:latin typeface="Segoe UI"/>
                <a:ea typeface="Segoe UI"/>
                <a:cs typeface="Segoe UI"/>
              </a:defRPr>
            </a:defPPr>
          </a:lstStyle>
          <a:p xmlns:a="http://schemas.openxmlformats.org/drawingml/2006/main">
            <a:pPr algn="l">
              <a:lnSpc>
                <a:spcPct val="102000"/>
              </a:lnSpc>
              <a:buNone/>
              <a:defRPr sz="1500" b="0">
                <a:solidFill>
                  <a:srgbClr val="F4F7F2"/>
                </a:solidFill>
                <a:latin typeface="Segoe UI"/>
                <a:ea typeface="Segoe UI"/>
                <a:cs typeface="Segoe UI"/>
              </a:defRPr>
            </a:pPr>
            <a:r>
              <a:rPr sz="1500" b="0">
                <a:solidFill>
                  <a:srgbClr val="F4F7F2"/>
                </a:solidFill>
                <a:latin typeface="Segoe UI"/>
                <a:ea typeface="Segoe UI"/>
                <a:cs typeface="Segoe UI"/>
              </a:rPr>
              <a:t>Una experiencia personal para entender recuperación, sueño y tendencias con datos trazables.</a:t>
            </a:r>
          </a:p>
        </p:txBody>
      </p:sp>
      <p:sp>
        <p:nvSpPr>
          <p:cNvPr id="10" name="cover-meta">
            <a:extLst xmlns:a="http://schemas.openxmlformats.org/drawingml/2006/main">
              <a:ext uri="{FF2B5EF4-FFF2-40B4-BE49-F238E27FC236}">
                <a16:creationId xmlns:a16="http://schemas.microsoft.com/office/drawing/2014/main" id="{062EDC87-0BBB-40B6-91E1-31EA6F33C2AF}"/>
              </a:ext>
            </a:extLst>
          </p:cNvPr>
          <p:cNvSpPr>
            <a:spLocks xmlns:a="http://schemas.openxmlformats.org/drawingml/2006/main" noGrp="1"/>
          </p:cNvSpPr>
          <p:nvPr/>
        </p:nvSpPr>
        <p:spPr>
          <a:xfrm xmlns:a="http://schemas.openxmlformats.org/drawingml/2006/main">
            <a:off x="762000" y="5876925"/>
            <a:ext cx="5143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D7E1D9"/>
                </a:solidFill>
                <a:latin typeface="Segoe UI"/>
                <a:ea typeface="Segoe UI"/>
                <a:cs typeface="Segoe UI"/>
              </a:defRPr>
            </a:defPPr>
          </a:lstStyle>
          <a:p xmlns:a="http://schemas.openxmlformats.org/drawingml/2006/main">
            <a:pPr algn="l">
              <a:lnSpc>
                <a:spcPct val="102000"/>
              </a:lnSpc>
              <a:buNone/>
              <a:defRPr sz="975" b="1">
                <a:solidFill>
                  <a:srgbClr val="D7E1D9"/>
                </a:solidFill>
                <a:latin typeface="Segoe UI"/>
                <a:ea typeface="Segoe UI"/>
                <a:cs typeface="Segoe UI"/>
              </a:defRPr>
            </a:pPr>
            <a:r>
              <a:rPr sz="975" b="1">
                <a:solidFill>
                  <a:srgbClr val="D7E1D9"/>
                </a:solidFill>
                <a:latin typeface="Segoe UI"/>
                <a:ea typeface="Segoe UI"/>
                <a:cs typeface="Segoe UI"/>
              </a:rPr>
              <a:t>PITCH DE INVERSIÓN  •  OCTUBRE 2026</a:t>
            </a:r>
          </a:p>
        </p:txBody>
      </p:sp>
      <p:sp>
        <p:nvSpPr>
          <p:cNvPr id="11" name="cover-demo-label">
            <a:extLst xmlns:a="http://schemas.openxmlformats.org/drawingml/2006/main">
              <a:ext uri="{FF2B5EF4-FFF2-40B4-BE49-F238E27FC236}">
                <a16:creationId xmlns:a16="http://schemas.microsoft.com/office/drawing/2014/main" id="{6A35C575-0607-4A59-ADA1-4367BD85E806}"/>
              </a:ext>
            </a:extLst>
          </p:cNvPr>
          <p:cNvSpPr>
            <a:spLocks xmlns:a="http://schemas.openxmlformats.org/drawingml/2006/main" noGrp="1"/>
          </p:cNvSpPr>
          <p:nvPr/>
        </p:nvSpPr>
        <p:spPr>
          <a:xfrm xmlns:a="http://schemas.openxmlformats.org/drawingml/2006/main">
            <a:off x="8001000" y="60198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a:solidFill>
                  <a:srgbClr val="D7E1D9"/>
                </a:solidFill>
                <a:latin typeface="Segoe UI"/>
                <a:ea typeface="Segoe UI"/>
                <a:cs typeface="Segoe UI"/>
              </a:defRPr>
            </a:defPPr>
          </a:lstStyle>
          <a:p xmlns:a="http://schemas.openxmlformats.org/drawingml/2006/main">
            <a:pPr algn="ctr">
              <a:lnSpc>
                <a:spcPct val="102000"/>
              </a:lnSpc>
              <a:buNone/>
              <a:defRPr sz="900" b="1">
                <a:solidFill>
                  <a:srgbClr val="D7E1D9"/>
                </a:solidFill>
                <a:latin typeface="Segoe UI"/>
                <a:ea typeface="Segoe UI"/>
                <a:cs typeface="Segoe UI"/>
              </a:defRPr>
            </a:pPr>
            <a:r>
              <a:rPr sz="900" b="1">
                <a:solidFill>
                  <a:srgbClr val="D7E1D9"/>
                </a:solidFill>
                <a:latin typeface="Segoe UI"/>
                <a:ea typeface="Segoe UI"/>
                <a:cs typeface="Segoe UI"/>
              </a:rPr>
              <a:t>INTERFAZ CONCEPTUAL · DATOS SIMULADOS</a:t>
            </a:r>
          </a:p>
        </p:txBody>
      </p:sp>
    </p:spTree>
    <p:extLst>
      <p:ext uri="{BB962C8B-B14F-4D97-AF65-F5344CB8AC3E}">
        <p14:creationId xmlns:p14="http://schemas.microsoft.com/office/powerpoint/2010/main" val="293163118"/>
      </p:ext>
    </p:extLst>
  </p:cSld>
</p:sld>
</file>

<file path=ppt/slides/slide2.xml><?xml version="1.0" encoding="utf-8"?>
<p:sld xmlns:p="http://schemas.openxmlformats.org/presentationml/2006/main">
  <p:cSld>
    <p:bg>
      <p:bgPr>
        <a:solidFill xmlns:a="http://schemas.openxmlformats.org/drawingml/2006/main">
          <a:srgbClr val="07100E"/>
        </a:solidFill>
      </p:bgPr>
    </p:bg>
    <p:spTree>
      <p:nvGrpSpPr>
        <p:cNvPr id="1" name=""/>
        <p:cNvGrpSpPr/>
        <p:nvPr/>
      </p:nvGrpSpPr>
      <p:grpSpPr>
        <a:xfrm xmlns:a="http://schemas.openxmlformats.org/drawingml/2006/main"/>
      </p:grpSpPr>
      <p:sp>
        <p:nvSpPr>
          <p:cNvPr id="24" name="wordmark">
            <a:extLst xmlns:a="http://schemas.openxmlformats.org/drawingml/2006/main">
              <a:ext uri="{FF2B5EF4-FFF2-40B4-BE49-F238E27FC236}">
                <a16:creationId xmlns:a16="http://schemas.microsoft.com/office/drawing/2014/main" id="{EE970E1C-16EB-4F4F-A53B-A466542133B7}"/>
              </a:ext>
            </a:extLst>
          </p:cNvPr>
          <p:cNvSpPr>
            <a:spLocks xmlns:a="http://schemas.openxmlformats.org/drawingml/2006/main" noGrp="1"/>
          </p:cNvSpPr>
          <p:nvPr/>
        </p:nvSpPr>
        <p:spPr>
          <a:xfrm xmlns:a="http://schemas.openxmlformats.org/drawingml/2006/main">
            <a:off x="685800" y="2857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4E2C7"/>
                </a:solidFill>
                <a:latin typeface="Segoe UI"/>
                <a:ea typeface="Segoe UI"/>
                <a:cs typeface="Segoe UI"/>
              </a:defRPr>
            </a:defPPr>
          </a:lstStyle>
          <a:p xmlns:a="http://schemas.openxmlformats.org/drawingml/2006/main">
            <a:pPr algn="l">
              <a:lnSpc>
                <a:spcPct val="102000"/>
              </a:lnSpc>
              <a:buNone/>
              <a:defRPr sz="1125" b="1">
                <a:solidFill>
                  <a:srgbClr val="74E2C7"/>
                </a:solidFill>
                <a:latin typeface="Segoe UI"/>
                <a:ea typeface="Segoe UI"/>
                <a:cs typeface="Segoe UI"/>
              </a:defRPr>
            </a:pPr>
            <a:r>
              <a:rPr sz="1125" b="1">
                <a:solidFill>
                  <a:srgbClr val="74E2C7"/>
                </a:solidFill>
                <a:latin typeface="Segoe UI"/>
                <a:ea typeface="Segoe UI"/>
                <a:cs typeface="Segoe UI"/>
              </a:rPr>
              <a:t>BIOPULSE</a:t>
            </a:r>
          </a:p>
        </p:txBody>
      </p:sp>
      <p:sp>
        <p:nvSpPr>
          <p:cNvPr id="2" name="section">
            <a:extLst xmlns:a="http://schemas.openxmlformats.org/drawingml/2006/main">
              <a:ext uri="{FF2B5EF4-FFF2-40B4-BE49-F238E27FC236}">
                <a16:creationId xmlns:a16="http://schemas.microsoft.com/office/drawing/2014/main" id="{933600EF-7173-449C-9061-EE0073ACC87D}"/>
              </a:ext>
            </a:extLst>
          </p:cNvPr>
          <p:cNvSpPr>
            <a:spLocks xmlns:a="http://schemas.openxmlformats.org/drawingml/2006/main" noGrp="1"/>
          </p:cNvSpPr>
          <p:nvPr/>
        </p:nvSpPr>
        <p:spPr>
          <a:xfrm xmlns:a="http://schemas.openxmlformats.org/drawingml/2006/main">
            <a:off x="8620125" y="2857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708177"/>
                </a:solidFill>
                <a:latin typeface="Segoe UI"/>
                <a:ea typeface="Segoe UI"/>
                <a:cs typeface="Segoe UI"/>
              </a:defRPr>
            </a:defPPr>
          </a:lstStyle>
          <a:p xmlns:a="http://schemas.openxmlformats.org/drawingml/2006/main">
            <a:pPr algn="r">
              <a:lnSpc>
                <a:spcPct val="102000"/>
              </a:lnSpc>
              <a:buNone/>
              <a:defRPr sz="975" b="1">
                <a:solidFill>
                  <a:srgbClr val="708177"/>
                </a:solidFill>
                <a:latin typeface="Segoe UI"/>
                <a:ea typeface="Segoe UI"/>
                <a:cs typeface="Segoe UI"/>
              </a:defRPr>
            </a:pPr>
            <a:r>
              <a:rPr sz="975" b="1">
                <a:solidFill>
                  <a:srgbClr val="708177"/>
                </a:solidFill>
                <a:latin typeface="Segoe UI"/>
                <a:ea typeface="Segoe UI"/>
                <a:cs typeface="Segoe UI"/>
              </a:rPr>
              <a:t>LA OPORTUNIDAD</a:t>
            </a:r>
          </a:p>
        </p:txBody>
      </p:sp>
      <p:sp>
        <p:nvSpPr>
          <p:cNvPr id="3" name="">
            <a:extLst xmlns:a="http://schemas.openxmlformats.org/drawingml/2006/main">
              <a:ext uri="{FF2B5EF4-FFF2-40B4-BE49-F238E27FC236}">
                <a16:creationId xmlns:a16="http://schemas.microsoft.com/office/drawing/2014/main" id="{D43362C7-4568-4FE6-A174-CC6B10DB2DDE}"/>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26362E"/>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CC3F0DD1-B4B3-4723-B4BA-A79F4E342C19}"/>
              </a:ext>
            </a:extLst>
          </p:cNvPr>
          <p:cNvSpPr>
            <a:spLocks xmlns:a="http://schemas.openxmlformats.org/drawingml/2006/main" noGrp="1"/>
          </p:cNvSpPr>
          <p:nvPr/>
        </p:nvSpPr>
        <p:spPr>
          <a:xfrm xmlns:a="http://schemas.openxmlformats.org/drawingml/2006/main">
            <a:off x="685800" y="64865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a:solidFill>
                  <a:srgbClr val="708177"/>
                </a:solidFill>
                <a:latin typeface="Segoe UI"/>
                <a:ea typeface="Segoe UI"/>
                <a:cs typeface="Segoe UI"/>
              </a:defRPr>
            </a:defPPr>
          </a:lstStyle>
          <a:p xmlns:a="http://schemas.openxmlformats.org/drawingml/2006/main">
            <a:pPr algn="l">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BIOPULSE 2.0  •  PITCH DE INVERSIÓN  •  OCT 2026</a:t>
            </a:r>
          </a:p>
        </p:txBody>
      </p:sp>
      <p:sp>
        <p:nvSpPr>
          <p:cNvPr id="5" name="footer-page">
            <a:extLst xmlns:a="http://schemas.openxmlformats.org/drawingml/2006/main">
              <a:ext uri="{FF2B5EF4-FFF2-40B4-BE49-F238E27FC236}">
                <a16:creationId xmlns:a16="http://schemas.microsoft.com/office/drawing/2014/main" id="{211828B3-3DD5-4DAC-81B8-3EDD23644FEB}"/>
              </a:ext>
            </a:extLst>
          </p:cNvPr>
          <p:cNvSpPr>
            <a:spLocks xmlns:a="http://schemas.openxmlformats.org/drawingml/2006/main" noGrp="1"/>
          </p:cNvSpPr>
          <p:nvPr/>
        </p:nvSpPr>
        <p:spPr>
          <a:xfrm xmlns:a="http://schemas.openxmlformats.org/drawingml/2006/main">
            <a:off x="10572750" y="6486525"/>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708177"/>
                </a:solidFill>
                <a:latin typeface="Segoe UI"/>
                <a:ea typeface="Segoe UI"/>
                <a:cs typeface="Segoe UI"/>
              </a:defRPr>
            </a:defPPr>
          </a:lstStyle>
          <a:p xmlns:a="http://schemas.openxmlformats.org/drawingml/2006/main">
            <a:pPr algn="r">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02 / 11</a:t>
            </a:r>
          </a:p>
        </p:txBody>
      </p:sp>
      <p:sp>
        <p:nvSpPr>
          <p:cNvPr id="6" name="s2-kicker">
            <a:extLst xmlns:a="http://schemas.openxmlformats.org/drawingml/2006/main">
              <a:ext uri="{FF2B5EF4-FFF2-40B4-BE49-F238E27FC236}">
                <a16:creationId xmlns:a16="http://schemas.microsoft.com/office/drawing/2014/main" id="{93F241C3-40EE-44C1-87FD-DDD2FF60F8A3}"/>
              </a:ext>
            </a:extLst>
          </p:cNvPr>
          <p:cNvSpPr>
            <a:spLocks xmlns:a="http://schemas.openxmlformats.org/drawingml/2006/main" noGrp="1"/>
          </p:cNvSpPr>
          <p:nvPr/>
        </p:nvSpPr>
        <p:spPr>
          <a:xfrm xmlns:a="http://schemas.openxmlformats.org/drawingml/2006/main">
            <a:off x="685800" y="8191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D0F36A"/>
                </a:solidFill>
                <a:latin typeface="Segoe UI"/>
                <a:ea typeface="Segoe UI"/>
                <a:cs typeface="Segoe UI"/>
              </a:defRPr>
            </a:defPPr>
          </a:lstStyle>
          <a:p xmlns:a="http://schemas.openxmlformats.org/drawingml/2006/main">
            <a:pPr algn="l">
              <a:lnSpc>
                <a:spcPct val="102000"/>
              </a:lnSpc>
              <a:buNone/>
              <a:defRPr sz="1050" b="1">
                <a:solidFill>
                  <a:srgbClr val="D0F36A"/>
                </a:solidFill>
                <a:latin typeface="Segoe UI"/>
                <a:ea typeface="Segoe UI"/>
                <a:cs typeface="Segoe UI"/>
              </a:defRPr>
            </a:pPr>
            <a:r>
              <a:rPr sz="1050" b="1">
                <a:solidFill>
                  <a:srgbClr val="D0F36A"/>
                </a:solidFill>
                <a:latin typeface="Segoe UI"/>
                <a:ea typeface="Segoe UI"/>
                <a:cs typeface="Segoe UI"/>
              </a:rPr>
              <a:t>LA TESIS DEL PROBLEMA</a:t>
            </a:r>
          </a:p>
        </p:txBody>
      </p:sp>
      <p:sp>
        <p:nvSpPr>
          <p:cNvPr id="7" name="s2-title">
            <a:extLst xmlns:a="http://schemas.openxmlformats.org/drawingml/2006/main">
              <a:ext uri="{FF2B5EF4-FFF2-40B4-BE49-F238E27FC236}">
                <a16:creationId xmlns:a16="http://schemas.microsoft.com/office/drawing/2014/main" id="{B2C3D82E-3C19-401C-87E3-496AE26F3F12}"/>
              </a:ext>
            </a:extLst>
          </p:cNvPr>
          <p:cNvSpPr>
            <a:spLocks xmlns:a="http://schemas.openxmlformats.org/drawingml/2006/main" noGrp="1"/>
          </p:cNvSpPr>
          <p:nvPr/>
        </p:nvSpPr>
        <p:spPr>
          <a:xfrm xmlns:a="http://schemas.openxmlformats.org/drawingml/2006/main">
            <a:off x="685800" y="1238250"/>
            <a:ext cx="6667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050" b="1">
                <a:solidFill>
                  <a:srgbClr val="F4F7F2"/>
                </a:solidFill>
                <a:latin typeface="Segoe UI"/>
                <a:ea typeface="Segoe UI"/>
                <a:cs typeface="Segoe UI"/>
              </a:defRPr>
            </a:defPPr>
          </a:lstStyle>
          <a:p xmlns:a="http://schemas.openxmlformats.org/drawingml/2006/main">
            <a:pPr algn="l">
              <a:lnSpc>
                <a:spcPct val="102000"/>
              </a:lnSpc>
              <a:buNone/>
              <a:defRPr sz="4050" b="1">
                <a:solidFill>
                  <a:srgbClr val="F4F7F2"/>
                </a:solidFill>
                <a:latin typeface="Segoe UI"/>
                <a:ea typeface="Segoe UI"/>
                <a:cs typeface="Segoe UI"/>
              </a:defRPr>
            </a:pPr>
            <a:r>
              <a:rPr sz="4050" b="1">
                <a:solidFill>
                  <a:srgbClr val="F4F7F2"/>
                </a:solidFill>
                <a:latin typeface="Segoe UI"/>
                <a:ea typeface="Segoe UI"/>
                <a:cs typeface="Segoe UI"/>
              </a:rPr>
              <a:t>No faltan datos.</a:t>
            </a:r>
          </a:p>
          <a:p xmlns:a="http://schemas.openxmlformats.org/drawingml/2006/main">
            <a:pPr algn="l">
              <a:lnSpc>
                <a:spcPct val="102000"/>
              </a:lnSpc>
              <a:buNone/>
              <a:defRPr sz="4050" b="1">
                <a:solidFill>
                  <a:srgbClr val="F4F7F2"/>
                </a:solidFill>
                <a:latin typeface="Segoe UI"/>
                <a:ea typeface="Segoe UI"/>
                <a:cs typeface="Segoe UI"/>
              </a:defRPr>
            </a:pPr>
            <a:r>
              <a:rPr sz="4050" b="1">
                <a:solidFill>
                  <a:srgbClr val="F4F7F2"/>
                </a:solidFill>
                <a:latin typeface="Segoe UI"/>
                <a:ea typeface="Segoe UI"/>
                <a:cs typeface="Segoe UI"/>
              </a:rPr>
              <a:t>Falta contexto.</a:t>
            </a:r>
          </a:p>
        </p:txBody>
      </p:sp>
      <p:sp>
        <p:nvSpPr>
          <p:cNvPr id="8" name="s2-subtitle">
            <a:extLst xmlns:a="http://schemas.openxmlformats.org/drawingml/2006/main">
              <a:ext uri="{FF2B5EF4-FFF2-40B4-BE49-F238E27FC236}">
                <a16:creationId xmlns:a16="http://schemas.microsoft.com/office/drawing/2014/main" id="{B37EFBBA-9B0E-4C81-858D-1FF52D571B1D}"/>
              </a:ext>
            </a:extLst>
          </p:cNvPr>
          <p:cNvSpPr>
            <a:spLocks xmlns:a="http://schemas.openxmlformats.org/drawingml/2006/main" noGrp="1"/>
          </p:cNvSpPr>
          <p:nvPr/>
        </p:nvSpPr>
        <p:spPr>
          <a:xfrm xmlns:a="http://schemas.openxmlformats.org/drawingml/2006/main">
            <a:off x="704850" y="2895600"/>
            <a:ext cx="657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720"/>
          </a:bodyPr>
          <a:lstStyle xmlns:a="http://schemas.openxmlformats.org/drawingml/2006/main">
            <a:defPPr algn="l">
              <a:defRPr sz="1800" b="0">
                <a:solidFill>
                  <a:srgbClr val="A9B7AD"/>
                </a:solidFill>
                <a:latin typeface="Segoe UI"/>
                <a:ea typeface="Segoe UI"/>
                <a:cs typeface="Segoe UI"/>
              </a:defRPr>
            </a:defPPr>
          </a:lstStyle>
          <a:p xmlns:a="http://schemas.openxmlformats.org/drawingml/2006/main">
            <a:pPr algn="l">
              <a:lnSpc>
                <a:spcPct val="102000"/>
              </a:lnSpc>
              <a:buNone/>
              <a:defRPr sz="1800" b="0">
                <a:solidFill>
                  <a:srgbClr val="A9B7AD"/>
                </a:solidFill>
                <a:latin typeface="Segoe UI"/>
                <a:ea typeface="Segoe UI"/>
                <a:cs typeface="Segoe UI"/>
              </a:defRPr>
            </a:pPr>
            <a:r>
              <a:rPr sz="1800" b="0">
                <a:solidFill>
                  <a:srgbClr val="A9B7AD"/>
                </a:solidFill>
                <a:latin typeface="Segoe UI"/>
                <a:ea typeface="Segoe UI"/>
                <a:cs typeface="Segoe UI"/>
              </a:rPr>
              <a:t>Una lectura aislada rara vez cuenta la historia completa de una persona.</a:t>
            </a:r>
          </a:p>
        </p:txBody>
      </p:sp>
      <p:sp>
        <p:nvSpPr>
          <p:cNvPr id="9" name="s2-step-0">
            <a:extLst xmlns:a="http://schemas.openxmlformats.org/drawingml/2006/main">
              <a:ext uri="{FF2B5EF4-FFF2-40B4-BE49-F238E27FC236}">
                <a16:creationId xmlns:a16="http://schemas.microsoft.com/office/drawing/2014/main" id="{D5923E51-CCE3-4363-B6BC-099BEE9203E9}"/>
              </a:ext>
            </a:extLst>
          </p:cNvPr>
          <p:cNvSpPr>
            <a:spLocks xmlns:a="http://schemas.openxmlformats.org/drawingml/2006/main" noGrp="1"/>
          </p:cNvSpPr>
          <p:nvPr/>
        </p:nvSpPr>
        <p:spPr>
          <a:xfrm xmlns:a="http://schemas.openxmlformats.org/drawingml/2006/main">
            <a:off x="742950" y="400050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D0F36A"/>
                </a:solidFill>
                <a:latin typeface="Segoe UI"/>
                <a:ea typeface="Segoe UI"/>
                <a:cs typeface="Segoe UI"/>
              </a:defRPr>
            </a:defPPr>
          </a:lstStyle>
          <a:p xmlns:a="http://schemas.openxmlformats.org/drawingml/2006/main">
            <a:pPr algn="l">
              <a:lnSpc>
                <a:spcPct val="102000"/>
              </a:lnSpc>
              <a:buNone/>
              <a:defRPr sz="1500" b="1">
                <a:solidFill>
                  <a:srgbClr val="D0F36A"/>
                </a:solidFill>
                <a:latin typeface="Segoe UI"/>
                <a:ea typeface="Segoe UI"/>
                <a:cs typeface="Segoe UI"/>
              </a:defRPr>
            </a:pPr>
            <a:r>
              <a:rPr sz="1500" b="1">
                <a:solidFill>
                  <a:srgbClr val="D0F36A"/>
                </a:solidFill>
                <a:latin typeface="Segoe UI"/>
                <a:ea typeface="Segoe UI"/>
                <a:cs typeface="Segoe UI"/>
              </a:rPr>
              <a:t>01</a:t>
            </a:r>
          </a:p>
        </p:txBody>
      </p:sp>
      <p:sp>
        <p:nvSpPr>
          <p:cNvPr id="10" name="s2-head-0">
            <a:extLst xmlns:a="http://schemas.openxmlformats.org/drawingml/2006/main">
              <a:ext uri="{FF2B5EF4-FFF2-40B4-BE49-F238E27FC236}">
                <a16:creationId xmlns:a16="http://schemas.microsoft.com/office/drawing/2014/main" id="{4B8D7FAF-9A6C-4457-8B75-BF241CD4942A}"/>
              </a:ext>
            </a:extLst>
          </p:cNvPr>
          <p:cNvSpPr>
            <a:spLocks xmlns:a="http://schemas.openxmlformats.org/drawingml/2006/main" noGrp="1"/>
          </p:cNvSpPr>
          <p:nvPr/>
        </p:nvSpPr>
        <p:spPr>
          <a:xfrm xmlns:a="http://schemas.openxmlformats.org/drawingml/2006/main">
            <a:off x="742950" y="44386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74E2C7"/>
                </a:solidFill>
                <a:latin typeface="Segoe UI"/>
                <a:ea typeface="Segoe UI"/>
                <a:cs typeface="Segoe UI"/>
              </a:defRPr>
            </a:defPPr>
          </a:lstStyle>
          <a:p xmlns:a="http://schemas.openxmlformats.org/drawingml/2006/main">
            <a:pPr algn="l">
              <a:lnSpc>
                <a:spcPct val="102000"/>
              </a:lnSpc>
              <a:buNone/>
              <a:defRPr sz="1200" b="1">
                <a:solidFill>
                  <a:srgbClr val="74E2C7"/>
                </a:solidFill>
                <a:latin typeface="Segoe UI"/>
                <a:ea typeface="Segoe UI"/>
                <a:cs typeface="Segoe UI"/>
              </a:defRPr>
            </a:pPr>
            <a:r>
              <a:rPr sz="1200" b="1">
                <a:solidFill>
                  <a:srgbClr val="74E2C7"/>
                </a:solidFill>
                <a:latin typeface="Segoe UI"/>
                <a:ea typeface="Segoe UI"/>
                <a:cs typeface="Segoe UI"/>
              </a:rPr>
              <a:t>SEÑALES</a:t>
            </a:r>
          </a:p>
        </p:txBody>
      </p:sp>
      <p:sp>
        <p:nvSpPr>
          <p:cNvPr id="11" name="s2-body-0">
            <a:extLst xmlns:a="http://schemas.openxmlformats.org/drawingml/2006/main">
              <a:ext uri="{FF2B5EF4-FFF2-40B4-BE49-F238E27FC236}">
                <a16:creationId xmlns:a16="http://schemas.microsoft.com/office/drawing/2014/main" id="{30EC56E9-5960-44A9-989F-C211EB881716}"/>
              </a:ext>
            </a:extLst>
          </p:cNvPr>
          <p:cNvSpPr>
            <a:spLocks xmlns:a="http://schemas.openxmlformats.org/drawingml/2006/main" noGrp="1"/>
          </p:cNvSpPr>
          <p:nvPr/>
        </p:nvSpPr>
        <p:spPr>
          <a:xfrm xmlns:a="http://schemas.openxmlformats.org/drawingml/2006/main">
            <a:off x="742950" y="4800600"/>
            <a:ext cx="285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F4F7F2"/>
                </a:solidFill>
                <a:latin typeface="Segoe UI"/>
                <a:ea typeface="Segoe UI"/>
                <a:cs typeface="Segoe UI"/>
              </a:defRPr>
            </a:defPPr>
          </a:lstStyle>
          <a:p xmlns:a="http://schemas.openxmlformats.org/drawingml/2006/main">
            <a:pPr algn="l">
              <a:lnSpc>
                <a:spcPct val="102000"/>
              </a:lnSpc>
              <a:buNone/>
              <a:defRPr sz="1650" b="0">
                <a:solidFill>
                  <a:srgbClr val="F4F7F2"/>
                </a:solidFill>
                <a:latin typeface="Segoe UI"/>
                <a:ea typeface="Segoe UI"/>
                <a:cs typeface="Segoe UI"/>
              </a:defRPr>
            </a:pPr>
            <a:r>
              <a:rPr sz="1650" b="0">
                <a:solidFill>
                  <a:srgbClr val="F4F7F2"/>
                </a:solidFill>
                <a:latin typeface="Segoe UI"/>
                <a:ea typeface="Segoe UI"/>
                <a:cs typeface="Segoe UI"/>
              </a:rPr>
              <a:t>Sueño, HRV,</a:t>
            </a:r>
          </a:p>
          <a:p xmlns:a="http://schemas.openxmlformats.org/drawingml/2006/main">
            <a:pPr algn="l">
              <a:lnSpc>
                <a:spcPct val="102000"/>
              </a:lnSpc>
              <a:buNone/>
              <a:defRPr sz="1650" b="0">
                <a:solidFill>
                  <a:srgbClr val="F4F7F2"/>
                </a:solidFill>
                <a:latin typeface="Segoe UI"/>
                <a:ea typeface="Segoe UI"/>
                <a:cs typeface="Segoe UI"/>
              </a:defRPr>
            </a:pPr>
            <a:r>
              <a:rPr sz="1650" b="0">
                <a:solidFill>
                  <a:srgbClr val="F4F7F2"/>
                </a:solidFill>
                <a:latin typeface="Segoe UI"/>
                <a:ea typeface="Segoe UI"/>
                <a:cs typeface="Segoe UI"/>
              </a:rPr>
              <a:t>frecuencia cardiaca</a:t>
            </a:r>
          </a:p>
          <a:p xmlns:a="http://schemas.openxmlformats.org/drawingml/2006/main">
            <a:pPr algn="l">
              <a:lnSpc>
                <a:spcPct val="102000"/>
              </a:lnSpc>
              <a:buNone/>
              <a:defRPr sz="1650" b="0">
                <a:solidFill>
                  <a:srgbClr val="F4F7F2"/>
                </a:solidFill>
                <a:latin typeface="Segoe UI"/>
                <a:ea typeface="Segoe UI"/>
                <a:cs typeface="Segoe UI"/>
              </a:defRPr>
            </a:pPr>
            <a:r>
              <a:rPr sz="1650" b="0">
                <a:solidFill>
                  <a:srgbClr val="F4F7F2"/>
                </a:solidFill>
                <a:latin typeface="Segoe UI"/>
                <a:ea typeface="Segoe UI"/>
                <a:cs typeface="Segoe UI"/>
              </a:rPr>
              <a:t>y actividad.</a:t>
            </a:r>
          </a:p>
        </p:txBody>
      </p:sp>
      <p:sp>
        <p:nvSpPr>
          <p:cNvPr id="12" name="">
            <a:extLst xmlns:a="http://schemas.openxmlformats.org/drawingml/2006/main">
              <a:ext uri="{FF2B5EF4-FFF2-40B4-BE49-F238E27FC236}">
                <a16:creationId xmlns:a16="http://schemas.microsoft.com/office/drawing/2014/main" id="{875943BD-DAE3-4CCB-B62C-ABF390870586}"/>
              </a:ext>
            </a:extLst>
          </p:cNvPr>
          <p:cNvSpPr>
            <a:spLocks xmlns:a="http://schemas.openxmlformats.org/drawingml/2006/main" noGrp="1"/>
          </p:cNvSpPr>
          <p:nvPr/>
        </p:nvSpPr>
        <p:spPr>
          <a:xfrm xmlns:a="http://schemas.openxmlformats.org/drawingml/2006/main">
            <a:off x="3695700" y="4514850"/>
            <a:ext cx="400050" cy="19050"/>
          </a:xfrm>
          <a:prstGeom xmlns:a="http://schemas.openxmlformats.org/drawingml/2006/main" prst="rect">
            <a:avLst/>
          </a:prstGeom>
          <a:solidFill xmlns:a="http://schemas.openxmlformats.org/drawingml/2006/main">
            <a:srgbClr val="3143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0081F94-1C5D-4F7F-A96A-B64CE8F23780}"/>
              </a:ext>
            </a:extLst>
          </p:cNvPr>
          <p:cNvSpPr>
            <a:spLocks xmlns:a="http://schemas.openxmlformats.org/drawingml/2006/main" noGrp="1"/>
          </p:cNvSpPr>
          <p:nvPr/>
        </p:nvSpPr>
        <p:spPr>
          <a:xfrm xmlns:a="http://schemas.openxmlformats.org/drawingml/2006/main">
            <a:off x="4029075" y="4457700"/>
            <a:ext cx="95250" cy="133350"/>
          </a:xfrm>
          <a:prstGeom xmlns:a="http://schemas.openxmlformats.org/drawingml/2006/main" prst="triangle">
            <a:avLst/>
          </a:prstGeom>
          <a:solidFill xmlns:a="http://schemas.openxmlformats.org/drawingml/2006/main">
            <a:srgbClr val="D0F36A"/>
          </a:solidFill>
          <a:ln xmlns:a="http://schemas.openxmlformats.org/drawingml/2006/main" w="0">
            <a:noFill/>
            <a:prstDash val="solid"/>
          </a:ln>
        </p:spPr>
      </p:sp>
      <p:sp>
        <p:nvSpPr>
          <p:cNvPr id="14" name="s2-step-1">
            <a:extLst xmlns:a="http://schemas.openxmlformats.org/drawingml/2006/main">
              <a:ext uri="{FF2B5EF4-FFF2-40B4-BE49-F238E27FC236}">
                <a16:creationId xmlns:a16="http://schemas.microsoft.com/office/drawing/2014/main" id="{38A294AA-76A5-4B50-9E53-7F84E0F02023}"/>
              </a:ext>
            </a:extLst>
          </p:cNvPr>
          <p:cNvSpPr>
            <a:spLocks xmlns:a="http://schemas.openxmlformats.org/drawingml/2006/main" noGrp="1"/>
          </p:cNvSpPr>
          <p:nvPr/>
        </p:nvSpPr>
        <p:spPr>
          <a:xfrm xmlns:a="http://schemas.openxmlformats.org/drawingml/2006/main">
            <a:off x="4400550" y="400050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D0F36A"/>
                </a:solidFill>
                <a:latin typeface="Segoe UI"/>
                <a:ea typeface="Segoe UI"/>
                <a:cs typeface="Segoe UI"/>
              </a:defRPr>
            </a:defPPr>
          </a:lstStyle>
          <a:p xmlns:a="http://schemas.openxmlformats.org/drawingml/2006/main">
            <a:pPr algn="l">
              <a:lnSpc>
                <a:spcPct val="102000"/>
              </a:lnSpc>
              <a:buNone/>
              <a:defRPr sz="1500" b="1">
                <a:solidFill>
                  <a:srgbClr val="D0F36A"/>
                </a:solidFill>
                <a:latin typeface="Segoe UI"/>
                <a:ea typeface="Segoe UI"/>
                <a:cs typeface="Segoe UI"/>
              </a:defRPr>
            </a:pPr>
            <a:r>
              <a:rPr sz="1500" b="1">
                <a:solidFill>
                  <a:srgbClr val="D0F36A"/>
                </a:solidFill>
                <a:latin typeface="Segoe UI"/>
                <a:ea typeface="Segoe UI"/>
                <a:cs typeface="Segoe UI"/>
              </a:rPr>
              <a:t>02</a:t>
            </a:r>
          </a:p>
        </p:txBody>
      </p:sp>
      <p:sp>
        <p:nvSpPr>
          <p:cNvPr id="15" name="s2-head-1">
            <a:extLst xmlns:a="http://schemas.openxmlformats.org/drawingml/2006/main">
              <a:ext uri="{FF2B5EF4-FFF2-40B4-BE49-F238E27FC236}">
                <a16:creationId xmlns:a16="http://schemas.microsoft.com/office/drawing/2014/main" id="{0BA37619-1AD0-4F20-8494-876B716DF856}"/>
              </a:ext>
            </a:extLst>
          </p:cNvPr>
          <p:cNvSpPr>
            <a:spLocks xmlns:a="http://schemas.openxmlformats.org/drawingml/2006/main" noGrp="1"/>
          </p:cNvSpPr>
          <p:nvPr/>
        </p:nvSpPr>
        <p:spPr>
          <a:xfrm xmlns:a="http://schemas.openxmlformats.org/drawingml/2006/main">
            <a:off x="4400550" y="44386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74E2C7"/>
                </a:solidFill>
                <a:latin typeface="Segoe UI"/>
                <a:ea typeface="Segoe UI"/>
                <a:cs typeface="Segoe UI"/>
              </a:defRPr>
            </a:defPPr>
          </a:lstStyle>
          <a:p xmlns:a="http://schemas.openxmlformats.org/drawingml/2006/main">
            <a:pPr algn="l">
              <a:lnSpc>
                <a:spcPct val="102000"/>
              </a:lnSpc>
              <a:buNone/>
              <a:defRPr sz="1200" b="1">
                <a:solidFill>
                  <a:srgbClr val="74E2C7"/>
                </a:solidFill>
                <a:latin typeface="Segoe UI"/>
                <a:ea typeface="Segoe UI"/>
                <a:cs typeface="Segoe UI"/>
              </a:defRPr>
            </a:pPr>
            <a:r>
              <a:rPr sz="1200" b="1">
                <a:solidFill>
                  <a:srgbClr val="74E2C7"/>
                </a:solidFill>
                <a:latin typeface="Segoe UI"/>
                <a:ea typeface="Segoe UI"/>
                <a:cs typeface="Segoe UI"/>
              </a:rPr>
              <a:t>VIDA REAL</a:t>
            </a:r>
          </a:p>
        </p:txBody>
      </p:sp>
      <p:sp>
        <p:nvSpPr>
          <p:cNvPr id="16" name="s2-body-1">
            <a:extLst xmlns:a="http://schemas.openxmlformats.org/drawingml/2006/main">
              <a:ext uri="{FF2B5EF4-FFF2-40B4-BE49-F238E27FC236}">
                <a16:creationId xmlns:a16="http://schemas.microsoft.com/office/drawing/2014/main" id="{D73FF075-FBC3-4C65-A9E6-FB8B617AA612}"/>
              </a:ext>
            </a:extLst>
          </p:cNvPr>
          <p:cNvSpPr>
            <a:spLocks xmlns:a="http://schemas.openxmlformats.org/drawingml/2006/main" noGrp="1"/>
          </p:cNvSpPr>
          <p:nvPr/>
        </p:nvSpPr>
        <p:spPr>
          <a:xfrm xmlns:a="http://schemas.openxmlformats.org/drawingml/2006/main">
            <a:off x="4400550" y="4800600"/>
            <a:ext cx="285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F4F7F2"/>
                </a:solidFill>
                <a:latin typeface="Segoe UI"/>
                <a:ea typeface="Segoe UI"/>
                <a:cs typeface="Segoe UI"/>
              </a:defRPr>
            </a:defPPr>
          </a:lstStyle>
          <a:p xmlns:a="http://schemas.openxmlformats.org/drawingml/2006/main">
            <a:pPr algn="l">
              <a:lnSpc>
                <a:spcPct val="102000"/>
              </a:lnSpc>
              <a:buNone/>
              <a:defRPr sz="1650" b="0">
                <a:solidFill>
                  <a:srgbClr val="F4F7F2"/>
                </a:solidFill>
                <a:latin typeface="Segoe UI"/>
                <a:ea typeface="Segoe UI"/>
                <a:cs typeface="Segoe UI"/>
              </a:defRPr>
            </a:pPr>
            <a:r>
              <a:rPr sz="1650" b="0">
                <a:solidFill>
                  <a:srgbClr val="F4F7F2"/>
                </a:solidFill>
                <a:latin typeface="Segoe UI"/>
                <a:ea typeface="Segoe UI"/>
                <a:cs typeface="Segoe UI"/>
              </a:rPr>
              <a:t>Hábitos, síntomas,</a:t>
            </a:r>
          </a:p>
          <a:p xmlns:a="http://schemas.openxmlformats.org/drawingml/2006/main">
            <a:pPr algn="l">
              <a:lnSpc>
                <a:spcPct val="102000"/>
              </a:lnSpc>
              <a:buNone/>
              <a:defRPr sz="1650" b="0">
                <a:solidFill>
                  <a:srgbClr val="F4F7F2"/>
                </a:solidFill>
                <a:latin typeface="Segoe UI"/>
                <a:ea typeface="Segoe UI"/>
                <a:cs typeface="Segoe UI"/>
              </a:defRPr>
            </a:pPr>
            <a:r>
              <a:rPr sz="1650" b="0">
                <a:solidFill>
                  <a:srgbClr val="F4F7F2"/>
                </a:solidFill>
                <a:latin typeface="Segoe UI"/>
                <a:ea typeface="Segoe UI"/>
                <a:cs typeface="Segoe UI"/>
              </a:rPr>
              <a:t>viajes, rutinas</a:t>
            </a:r>
          </a:p>
          <a:p xmlns:a="http://schemas.openxmlformats.org/drawingml/2006/main">
            <a:pPr algn="l">
              <a:lnSpc>
                <a:spcPct val="102000"/>
              </a:lnSpc>
              <a:buNone/>
              <a:defRPr sz="1650" b="0">
                <a:solidFill>
                  <a:srgbClr val="F4F7F2"/>
                </a:solidFill>
                <a:latin typeface="Segoe UI"/>
                <a:ea typeface="Segoe UI"/>
                <a:cs typeface="Segoe UI"/>
              </a:defRPr>
            </a:pPr>
            <a:r>
              <a:rPr sz="1650" b="0">
                <a:solidFill>
                  <a:srgbClr val="F4F7F2"/>
                </a:solidFill>
                <a:latin typeface="Segoe UI"/>
                <a:ea typeface="Segoe UI"/>
                <a:cs typeface="Segoe UI"/>
              </a:rPr>
              <a:t>y percepciones.</a:t>
            </a:r>
          </a:p>
        </p:txBody>
      </p:sp>
      <p:sp>
        <p:nvSpPr>
          <p:cNvPr id="17" name="">
            <a:extLst xmlns:a="http://schemas.openxmlformats.org/drawingml/2006/main">
              <a:ext uri="{FF2B5EF4-FFF2-40B4-BE49-F238E27FC236}">
                <a16:creationId xmlns:a16="http://schemas.microsoft.com/office/drawing/2014/main" id="{9E520261-F764-488B-BFC5-D56FF12D627F}"/>
              </a:ext>
            </a:extLst>
          </p:cNvPr>
          <p:cNvSpPr>
            <a:spLocks xmlns:a="http://schemas.openxmlformats.org/drawingml/2006/main" noGrp="1"/>
          </p:cNvSpPr>
          <p:nvPr/>
        </p:nvSpPr>
        <p:spPr>
          <a:xfrm xmlns:a="http://schemas.openxmlformats.org/drawingml/2006/main">
            <a:off x="7353300" y="4514850"/>
            <a:ext cx="400050" cy="19050"/>
          </a:xfrm>
          <a:prstGeom xmlns:a="http://schemas.openxmlformats.org/drawingml/2006/main" prst="rect">
            <a:avLst/>
          </a:prstGeom>
          <a:solidFill xmlns:a="http://schemas.openxmlformats.org/drawingml/2006/main">
            <a:srgbClr val="3143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FA8D484-6B28-47B9-8AB7-7B50B01F212E}"/>
              </a:ext>
            </a:extLst>
          </p:cNvPr>
          <p:cNvSpPr>
            <a:spLocks xmlns:a="http://schemas.openxmlformats.org/drawingml/2006/main" noGrp="1"/>
          </p:cNvSpPr>
          <p:nvPr/>
        </p:nvSpPr>
        <p:spPr>
          <a:xfrm xmlns:a="http://schemas.openxmlformats.org/drawingml/2006/main">
            <a:off x="7686675" y="4457700"/>
            <a:ext cx="95250" cy="133350"/>
          </a:xfrm>
          <a:prstGeom xmlns:a="http://schemas.openxmlformats.org/drawingml/2006/main" prst="triangle">
            <a:avLst/>
          </a:prstGeom>
          <a:solidFill xmlns:a="http://schemas.openxmlformats.org/drawingml/2006/main">
            <a:srgbClr val="D0F36A"/>
          </a:solidFill>
          <a:ln xmlns:a="http://schemas.openxmlformats.org/drawingml/2006/main" w="0">
            <a:noFill/>
            <a:prstDash val="solid"/>
          </a:ln>
        </p:spPr>
      </p:sp>
      <p:sp>
        <p:nvSpPr>
          <p:cNvPr id="19" name="s2-step-2">
            <a:extLst xmlns:a="http://schemas.openxmlformats.org/drawingml/2006/main">
              <a:ext uri="{FF2B5EF4-FFF2-40B4-BE49-F238E27FC236}">
                <a16:creationId xmlns:a16="http://schemas.microsoft.com/office/drawing/2014/main" id="{074E93B7-C0A0-4972-AA55-B5BF1CF6F95F}"/>
              </a:ext>
            </a:extLst>
          </p:cNvPr>
          <p:cNvSpPr>
            <a:spLocks xmlns:a="http://schemas.openxmlformats.org/drawingml/2006/main" noGrp="1"/>
          </p:cNvSpPr>
          <p:nvPr/>
        </p:nvSpPr>
        <p:spPr>
          <a:xfrm xmlns:a="http://schemas.openxmlformats.org/drawingml/2006/main">
            <a:off x="8058150" y="400050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D0F36A"/>
                </a:solidFill>
                <a:latin typeface="Segoe UI"/>
                <a:ea typeface="Segoe UI"/>
                <a:cs typeface="Segoe UI"/>
              </a:defRPr>
            </a:defPPr>
          </a:lstStyle>
          <a:p xmlns:a="http://schemas.openxmlformats.org/drawingml/2006/main">
            <a:pPr algn="l">
              <a:lnSpc>
                <a:spcPct val="102000"/>
              </a:lnSpc>
              <a:buNone/>
              <a:defRPr sz="1500" b="1">
                <a:solidFill>
                  <a:srgbClr val="D0F36A"/>
                </a:solidFill>
                <a:latin typeface="Segoe UI"/>
                <a:ea typeface="Segoe UI"/>
                <a:cs typeface="Segoe UI"/>
              </a:defRPr>
            </a:pPr>
            <a:r>
              <a:rPr sz="1500" b="1">
                <a:solidFill>
                  <a:srgbClr val="D0F36A"/>
                </a:solidFill>
                <a:latin typeface="Segoe UI"/>
                <a:ea typeface="Segoe UI"/>
                <a:cs typeface="Segoe UI"/>
              </a:rPr>
              <a:t>03</a:t>
            </a:r>
          </a:p>
        </p:txBody>
      </p:sp>
      <p:sp>
        <p:nvSpPr>
          <p:cNvPr id="20" name="s2-head-2">
            <a:extLst xmlns:a="http://schemas.openxmlformats.org/drawingml/2006/main">
              <a:ext uri="{FF2B5EF4-FFF2-40B4-BE49-F238E27FC236}">
                <a16:creationId xmlns:a16="http://schemas.microsoft.com/office/drawing/2014/main" id="{903DCA53-CABB-45D1-85D9-FF5DB7F0FE89}"/>
              </a:ext>
            </a:extLst>
          </p:cNvPr>
          <p:cNvSpPr>
            <a:spLocks xmlns:a="http://schemas.openxmlformats.org/drawingml/2006/main" noGrp="1"/>
          </p:cNvSpPr>
          <p:nvPr/>
        </p:nvSpPr>
        <p:spPr>
          <a:xfrm xmlns:a="http://schemas.openxmlformats.org/drawingml/2006/main">
            <a:off x="8058150" y="44386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74E2C7"/>
                </a:solidFill>
                <a:latin typeface="Segoe UI"/>
                <a:ea typeface="Segoe UI"/>
                <a:cs typeface="Segoe UI"/>
              </a:defRPr>
            </a:defPPr>
          </a:lstStyle>
          <a:p xmlns:a="http://schemas.openxmlformats.org/drawingml/2006/main">
            <a:pPr algn="l">
              <a:lnSpc>
                <a:spcPct val="102000"/>
              </a:lnSpc>
              <a:buNone/>
              <a:defRPr sz="1200" b="1">
                <a:solidFill>
                  <a:srgbClr val="74E2C7"/>
                </a:solidFill>
                <a:latin typeface="Segoe UI"/>
                <a:ea typeface="Segoe UI"/>
                <a:cs typeface="Segoe UI"/>
              </a:defRPr>
            </a:pPr>
            <a:r>
              <a:rPr sz="1200" b="1">
                <a:solidFill>
                  <a:srgbClr val="74E2C7"/>
                </a:solidFill>
                <a:latin typeface="Segoe UI"/>
                <a:ea typeface="Segoe UI"/>
                <a:cs typeface="Segoe UI"/>
              </a:rPr>
              <a:t>LECTURA</a:t>
            </a:r>
          </a:p>
        </p:txBody>
      </p:sp>
      <p:sp>
        <p:nvSpPr>
          <p:cNvPr id="21" name="s2-body-2">
            <a:extLst xmlns:a="http://schemas.openxmlformats.org/drawingml/2006/main">
              <a:ext uri="{FF2B5EF4-FFF2-40B4-BE49-F238E27FC236}">
                <a16:creationId xmlns:a16="http://schemas.microsoft.com/office/drawing/2014/main" id="{226498A2-35A3-43D4-870F-BA810A15C23D}"/>
              </a:ext>
            </a:extLst>
          </p:cNvPr>
          <p:cNvSpPr>
            <a:spLocks xmlns:a="http://schemas.openxmlformats.org/drawingml/2006/main" noGrp="1"/>
          </p:cNvSpPr>
          <p:nvPr/>
        </p:nvSpPr>
        <p:spPr>
          <a:xfrm xmlns:a="http://schemas.openxmlformats.org/drawingml/2006/main">
            <a:off x="8058150" y="4800600"/>
            <a:ext cx="285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F4F7F2"/>
                </a:solidFill>
                <a:latin typeface="Segoe UI"/>
                <a:ea typeface="Segoe UI"/>
                <a:cs typeface="Segoe UI"/>
              </a:defRPr>
            </a:defPPr>
          </a:lstStyle>
          <a:p xmlns:a="http://schemas.openxmlformats.org/drawingml/2006/main">
            <a:pPr algn="l">
              <a:lnSpc>
                <a:spcPct val="102000"/>
              </a:lnSpc>
              <a:buNone/>
              <a:defRPr sz="1650" b="0">
                <a:solidFill>
                  <a:srgbClr val="F4F7F2"/>
                </a:solidFill>
                <a:latin typeface="Segoe UI"/>
                <a:ea typeface="Segoe UI"/>
                <a:cs typeface="Segoe UI"/>
              </a:defRPr>
            </a:pPr>
            <a:r>
              <a:rPr sz="1650" b="0">
                <a:solidFill>
                  <a:srgbClr val="F4F7F2"/>
                </a:solidFill>
                <a:latin typeface="Segoe UI"/>
                <a:ea typeface="Segoe UI"/>
                <a:cs typeface="Segoe UI"/>
              </a:rPr>
              <a:t>¿Qué cambió?</a:t>
            </a:r>
          </a:p>
          <a:p xmlns:a="http://schemas.openxmlformats.org/drawingml/2006/main">
            <a:pPr algn="l">
              <a:lnSpc>
                <a:spcPct val="102000"/>
              </a:lnSpc>
              <a:buNone/>
              <a:defRPr sz="1650" b="0">
                <a:solidFill>
                  <a:srgbClr val="F4F7F2"/>
                </a:solidFill>
                <a:latin typeface="Segoe UI"/>
                <a:ea typeface="Segoe UI"/>
                <a:cs typeface="Segoe UI"/>
              </a:defRPr>
            </a:pPr>
            <a:r>
              <a:rPr sz="1650" b="0">
                <a:solidFill>
                  <a:srgbClr val="F4F7F2"/>
                </a:solidFill>
                <a:latin typeface="Segoe UI"/>
                <a:ea typeface="Segoe UI"/>
                <a:cs typeface="Segoe UI"/>
              </a:rPr>
              <a:t>¿Hay suficiente</a:t>
            </a:r>
          </a:p>
          <a:p xmlns:a="http://schemas.openxmlformats.org/drawingml/2006/main">
            <a:pPr algn="l">
              <a:lnSpc>
                <a:spcPct val="102000"/>
              </a:lnSpc>
              <a:buNone/>
              <a:defRPr sz="1650" b="0">
                <a:solidFill>
                  <a:srgbClr val="F4F7F2"/>
                </a:solidFill>
                <a:latin typeface="Segoe UI"/>
                <a:ea typeface="Segoe UI"/>
                <a:cs typeface="Segoe UI"/>
              </a:defRPr>
            </a:pPr>
            <a:r>
              <a:rPr sz="1650" b="0">
                <a:solidFill>
                  <a:srgbClr val="F4F7F2"/>
                </a:solidFill>
                <a:latin typeface="Segoe UI"/>
                <a:ea typeface="Segoe UI"/>
                <a:cs typeface="Segoe UI"/>
              </a:rPr>
              <a:t>evidencia para leerlo?</a:t>
            </a:r>
          </a:p>
        </p:txBody>
      </p:sp>
      <p:sp>
        <p:nvSpPr>
          <p:cNvPr id="22" name="">
            <a:extLst xmlns:a="http://schemas.openxmlformats.org/drawingml/2006/main">
              <a:ext uri="{FF2B5EF4-FFF2-40B4-BE49-F238E27FC236}">
                <a16:creationId xmlns:a16="http://schemas.microsoft.com/office/drawing/2014/main" id="{22CE6ACA-9D6C-4267-AE6F-C8B51D0197C1}"/>
              </a:ext>
            </a:extLst>
          </p:cNvPr>
          <p:cNvSpPr>
            <a:spLocks xmlns:a="http://schemas.openxmlformats.org/drawingml/2006/main" noGrp="1"/>
          </p:cNvSpPr>
          <p:nvPr/>
        </p:nvSpPr>
        <p:spPr>
          <a:xfrm xmlns:a="http://schemas.openxmlformats.org/drawingml/2006/main">
            <a:off x="685800" y="5829300"/>
            <a:ext cx="2476500" cy="285750"/>
          </a:xfrm>
          <a:prstGeom xmlns:a="http://schemas.openxmlformats.org/drawingml/2006/main" prst="roundRect">
            <a:avLst>
              <a:gd name="adj" fmla="val 50000"/>
            </a:avLst>
          </a:prstGeom>
          <a:solidFill xmlns:a="http://schemas.openxmlformats.org/drawingml/2006/main">
            <a:srgbClr val="14231D"/>
          </a:solidFill>
          <a:ln xmlns:a="http://schemas.openxmlformats.org/drawingml/2006/main" w="9525">
            <a:solidFill>
              <a:srgbClr val="F1B96A">
                <a:alpha val="43922"/>
              </a:srgbClr>
            </a:solidFill>
            <a:prstDash val="solid"/>
          </a:ln>
        </p:spPr>
      </p:sp>
      <p:sp>
        <p:nvSpPr>
          <p:cNvPr id="23" name="label-TESIS A VALI">
            <a:extLst xmlns:a="http://schemas.openxmlformats.org/drawingml/2006/main">
              <a:ext uri="{FF2B5EF4-FFF2-40B4-BE49-F238E27FC236}">
                <a16:creationId xmlns:a16="http://schemas.microsoft.com/office/drawing/2014/main" id="{91BF3CB8-2233-4550-AC55-AC0C41FF589C}"/>
              </a:ext>
            </a:extLst>
          </p:cNvPr>
          <p:cNvSpPr>
            <a:spLocks xmlns:a="http://schemas.openxmlformats.org/drawingml/2006/main" noGrp="1"/>
          </p:cNvSpPr>
          <p:nvPr/>
        </p:nvSpPr>
        <p:spPr>
          <a:xfrm xmlns:a="http://schemas.openxmlformats.org/drawingml/2006/main">
            <a:off x="800100" y="5838825"/>
            <a:ext cx="22479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F1B96A"/>
                </a:solidFill>
                <a:latin typeface="Segoe UI"/>
                <a:ea typeface="Segoe UI"/>
                <a:cs typeface="Segoe UI"/>
              </a:defRPr>
            </a:defPPr>
          </a:lstStyle>
          <a:p xmlns:a="http://schemas.openxmlformats.org/drawingml/2006/main">
            <a:pPr algn="l">
              <a:lnSpc>
                <a:spcPct val="102000"/>
              </a:lnSpc>
              <a:buNone/>
              <a:defRPr sz="975" b="1">
                <a:solidFill>
                  <a:srgbClr val="F1B96A"/>
                </a:solidFill>
                <a:latin typeface="Segoe UI"/>
                <a:ea typeface="Segoe UI"/>
                <a:cs typeface="Segoe UI"/>
              </a:defRPr>
            </a:pPr>
            <a:r>
              <a:rPr sz="975" b="1">
                <a:solidFill>
                  <a:srgbClr val="F1B96A"/>
                </a:solidFill>
                <a:latin typeface="Segoe UI"/>
                <a:ea typeface="Segoe UI"/>
                <a:cs typeface="Segoe UI"/>
              </a:rPr>
              <a:t>TESIS A VALIDAR CON USUARIOS</a:t>
            </a:r>
          </a:p>
        </p:txBody>
      </p:sp>
    </p:spTree>
    <p:extLst>
      <p:ext uri="{BB962C8B-B14F-4D97-AF65-F5344CB8AC3E}">
        <p14:creationId xmlns:p14="http://schemas.microsoft.com/office/powerpoint/2010/main" val="227462294"/>
      </p:ext>
    </p:extLst>
  </p:cSld>
</p:sld>
</file>

<file path=ppt/slides/slide3.xml><?xml version="1.0" encoding="utf-8"?>
<p:sld xmlns:p="http://schemas.openxmlformats.org/presentationml/2006/main">
  <p:cSld>
    <p:bg>
      <p:bgPr>
        <a:solidFill xmlns:a="http://schemas.openxmlformats.org/drawingml/2006/main">
          <a:srgbClr val="07100E"/>
        </a:solidFill>
      </p:bgPr>
    </p:bg>
    <p:spTree>
      <p:nvGrpSpPr>
        <p:cNvPr id="1" name=""/>
        <p:cNvGrpSpPr/>
        <p:nvPr/>
      </p:nvGrpSpPr>
      <p:grpSpPr>
        <a:xfrm xmlns:a="http://schemas.openxmlformats.org/drawingml/2006/main"/>
      </p:grpSpPr>
      <p:sp>
        <p:nvSpPr>
          <p:cNvPr id="19" name="wordmark">
            <a:extLst xmlns:a="http://schemas.openxmlformats.org/drawingml/2006/main">
              <a:ext uri="{FF2B5EF4-FFF2-40B4-BE49-F238E27FC236}">
                <a16:creationId xmlns:a16="http://schemas.microsoft.com/office/drawing/2014/main" id="{0F60EAE7-AE70-4917-B171-ACB0D6B0A456}"/>
              </a:ext>
            </a:extLst>
          </p:cNvPr>
          <p:cNvSpPr>
            <a:spLocks xmlns:a="http://schemas.openxmlformats.org/drawingml/2006/main" noGrp="1"/>
          </p:cNvSpPr>
          <p:nvPr/>
        </p:nvSpPr>
        <p:spPr>
          <a:xfrm xmlns:a="http://schemas.openxmlformats.org/drawingml/2006/main">
            <a:off x="685800" y="2857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4E2C7"/>
                </a:solidFill>
                <a:latin typeface="Segoe UI"/>
                <a:ea typeface="Segoe UI"/>
                <a:cs typeface="Segoe UI"/>
              </a:defRPr>
            </a:defPPr>
          </a:lstStyle>
          <a:p xmlns:a="http://schemas.openxmlformats.org/drawingml/2006/main">
            <a:pPr algn="l">
              <a:lnSpc>
                <a:spcPct val="102000"/>
              </a:lnSpc>
              <a:buNone/>
              <a:defRPr sz="1125" b="1">
                <a:solidFill>
                  <a:srgbClr val="74E2C7"/>
                </a:solidFill>
                <a:latin typeface="Segoe UI"/>
                <a:ea typeface="Segoe UI"/>
                <a:cs typeface="Segoe UI"/>
              </a:defRPr>
            </a:pPr>
            <a:r>
              <a:rPr sz="1125" b="1">
                <a:solidFill>
                  <a:srgbClr val="74E2C7"/>
                </a:solidFill>
                <a:latin typeface="Segoe UI"/>
                <a:ea typeface="Segoe UI"/>
                <a:cs typeface="Segoe UI"/>
              </a:rPr>
              <a:t>BIOPULSE</a:t>
            </a:r>
          </a:p>
        </p:txBody>
      </p:sp>
      <p:sp>
        <p:nvSpPr>
          <p:cNvPr id="2" name="section">
            <a:extLst xmlns:a="http://schemas.openxmlformats.org/drawingml/2006/main">
              <a:ext uri="{FF2B5EF4-FFF2-40B4-BE49-F238E27FC236}">
                <a16:creationId xmlns:a16="http://schemas.microsoft.com/office/drawing/2014/main" id="{C5150987-EA25-4735-AD4A-F41C439C8AD0}"/>
              </a:ext>
            </a:extLst>
          </p:cNvPr>
          <p:cNvSpPr>
            <a:spLocks xmlns:a="http://schemas.openxmlformats.org/drawingml/2006/main" noGrp="1"/>
          </p:cNvSpPr>
          <p:nvPr/>
        </p:nvSpPr>
        <p:spPr>
          <a:xfrm xmlns:a="http://schemas.openxmlformats.org/drawingml/2006/main">
            <a:off x="8620125" y="2857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708177"/>
                </a:solidFill>
                <a:latin typeface="Segoe UI"/>
                <a:ea typeface="Segoe UI"/>
                <a:cs typeface="Segoe UI"/>
              </a:defRPr>
            </a:defPPr>
          </a:lstStyle>
          <a:p xmlns:a="http://schemas.openxmlformats.org/drawingml/2006/main">
            <a:pPr algn="r">
              <a:lnSpc>
                <a:spcPct val="102000"/>
              </a:lnSpc>
              <a:buNone/>
              <a:defRPr sz="975" b="1">
                <a:solidFill>
                  <a:srgbClr val="708177"/>
                </a:solidFill>
                <a:latin typeface="Segoe UI"/>
                <a:ea typeface="Segoe UI"/>
                <a:cs typeface="Segoe UI"/>
              </a:defRPr>
            </a:pPr>
            <a:r>
              <a:rPr sz="975" b="1">
                <a:solidFill>
                  <a:srgbClr val="708177"/>
                </a:solidFill>
                <a:latin typeface="Segoe UI"/>
                <a:ea typeface="Segoe UI"/>
                <a:cs typeface="Segoe UI"/>
              </a:rPr>
              <a:t>EL PRODUCTO</a:t>
            </a:r>
          </a:p>
        </p:txBody>
      </p:sp>
      <p:sp>
        <p:nvSpPr>
          <p:cNvPr id="3" name="">
            <a:extLst xmlns:a="http://schemas.openxmlformats.org/drawingml/2006/main">
              <a:ext uri="{FF2B5EF4-FFF2-40B4-BE49-F238E27FC236}">
                <a16:creationId xmlns:a16="http://schemas.microsoft.com/office/drawing/2014/main" id="{A30B1215-3880-474F-BBDC-38267985C6BC}"/>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26362E"/>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2F73D623-8314-4231-BE29-81132237A065}"/>
              </a:ext>
            </a:extLst>
          </p:cNvPr>
          <p:cNvSpPr>
            <a:spLocks xmlns:a="http://schemas.openxmlformats.org/drawingml/2006/main" noGrp="1"/>
          </p:cNvSpPr>
          <p:nvPr/>
        </p:nvSpPr>
        <p:spPr>
          <a:xfrm xmlns:a="http://schemas.openxmlformats.org/drawingml/2006/main">
            <a:off x="685800" y="64865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a:solidFill>
                  <a:srgbClr val="708177"/>
                </a:solidFill>
                <a:latin typeface="Segoe UI"/>
                <a:ea typeface="Segoe UI"/>
                <a:cs typeface="Segoe UI"/>
              </a:defRPr>
            </a:defPPr>
          </a:lstStyle>
          <a:p xmlns:a="http://schemas.openxmlformats.org/drawingml/2006/main">
            <a:pPr algn="l">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BIOPULSE 2.0  •  PITCH DE INVERSIÓN  •  OCT 2026</a:t>
            </a:r>
          </a:p>
        </p:txBody>
      </p:sp>
      <p:sp>
        <p:nvSpPr>
          <p:cNvPr id="5" name="footer-page">
            <a:extLst xmlns:a="http://schemas.openxmlformats.org/drawingml/2006/main">
              <a:ext uri="{FF2B5EF4-FFF2-40B4-BE49-F238E27FC236}">
                <a16:creationId xmlns:a16="http://schemas.microsoft.com/office/drawing/2014/main" id="{527A8856-6ACF-478A-9DC4-D6836938845E}"/>
              </a:ext>
            </a:extLst>
          </p:cNvPr>
          <p:cNvSpPr>
            <a:spLocks xmlns:a="http://schemas.openxmlformats.org/drawingml/2006/main" noGrp="1"/>
          </p:cNvSpPr>
          <p:nvPr/>
        </p:nvSpPr>
        <p:spPr>
          <a:xfrm xmlns:a="http://schemas.openxmlformats.org/drawingml/2006/main">
            <a:off x="10572750" y="6486525"/>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708177"/>
                </a:solidFill>
                <a:latin typeface="Segoe UI"/>
                <a:ea typeface="Segoe UI"/>
                <a:cs typeface="Segoe UI"/>
              </a:defRPr>
            </a:defPPr>
          </a:lstStyle>
          <a:p xmlns:a="http://schemas.openxmlformats.org/drawingml/2006/main">
            <a:pPr algn="r">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03 / 11</a:t>
            </a:r>
          </a:p>
        </p:txBody>
      </p:sp>
      <p:sp>
        <p:nvSpPr>
          <p:cNvPr id="6" name="s3-kicker">
            <a:extLst xmlns:a="http://schemas.openxmlformats.org/drawingml/2006/main">
              <a:ext uri="{FF2B5EF4-FFF2-40B4-BE49-F238E27FC236}">
                <a16:creationId xmlns:a16="http://schemas.microsoft.com/office/drawing/2014/main" id="{CBB029B3-E258-4539-93D3-204403CD8DAA}"/>
              </a:ext>
            </a:extLst>
          </p:cNvPr>
          <p:cNvSpPr>
            <a:spLocks xmlns:a="http://schemas.openxmlformats.org/drawingml/2006/main" noGrp="1"/>
          </p:cNvSpPr>
          <p:nvPr/>
        </p:nvSpPr>
        <p:spPr>
          <a:xfrm xmlns:a="http://schemas.openxmlformats.org/drawingml/2006/main">
            <a:off x="685800" y="819150"/>
            <a:ext cx="6191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4E2C7"/>
                </a:solidFill>
                <a:latin typeface="Segoe UI"/>
                <a:ea typeface="Segoe UI"/>
                <a:cs typeface="Segoe UI"/>
              </a:defRPr>
            </a:defPPr>
          </a:lstStyle>
          <a:p xmlns:a="http://schemas.openxmlformats.org/drawingml/2006/main">
            <a:pPr algn="l">
              <a:lnSpc>
                <a:spcPct val="102000"/>
              </a:lnSpc>
              <a:buNone/>
              <a:defRPr sz="1050" b="1">
                <a:solidFill>
                  <a:srgbClr val="74E2C7"/>
                </a:solidFill>
                <a:latin typeface="Segoe UI"/>
                <a:ea typeface="Segoe UI"/>
                <a:cs typeface="Segoe UI"/>
              </a:defRPr>
            </a:pPr>
            <a:r>
              <a:rPr sz="1050" b="1">
                <a:solidFill>
                  <a:srgbClr val="74E2C7"/>
                </a:solidFill>
                <a:latin typeface="Segoe UI"/>
                <a:ea typeface="Segoe UI"/>
                <a:cs typeface="Segoe UI"/>
              </a:rPr>
              <a:t>BIOPULSE 2.0 · APP NATIVA PARA IPHONE</a:t>
            </a:r>
          </a:p>
        </p:txBody>
      </p:sp>
      <p:sp>
        <p:nvSpPr>
          <p:cNvPr id="7" name="s3-title">
            <a:extLst xmlns:a="http://schemas.openxmlformats.org/drawingml/2006/main">
              <a:ext uri="{FF2B5EF4-FFF2-40B4-BE49-F238E27FC236}">
                <a16:creationId xmlns:a16="http://schemas.microsoft.com/office/drawing/2014/main" id="{B2E4BE44-4D4C-4644-A32D-D6E1D2B19FCF}"/>
              </a:ext>
            </a:extLst>
          </p:cNvPr>
          <p:cNvSpPr>
            <a:spLocks xmlns:a="http://schemas.openxmlformats.org/drawingml/2006/main" noGrp="1"/>
          </p:cNvSpPr>
          <p:nvPr/>
        </p:nvSpPr>
        <p:spPr>
          <a:xfrm xmlns:a="http://schemas.openxmlformats.org/drawingml/2006/main">
            <a:off x="685800" y="1295400"/>
            <a:ext cx="59055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F4F7F2"/>
                </a:solidFill>
                <a:latin typeface="Segoe UI"/>
                <a:ea typeface="Segoe UI"/>
                <a:cs typeface="Segoe UI"/>
              </a:defRPr>
            </a:defPPr>
          </a:lstStyle>
          <a:p xmlns:a="http://schemas.openxmlformats.org/drawingml/2006/main">
            <a:pPr algn="l">
              <a:lnSpc>
                <a:spcPct val="102000"/>
              </a:lnSpc>
              <a:buNone/>
              <a:defRPr sz="3450" b="1">
                <a:solidFill>
                  <a:srgbClr val="F4F7F2"/>
                </a:solidFill>
                <a:latin typeface="Segoe UI"/>
                <a:ea typeface="Segoe UI"/>
                <a:cs typeface="Segoe UI"/>
              </a:defRPr>
            </a:pPr>
            <a:r>
              <a:rPr sz="3450" b="1">
                <a:solidFill>
                  <a:srgbClr val="F4F7F2"/>
                </a:solidFill>
                <a:latin typeface="Segoe UI"/>
                <a:ea typeface="Segoe UI"/>
                <a:cs typeface="Segoe UI"/>
              </a:rPr>
              <a:t>Una lectura personal.</a:t>
            </a:r>
          </a:p>
          <a:p xmlns:a="http://schemas.openxmlformats.org/drawingml/2006/main">
            <a:pPr algn="l">
              <a:lnSpc>
                <a:spcPct val="102000"/>
              </a:lnSpc>
              <a:buNone/>
              <a:defRPr sz="3450" b="1">
                <a:solidFill>
                  <a:srgbClr val="F4F7F2"/>
                </a:solidFill>
                <a:latin typeface="Segoe UI"/>
                <a:ea typeface="Segoe UI"/>
                <a:cs typeface="Segoe UI"/>
              </a:defRPr>
            </a:pPr>
            <a:r>
              <a:rPr sz="3450" b="1">
                <a:solidFill>
                  <a:srgbClr val="F4F7F2"/>
                </a:solidFill>
                <a:latin typeface="Segoe UI"/>
                <a:ea typeface="Segoe UI"/>
                <a:cs typeface="Segoe UI"/>
              </a:rPr>
              <a:t>Con fuente y contexto.</a:t>
            </a:r>
          </a:p>
        </p:txBody>
      </p:sp>
      <p:sp>
        <p:nvSpPr>
          <p:cNvPr id="8" name="s3-copy">
            <a:extLst xmlns:a="http://schemas.openxmlformats.org/drawingml/2006/main">
              <a:ext uri="{FF2B5EF4-FFF2-40B4-BE49-F238E27FC236}">
                <a16:creationId xmlns:a16="http://schemas.microsoft.com/office/drawing/2014/main" id="{263F4629-D087-4A5A-8AD0-84313A5EF3B9}"/>
              </a:ext>
            </a:extLst>
          </p:cNvPr>
          <p:cNvSpPr>
            <a:spLocks xmlns:a="http://schemas.openxmlformats.org/drawingml/2006/main" noGrp="1"/>
          </p:cNvSpPr>
          <p:nvPr/>
        </p:nvSpPr>
        <p:spPr>
          <a:xfrm xmlns:a="http://schemas.openxmlformats.org/drawingml/2006/main">
            <a:off x="704850" y="2876550"/>
            <a:ext cx="5143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A9B7AD"/>
                </a:solidFill>
                <a:latin typeface="Segoe UI"/>
                <a:ea typeface="Segoe UI"/>
                <a:cs typeface="Segoe UI"/>
              </a:defRPr>
            </a:defPPr>
          </a:lstStyle>
          <a:p xmlns:a="http://schemas.openxmlformats.org/drawingml/2006/main">
            <a:pPr algn="l">
              <a:lnSpc>
                <a:spcPct val="102000"/>
              </a:lnSpc>
              <a:buNone/>
              <a:defRPr sz="1725" b="0">
                <a:solidFill>
                  <a:srgbClr val="A9B7AD"/>
                </a:solidFill>
                <a:latin typeface="Segoe UI"/>
                <a:ea typeface="Segoe UI"/>
                <a:cs typeface="Segoe UI"/>
              </a:defRPr>
            </a:pPr>
            <a:r>
              <a:rPr sz="1725" b="0">
                <a:solidFill>
                  <a:srgbClr val="A9B7AD"/>
                </a:solidFill>
                <a:latin typeface="Segoe UI"/>
                <a:ea typeface="Segoe UI"/>
                <a:cs typeface="Segoe UI"/>
              </a:rPr>
              <a:t>BioPulse reúne datos autorizados de Apple Salud con hábitos y eventos que la persona elige registrar.</a:t>
            </a:r>
          </a:p>
        </p:txBody>
      </p:sp>
      <p:sp>
        <p:nvSpPr>
          <p:cNvPr id="9" name="">
            <a:extLst xmlns:a="http://schemas.openxmlformats.org/drawingml/2006/main">
              <a:ext uri="{FF2B5EF4-FFF2-40B4-BE49-F238E27FC236}">
                <a16:creationId xmlns:a16="http://schemas.microsoft.com/office/drawing/2014/main" id="{059A2563-82C4-449D-B5E6-5F5D21568F6D}"/>
              </a:ext>
            </a:extLst>
          </p:cNvPr>
          <p:cNvSpPr>
            <a:spLocks xmlns:a="http://schemas.openxmlformats.org/drawingml/2006/main" noGrp="1"/>
          </p:cNvSpPr>
          <p:nvPr/>
        </p:nvSpPr>
        <p:spPr>
          <a:xfrm xmlns:a="http://schemas.openxmlformats.org/drawingml/2006/main">
            <a:off x="704850" y="4076700"/>
            <a:ext cx="4857750" cy="9525"/>
          </a:xfrm>
          <a:prstGeom xmlns:a="http://schemas.openxmlformats.org/drawingml/2006/main" prst="rect">
            <a:avLst/>
          </a:prstGeom>
          <a:solidFill xmlns:a="http://schemas.openxmlformats.org/drawingml/2006/main">
            <a:srgbClr val="31433A"/>
          </a:solidFill>
          <a:ln xmlns:a="http://schemas.openxmlformats.org/drawingml/2006/main" w="0">
            <a:noFill/>
            <a:prstDash val="solid"/>
          </a:ln>
        </p:spPr>
      </p:sp>
      <p:sp>
        <p:nvSpPr>
          <p:cNvPr id="10" name="s3-proof-1">
            <a:extLst xmlns:a="http://schemas.openxmlformats.org/drawingml/2006/main">
              <a:ext uri="{FF2B5EF4-FFF2-40B4-BE49-F238E27FC236}">
                <a16:creationId xmlns:a16="http://schemas.microsoft.com/office/drawing/2014/main" id="{EC509347-6FB2-4331-9D2E-81CFEC7838DB}"/>
              </a:ext>
            </a:extLst>
          </p:cNvPr>
          <p:cNvSpPr>
            <a:spLocks xmlns:a="http://schemas.openxmlformats.org/drawingml/2006/main" noGrp="1"/>
          </p:cNvSpPr>
          <p:nvPr/>
        </p:nvSpPr>
        <p:spPr>
          <a:xfrm xmlns:a="http://schemas.openxmlformats.org/drawingml/2006/main">
            <a:off x="704850" y="43624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D0F36A"/>
                </a:solidFill>
                <a:latin typeface="Segoe UI"/>
                <a:ea typeface="Segoe UI"/>
                <a:cs typeface="Segoe UI"/>
              </a:defRPr>
            </a:defPPr>
          </a:lstStyle>
          <a:p xmlns:a="http://schemas.openxmlformats.org/drawingml/2006/main">
            <a:pPr algn="l">
              <a:lnSpc>
                <a:spcPct val="102000"/>
              </a:lnSpc>
              <a:buNone/>
              <a:defRPr sz="1125" b="1">
                <a:solidFill>
                  <a:srgbClr val="D0F36A"/>
                </a:solidFill>
                <a:latin typeface="Segoe UI"/>
                <a:ea typeface="Segoe UI"/>
                <a:cs typeface="Segoe UI"/>
              </a:defRPr>
            </a:pPr>
            <a:r>
              <a:rPr sz="1125" b="1">
                <a:solidFill>
                  <a:srgbClr val="D0F36A"/>
                </a:solidFill>
                <a:latin typeface="Segoe UI"/>
                <a:ea typeface="Segoe UI"/>
                <a:cs typeface="Segoe UI"/>
              </a:rPr>
              <a:t>01</a:t>
            </a:r>
          </a:p>
        </p:txBody>
      </p:sp>
      <p:sp>
        <p:nvSpPr>
          <p:cNvPr id="11" name="s3-proof-1t">
            <a:extLst xmlns:a="http://schemas.openxmlformats.org/drawingml/2006/main">
              <a:ext uri="{FF2B5EF4-FFF2-40B4-BE49-F238E27FC236}">
                <a16:creationId xmlns:a16="http://schemas.microsoft.com/office/drawing/2014/main" id="{F61E9DC3-A71C-4772-827D-16CBD6ED8C82}"/>
              </a:ext>
            </a:extLst>
          </p:cNvPr>
          <p:cNvSpPr>
            <a:spLocks xmlns:a="http://schemas.openxmlformats.org/drawingml/2006/main" noGrp="1"/>
          </p:cNvSpPr>
          <p:nvPr/>
        </p:nvSpPr>
        <p:spPr>
          <a:xfrm xmlns:a="http://schemas.openxmlformats.org/drawingml/2006/main">
            <a:off x="1238250" y="4305300"/>
            <a:ext cx="428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F4F7F2"/>
                </a:solidFill>
                <a:latin typeface="Segoe UI"/>
                <a:ea typeface="Segoe UI"/>
                <a:cs typeface="Segoe UI"/>
              </a:defRPr>
            </a:defPPr>
          </a:lstStyle>
          <a:p xmlns:a="http://schemas.openxmlformats.org/drawingml/2006/main">
            <a:pPr algn="l">
              <a:lnSpc>
                <a:spcPct val="102000"/>
              </a:lnSpc>
              <a:buNone/>
              <a:defRPr sz="1500" b="0">
                <a:solidFill>
                  <a:srgbClr val="F4F7F2"/>
                </a:solidFill>
                <a:latin typeface="Segoe UI"/>
                <a:ea typeface="Segoe UI"/>
                <a:cs typeface="Segoe UI"/>
              </a:defRPr>
            </a:pPr>
            <a:r>
              <a:rPr sz="1500" b="0">
                <a:solidFill>
                  <a:srgbClr val="F4F7F2"/>
                </a:solidFill>
                <a:latin typeface="Segoe UI"/>
                <a:ea typeface="Segoe UI"/>
                <a:cs typeface="Segoe UI"/>
              </a:rPr>
              <a:t>Observa tendencias frente a tu propio historial.</a:t>
            </a:r>
          </a:p>
        </p:txBody>
      </p:sp>
      <p:sp>
        <p:nvSpPr>
          <p:cNvPr id="12" name="s3-proof-2">
            <a:extLst xmlns:a="http://schemas.openxmlformats.org/drawingml/2006/main">
              <a:ext uri="{FF2B5EF4-FFF2-40B4-BE49-F238E27FC236}">
                <a16:creationId xmlns:a16="http://schemas.microsoft.com/office/drawing/2014/main" id="{79FF5286-C954-4514-A45C-CEECC8F8230E}"/>
              </a:ext>
            </a:extLst>
          </p:cNvPr>
          <p:cNvSpPr>
            <a:spLocks xmlns:a="http://schemas.openxmlformats.org/drawingml/2006/main" noGrp="1"/>
          </p:cNvSpPr>
          <p:nvPr/>
        </p:nvSpPr>
        <p:spPr>
          <a:xfrm xmlns:a="http://schemas.openxmlformats.org/drawingml/2006/main">
            <a:off x="704850" y="490537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D0F36A"/>
                </a:solidFill>
                <a:latin typeface="Segoe UI"/>
                <a:ea typeface="Segoe UI"/>
                <a:cs typeface="Segoe UI"/>
              </a:defRPr>
            </a:defPPr>
          </a:lstStyle>
          <a:p xmlns:a="http://schemas.openxmlformats.org/drawingml/2006/main">
            <a:pPr algn="l">
              <a:lnSpc>
                <a:spcPct val="102000"/>
              </a:lnSpc>
              <a:buNone/>
              <a:defRPr sz="1125" b="1">
                <a:solidFill>
                  <a:srgbClr val="D0F36A"/>
                </a:solidFill>
                <a:latin typeface="Segoe UI"/>
                <a:ea typeface="Segoe UI"/>
                <a:cs typeface="Segoe UI"/>
              </a:defRPr>
            </a:pPr>
            <a:r>
              <a:rPr sz="1125" b="1">
                <a:solidFill>
                  <a:srgbClr val="D0F36A"/>
                </a:solidFill>
                <a:latin typeface="Segoe UI"/>
                <a:ea typeface="Segoe UI"/>
                <a:cs typeface="Segoe UI"/>
              </a:rPr>
              <a:t>02</a:t>
            </a:r>
          </a:p>
        </p:txBody>
      </p:sp>
      <p:sp>
        <p:nvSpPr>
          <p:cNvPr id="13" name="s3-proof-2t">
            <a:extLst xmlns:a="http://schemas.openxmlformats.org/drawingml/2006/main">
              <a:ext uri="{FF2B5EF4-FFF2-40B4-BE49-F238E27FC236}">
                <a16:creationId xmlns:a16="http://schemas.microsoft.com/office/drawing/2014/main" id="{025018E0-ABDF-4CAC-B32A-C269D6EA2350}"/>
              </a:ext>
            </a:extLst>
          </p:cNvPr>
          <p:cNvSpPr>
            <a:spLocks xmlns:a="http://schemas.openxmlformats.org/drawingml/2006/main" noGrp="1"/>
          </p:cNvSpPr>
          <p:nvPr/>
        </p:nvSpPr>
        <p:spPr>
          <a:xfrm xmlns:a="http://schemas.openxmlformats.org/drawingml/2006/main">
            <a:off x="1238250" y="4848225"/>
            <a:ext cx="428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F4F7F2"/>
                </a:solidFill>
                <a:latin typeface="Segoe UI"/>
                <a:ea typeface="Segoe UI"/>
                <a:cs typeface="Segoe UI"/>
              </a:defRPr>
            </a:defPPr>
          </a:lstStyle>
          <a:p xmlns:a="http://schemas.openxmlformats.org/drawingml/2006/main">
            <a:pPr algn="l">
              <a:lnSpc>
                <a:spcPct val="102000"/>
              </a:lnSpc>
              <a:buNone/>
              <a:defRPr sz="1500" b="0">
                <a:solidFill>
                  <a:srgbClr val="F4F7F2"/>
                </a:solidFill>
                <a:latin typeface="Segoe UI"/>
                <a:ea typeface="Segoe UI"/>
                <a:cs typeface="Segoe UI"/>
              </a:defRPr>
            </a:pPr>
            <a:r>
              <a:rPr sz="1500" b="0">
                <a:solidFill>
                  <a:srgbClr val="F4F7F2"/>
                </a:solidFill>
                <a:latin typeface="Segoe UI"/>
                <a:ea typeface="Segoe UI"/>
                <a:cs typeface="Segoe UI"/>
              </a:rPr>
              <a:t>Explica cobertura, procedencia y límites.</a:t>
            </a:r>
          </a:p>
        </p:txBody>
      </p:sp>
      <p:sp>
        <p:nvSpPr>
          <p:cNvPr id="14" name="s3-proof-3">
            <a:extLst xmlns:a="http://schemas.openxmlformats.org/drawingml/2006/main">
              <a:ext uri="{FF2B5EF4-FFF2-40B4-BE49-F238E27FC236}">
                <a16:creationId xmlns:a16="http://schemas.microsoft.com/office/drawing/2014/main" id="{3432986E-C3A0-4918-A63D-68E15B2FB96C}"/>
              </a:ext>
            </a:extLst>
          </p:cNvPr>
          <p:cNvSpPr>
            <a:spLocks xmlns:a="http://schemas.openxmlformats.org/drawingml/2006/main" noGrp="1"/>
          </p:cNvSpPr>
          <p:nvPr/>
        </p:nvSpPr>
        <p:spPr>
          <a:xfrm xmlns:a="http://schemas.openxmlformats.org/drawingml/2006/main">
            <a:off x="704850" y="54483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D0F36A"/>
                </a:solidFill>
                <a:latin typeface="Segoe UI"/>
                <a:ea typeface="Segoe UI"/>
                <a:cs typeface="Segoe UI"/>
              </a:defRPr>
            </a:defPPr>
          </a:lstStyle>
          <a:p xmlns:a="http://schemas.openxmlformats.org/drawingml/2006/main">
            <a:pPr algn="l">
              <a:lnSpc>
                <a:spcPct val="102000"/>
              </a:lnSpc>
              <a:buNone/>
              <a:defRPr sz="1125" b="1">
                <a:solidFill>
                  <a:srgbClr val="D0F36A"/>
                </a:solidFill>
                <a:latin typeface="Segoe UI"/>
                <a:ea typeface="Segoe UI"/>
                <a:cs typeface="Segoe UI"/>
              </a:defRPr>
            </a:pPr>
            <a:r>
              <a:rPr sz="1125" b="1">
                <a:solidFill>
                  <a:srgbClr val="D0F36A"/>
                </a:solidFill>
                <a:latin typeface="Segoe UI"/>
                <a:ea typeface="Segoe UI"/>
                <a:cs typeface="Segoe UI"/>
              </a:rPr>
              <a:t>03</a:t>
            </a:r>
          </a:p>
        </p:txBody>
      </p:sp>
      <p:sp>
        <p:nvSpPr>
          <p:cNvPr id="15" name="s3-proof-3t">
            <a:extLst xmlns:a="http://schemas.openxmlformats.org/drawingml/2006/main">
              <a:ext uri="{FF2B5EF4-FFF2-40B4-BE49-F238E27FC236}">
                <a16:creationId xmlns:a16="http://schemas.microsoft.com/office/drawing/2014/main" id="{855AFB8E-FE25-4873-AA54-05887A17958B}"/>
              </a:ext>
            </a:extLst>
          </p:cNvPr>
          <p:cNvSpPr>
            <a:spLocks xmlns:a="http://schemas.openxmlformats.org/drawingml/2006/main" noGrp="1"/>
          </p:cNvSpPr>
          <p:nvPr/>
        </p:nvSpPr>
        <p:spPr>
          <a:xfrm xmlns:a="http://schemas.openxmlformats.org/drawingml/2006/main">
            <a:off x="1238250" y="5391150"/>
            <a:ext cx="428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F4F7F2"/>
                </a:solidFill>
                <a:latin typeface="Segoe UI"/>
                <a:ea typeface="Segoe UI"/>
                <a:cs typeface="Segoe UI"/>
              </a:defRPr>
            </a:defPPr>
          </a:lstStyle>
          <a:p xmlns:a="http://schemas.openxmlformats.org/drawingml/2006/main">
            <a:pPr algn="l">
              <a:lnSpc>
                <a:spcPct val="102000"/>
              </a:lnSpc>
              <a:buNone/>
              <a:defRPr sz="1500" b="0">
                <a:solidFill>
                  <a:srgbClr val="F4F7F2"/>
                </a:solidFill>
                <a:latin typeface="Segoe UI"/>
                <a:ea typeface="Segoe UI"/>
                <a:cs typeface="Segoe UI"/>
              </a:defRPr>
            </a:pPr>
            <a:r>
              <a:rPr sz="1500" b="0">
                <a:solidFill>
                  <a:srgbClr val="F4F7F2"/>
                </a:solidFill>
                <a:latin typeface="Segoe UI"/>
                <a:ea typeface="Segoe UI"/>
                <a:cs typeface="Segoe UI"/>
              </a:rPr>
              <a:t>Deja vacío un resultado si faltan datos.</a:t>
            </a:r>
          </a:p>
        </p:txBody>
      </p:sp>
      <p:pic>
        <p:nvPicPr>
          <p:cNvPr id="16" name="">
            <a:extLst xmlns:a="http://schemas.openxmlformats.org/drawingml/2006/main">
              <a:ext uri="{FF2B5EF4-FFF2-40B4-BE49-F238E27FC236}">
                <a16:creationId xmlns:a16="http://schemas.microsoft.com/office/drawing/2014/main" id="{FD91A9F2-AF10-4914-AFAD-D37E40040B81}"/>
              </a:ext>
            </a:extLst>
          </p:cNvPr>
          <p:cNvPicPr>
            <a:picLocks xmlns:a="http://schemas.openxmlformats.org/drawingml/2006/main" noChangeAspect="1"/>
          </p:cNvPicPr>
          <p:nvPr/>
        </p:nvPicPr>
        <p:blipFill>
          <a:blip xmlns:r="http://schemas.openxmlformats.org/officeDocument/2006/relationships" xmlns:a="http://schemas.openxmlformats.org/drawingml/2006/main" r:embed="Rd116a25b15a044ce"/>
          <a:stretch xmlns:a="http://schemas.openxmlformats.org/drawingml/2006/main"/>
        </p:blipFill>
        <p:spPr>
          <a:xfrm xmlns:a="http://schemas.openxmlformats.org/drawingml/2006/main">
            <a:off x="7219950" y="714375"/>
            <a:ext cx="3619500" cy="54292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07948451-E733-4A10-87A9-4AE219929279}"/>
              </a:ext>
            </a:extLst>
          </p:cNvPr>
          <p:cNvSpPr>
            <a:spLocks xmlns:a="http://schemas.openxmlformats.org/drawingml/2006/main" noGrp="1"/>
          </p:cNvSpPr>
          <p:nvPr/>
        </p:nvSpPr>
        <p:spPr>
          <a:xfrm xmlns:a="http://schemas.openxmlformats.org/drawingml/2006/main">
            <a:off x="7353300" y="5810250"/>
            <a:ext cx="3714750" cy="285750"/>
          </a:xfrm>
          <a:prstGeom xmlns:a="http://schemas.openxmlformats.org/drawingml/2006/main" prst="roundRect">
            <a:avLst>
              <a:gd name="adj" fmla="val 50000"/>
            </a:avLst>
          </a:prstGeom>
          <a:solidFill xmlns:a="http://schemas.openxmlformats.org/drawingml/2006/main">
            <a:srgbClr val="14231D"/>
          </a:solidFill>
          <a:ln xmlns:a="http://schemas.openxmlformats.org/drawingml/2006/main" w="9525">
            <a:solidFill>
              <a:srgbClr val="F1B96A">
                <a:alpha val="43922"/>
              </a:srgbClr>
            </a:solidFill>
            <a:prstDash val="solid"/>
          </a:ln>
        </p:spPr>
      </p:sp>
      <p:sp>
        <p:nvSpPr>
          <p:cNvPr id="18" name="label-MOCKUP · NO ">
            <a:extLst xmlns:a="http://schemas.openxmlformats.org/drawingml/2006/main">
              <a:ext uri="{FF2B5EF4-FFF2-40B4-BE49-F238E27FC236}">
                <a16:creationId xmlns:a16="http://schemas.microsoft.com/office/drawing/2014/main" id="{F2FEAEF6-C4D1-4175-8FA5-2C1F232B5DC6}"/>
              </a:ext>
            </a:extLst>
          </p:cNvPr>
          <p:cNvSpPr>
            <a:spLocks xmlns:a="http://schemas.openxmlformats.org/drawingml/2006/main" noGrp="1"/>
          </p:cNvSpPr>
          <p:nvPr/>
        </p:nvSpPr>
        <p:spPr>
          <a:xfrm xmlns:a="http://schemas.openxmlformats.org/drawingml/2006/main">
            <a:off x="7467600" y="5819775"/>
            <a:ext cx="3486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F1B96A"/>
                </a:solidFill>
                <a:latin typeface="Segoe UI"/>
                <a:ea typeface="Segoe UI"/>
                <a:cs typeface="Segoe UI"/>
              </a:defRPr>
            </a:defPPr>
          </a:lstStyle>
          <a:p xmlns:a="http://schemas.openxmlformats.org/drawingml/2006/main">
            <a:pPr algn="l">
              <a:lnSpc>
                <a:spcPct val="102000"/>
              </a:lnSpc>
              <a:buNone/>
              <a:defRPr sz="975" b="1">
                <a:solidFill>
                  <a:srgbClr val="F1B96A"/>
                </a:solidFill>
                <a:latin typeface="Segoe UI"/>
                <a:ea typeface="Segoe UI"/>
                <a:cs typeface="Segoe UI"/>
              </a:defRPr>
            </a:pPr>
            <a:r>
              <a:rPr sz="975" b="1">
                <a:solidFill>
                  <a:srgbClr val="F1B96A"/>
                </a:solidFill>
                <a:latin typeface="Segoe UI"/>
                <a:ea typeface="Segoe UI"/>
                <a:cs typeface="Segoe UI"/>
              </a:rPr>
              <a:t>MOCKUP · NO ES UNA CAPTURA DE DATOS REALES</a:t>
            </a:r>
          </a:p>
        </p:txBody>
      </p:sp>
    </p:spTree>
    <p:extLst>
      <p:ext uri="{BB962C8B-B14F-4D97-AF65-F5344CB8AC3E}">
        <p14:creationId xmlns:p14="http://schemas.microsoft.com/office/powerpoint/2010/main" val="1481847944"/>
      </p:ext>
    </p:extLst>
  </p:cSld>
</p:sld>
</file>

<file path=ppt/slides/slide4.xml><?xml version="1.0" encoding="utf-8"?>
<p:sld xmlns:p="http://schemas.openxmlformats.org/presentationml/2006/main">
  <p:cSld>
    <p:bg>
      <p:bgPr>
        <a:solidFill xmlns:a="http://schemas.openxmlformats.org/drawingml/2006/main">
          <a:srgbClr val="07100E"/>
        </a:solidFill>
      </p:bgPr>
    </p:bg>
    <p:spTree>
      <p:nvGrpSpPr>
        <p:cNvPr id="1" name=""/>
        <p:cNvGrpSpPr/>
        <p:nvPr/>
      </p:nvGrpSpPr>
      <p:grpSpPr>
        <a:xfrm xmlns:a="http://schemas.openxmlformats.org/drawingml/2006/main"/>
      </p:grpSpPr>
      <p:sp>
        <p:nvSpPr>
          <p:cNvPr id="29" name="wordmark">
            <a:extLst xmlns:a="http://schemas.openxmlformats.org/drawingml/2006/main">
              <a:ext uri="{FF2B5EF4-FFF2-40B4-BE49-F238E27FC236}">
                <a16:creationId xmlns:a16="http://schemas.microsoft.com/office/drawing/2014/main" id="{43ED29AC-31A0-44AD-A629-055417536EA7}"/>
              </a:ext>
            </a:extLst>
          </p:cNvPr>
          <p:cNvSpPr>
            <a:spLocks xmlns:a="http://schemas.openxmlformats.org/drawingml/2006/main" noGrp="1"/>
          </p:cNvSpPr>
          <p:nvPr/>
        </p:nvSpPr>
        <p:spPr>
          <a:xfrm xmlns:a="http://schemas.openxmlformats.org/drawingml/2006/main">
            <a:off x="685800" y="2857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4E2C7"/>
                </a:solidFill>
                <a:latin typeface="Segoe UI"/>
                <a:ea typeface="Segoe UI"/>
                <a:cs typeface="Segoe UI"/>
              </a:defRPr>
            </a:defPPr>
          </a:lstStyle>
          <a:p xmlns:a="http://schemas.openxmlformats.org/drawingml/2006/main">
            <a:pPr algn="l">
              <a:lnSpc>
                <a:spcPct val="102000"/>
              </a:lnSpc>
              <a:buNone/>
              <a:defRPr sz="1125" b="1">
                <a:solidFill>
                  <a:srgbClr val="74E2C7"/>
                </a:solidFill>
                <a:latin typeface="Segoe UI"/>
                <a:ea typeface="Segoe UI"/>
                <a:cs typeface="Segoe UI"/>
              </a:defRPr>
            </a:pPr>
            <a:r>
              <a:rPr sz="1125" b="1">
                <a:solidFill>
                  <a:srgbClr val="74E2C7"/>
                </a:solidFill>
                <a:latin typeface="Segoe UI"/>
                <a:ea typeface="Segoe UI"/>
                <a:cs typeface="Segoe UI"/>
              </a:rPr>
              <a:t>BIOPULSE</a:t>
            </a:r>
          </a:p>
        </p:txBody>
      </p:sp>
      <p:sp>
        <p:nvSpPr>
          <p:cNvPr id="2" name="section">
            <a:extLst xmlns:a="http://schemas.openxmlformats.org/drawingml/2006/main">
              <a:ext uri="{FF2B5EF4-FFF2-40B4-BE49-F238E27FC236}">
                <a16:creationId xmlns:a16="http://schemas.microsoft.com/office/drawing/2014/main" id="{8B2D8E7E-FD04-4B19-8751-87287EC54007}"/>
              </a:ext>
            </a:extLst>
          </p:cNvPr>
          <p:cNvSpPr>
            <a:spLocks xmlns:a="http://schemas.openxmlformats.org/drawingml/2006/main" noGrp="1"/>
          </p:cNvSpPr>
          <p:nvPr/>
        </p:nvSpPr>
        <p:spPr>
          <a:xfrm xmlns:a="http://schemas.openxmlformats.org/drawingml/2006/main">
            <a:off x="8620125" y="2857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708177"/>
                </a:solidFill>
                <a:latin typeface="Segoe UI"/>
                <a:ea typeface="Segoe UI"/>
                <a:cs typeface="Segoe UI"/>
              </a:defRPr>
            </a:defPPr>
          </a:lstStyle>
          <a:p xmlns:a="http://schemas.openxmlformats.org/drawingml/2006/main">
            <a:pPr algn="r">
              <a:lnSpc>
                <a:spcPct val="102000"/>
              </a:lnSpc>
              <a:buNone/>
              <a:defRPr sz="975" b="1">
                <a:solidFill>
                  <a:srgbClr val="708177"/>
                </a:solidFill>
                <a:latin typeface="Segoe UI"/>
                <a:ea typeface="Segoe UI"/>
                <a:cs typeface="Segoe UI"/>
              </a:defRPr>
            </a:pPr>
            <a:r>
              <a:rPr sz="975" b="1">
                <a:solidFill>
                  <a:srgbClr val="708177"/>
                </a:solidFill>
                <a:latin typeface="Segoe UI"/>
                <a:ea typeface="Segoe UI"/>
                <a:cs typeface="Segoe UI"/>
              </a:rPr>
              <a:t>LA EXPERIENCIA</a:t>
            </a:r>
          </a:p>
        </p:txBody>
      </p:sp>
      <p:sp>
        <p:nvSpPr>
          <p:cNvPr id="3" name="">
            <a:extLst xmlns:a="http://schemas.openxmlformats.org/drawingml/2006/main">
              <a:ext uri="{FF2B5EF4-FFF2-40B4-BE49-F238E27FC236}">
                <a16:creationId xmlns:a16="http://schemas.microsoft.com/office/drawing/2014/main" id="{AC900C38-7FDA-4989-9710-B421F42C737E}"/>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26362E"/>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682A42B5-8748-4D2C-A264-2281E5A08033}"/>
              </a:ext>
            </a:extLst>
          </p:cNvPr>
          <p:cNvSpPr>
            <a:spLocks xmlns:a="http://schemas.openxmlformats.org/drawingml/2006/main" noGrp="1"/>
          </p:cNvSpPr>
          <p:nvPr/>
        </p:nvSpPr>
        <p:spPr>
          <a:xfrm xmlns:a="http://schemas.openxmlformats.org/drawingml/2006/main">
            <a:off x="685800" y="64865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a:solidFill>
                  <a:srgbClr val="708177"/>
                </a:solidFill>
                <a:latin typeface="Segoe UI"/>
                <a:ea typeface="Segoe UI"/>
                <a:cs typeface="Segoe UI"/>
              </a:defRPr>
            </a:defPPr>
          </a:lstStyle>
          <a:p xmlns:a="http://schemas.openxmlformats.org/drawingml/2006/main">
            <a:pPr algn="l">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BIOPULSE 2.0  •  PITCH DE INVERSIÓN  •  OCT 2026</a:t>
            </a:r>
          </a:p>
        </p:txBody>
      </p:sp>
      <p:sp>
        <p:nvSpPr>
          <p:cNvPr id="5" name="footer-page">
            <a:extLst xmlns:a="http://schemas.openxmlformats.org/drawingml/2006/main">
              <a:ext uri="{FF2B5EF4-FFF2-40B4-BE49-F238E27FC236}">
                <a16:creationId xmlns:a16="http://schemas.microsoft.com/office/drawing/2014/main" id="{305AA61F-2FA6-4E04-A572-CD48A8638893}"/>
              </a:ext>
            </a:extLst>
          </p:cNvPr>
          <p:cNvSpPr>
            <a:spLocks xmlns:a="http://schemas.openxmlformats.org/drawingml/2006/main" noGrp="1"/>
          </p:cNvSpPr>
          <p:nvPr/>
        </p:nvSpPr>
        <p:spPr>
          <a:xfrm xmlns:a="http://schemas.openxmlformats.org/drawingml/2006/main">
            <a:off x="10572750" y="6486525"/>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708177"/>
                </a:solidFill>
                <a:latin typeface="Segoe UI"/>
                <a:ea typeface="Segoe UI"/>
                <a:cs typeface="Segoe UI"/>
              </a:defRPr>
            </a:defPPr>
          </a:lstStyle>
          <a:p xmlns:a="http://schemas.openxmlformats.org/drawingml/2006/main">
            <a:pPr algn="r">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04 / 11</a:t>
            </a:r>
          </a:p>
        </p:txBody>
      </p:sp>
      <p:sp>
        <p:nvSpPr>
          <p:cNvPr id="6" name="s4-kicker">
            <a:extLst xmlns:a="http://schemas.openxmlformats.org/drawingml/2006/main">
              <a:ext uri="{FF2B5EF4-FFF2-40B4-BE49-F238E27FC236}">
                <a16:creationId xmlns:a16="http://schemas.microsoft.com/office/drawing/2014/main" id="{A2E0E4FC-086C-4029-9C9A-4D40081A41E0}"/>
              </a:ext>
            </a:extLst>
          </p:cNvPr>
          <p:cNvSpPr>
            <a:spLocks xmlns:a="http://schemas.openxmlformats.org/drawingml/2006/main" noGrp="1"/>
          </p:cNvSpPr>
          <p:nvPr/>
        </p:nvSpPr>
        <p:spPr>
          <a:xfrm xmlns:a="http://schemas.openxmlformats.org/drawingml/2006/main">
            <a:off x="685800" y="819150"/>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D0F36A"/>
                </a:solidFill>
                <a:latin typeface="Segoe UI"/>
                <a:ea typeface="Segoe UI"/>
                <a:cs typeface="Segoe UI"/>
              </a:defRPr>
            </a:defPPr>
          </a:lstStyle>
          <a:p xmlns:a="http://schemas.openxmlformats.org/drawingml/2006/main">
            <a:pPr algn="l">
              <a:lnSpc>
                <a:spcPct val="102000"/>
              </a:lnSpc>
              <a:buNone/>
              <a:defRPr sz="1050" b="1">
                <a:solidFill>
                  <a:srgbClr val="D0F36A"/>
                </a:solidFill>
                <a:latin typeface="Segoe UI"/>
                <a:ea typeface="Segoe UI"/>
                <a:cs typeface="Segoe UI"/>
              </a:defRPr>
            </a:pPr>
            <a:r>
              <a:rPr sz="1050" b="1">
                <a:solidFill>
                  <a:srgbClr val="D0F36A"/>
                </a:solidFill>
                <a:latin typeface="Segoe UI"/>
                <a:ea typeface="Segoe UI"/>
                <a:cs typeface="Segoe UI"/>
              </a:rPr>
              <a:t>CINCO LUGARES PARA ENTENDER UNA MISMA HISTORIA</a:t>
            </a:r>
          </a:p>
        </p:txBody>
      </p:sp>
      <p:sp>
        <p:nvSpPr>
          <p:cNvPr id="7" name="s4-title">
            <a:extLst xmlns:a="http://schemas.openxmlformats.org/drawingml/2006/main">
              <a:ext uri="{FF2B5EF4-FFF2-40B4-BE49-F238E27FC236}">
                <a16:creationId xmlns:a16="http://schemas.microsoft.com/office/drawing/2014/main" id="{734FACBC-38C3-4CAF-B888-86A70AB78E8F}"/>
              </a:ext>
            </a:extLst>
          </p:cNvPr>
          <p:cNvSpPr>
            <a:spLocks xmlns:a="http://schemas.openxmlformats.org/drawingml/2006/main" noGrp="1"/>
          </p:cNvSpPr>
          <p:nvPr/>
        </p:nvSpPr>
        <p:spPr>
          <a:xfrm xmlns:a="http://schemas.openxmlformats.org/drawingml/2006/main">
            <a:off x="685800" y="1219200"/>
            <a:ext cx="8572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600" b="1">
                <a:solidFill>
                  <a:srgbClr val="F4F7F2"/>
                </a:solidFill>
                <a:latin typeface="Segoe UI"/>
                <a:ea typeface="Segoe UI"/>
                <a:cs typeface="Segoe UI"/>
              </a:defRPr>
            </a:defPPr>
          </a:lstStyle>
          <a:p xmlns:a="http://schemas.openxmlformats.org/drawingml/2006/main">
            <a:pPr algn="l">
              <a:lnSpc>
                <a:spcPct val="102000"/>
              </a:lnSpc>
              <a:buNone/>
              <a:defRPr sz="3600" b="1">
                <a:solidFill>
                  <a:srgbClr val="F4F7F2"/>
                </a:solidFill>
                <a:latin typeface="Segoe UI"/>
                <a:ea typeface="Segoe UI"/>
                <a:cs typeface="Segoe UI"/>
              </a:defRPr>
            </a:pPr>
            <a:r>
              <a:rPr sz="3600" b="1">
                <a:solidFill>
                  <a:srgbClr val="F4F7F2"/>
                </a:solidFill>
                <a:latin typeface="Segoe UI"/>
                <a:ea typeface="Segoe UI"/>
                <a:cs typeface="Segoe UI"/>
              </a:rPr>
              <a:t>De la señal al significado.</a:t>
            </a:r>
          </a:p>
        </p:txBody>
      </p:sp>
      <p:sp>
        <p:nvSpPr>
          <p:cNvPr id="8" name="s4-num-0">
            <a:extLst xmlns:a="http://schemas.openxmlformats.org/drawingml/2006/main">
              <a:ext uri="{FF2B5EF4-FFF2-40B4-BE49-F238E27FC236}">
                <a16:creationId xmlns:a16="http://schemas.microsoft.com/office/drawing/2014/main" id="{3ADB5B18-9EA1-4876-8EC7-1F024D5C842F}"/>
              </a:ext>
            </a:extLst>
          </p:cNvPr>
          <p:cNvSpPr>
            <a:spLocks xmlns:a="http://schemas.openxmlformats.org/drawingml/2006/main" noGrp="1"/>
          </p:cNvSpPr>
          <p:nvPr/>
        </p:nvSpPr>
        <p:spPr>
          <a:xfrm xmlns:a="http://schemas.openxmlformats.org/drawingml/2006/main">
            <a:off x="742950" y="2238375"/>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0F36A"/>
                </a:solidFill>
                <a:latin typeface="Segoe UI"/>
                <a:ea typeface="Segoe UI"/>
                <a:cs typeface="Segoe UI"/>
              </a:defRPr>
            </a:defPPr>
          </a:lstStyle>
          <a:p xmlns:a="http://schemas.openxmlformats.org/drawingml/2006/main">
            <a:pPr algn="l">
              <a:lnSpc>
                <a:spcPct val="102000"/>
              </a:lnSpc>
              <a:buNone/>
              <a:defRPr sz="1200" b="1">
                <a:solidFill>
                  <a:srgbClr val="D0F36A"/>
                </a:solidFill>
                <a:latin typeface="Segoe UI"/>
                <a:ea typeface="Segoe UI"/>
                <a:cs typeface="Segoe UI"/>
              </a:defRPr>
            </a:pPr>
            <a:r>
              <a:rPr sz="1200" b="1">
                <a:solidFill>
                  <a:srgbClr val="D0F36A"/>
                </a:solidFill>
                <a:latin typeface="Segoe UI"/>
                <a:ea typeface="Segoe UI"/>
                <a:cs typeface="Segoe UI"/>
              </a:rPr>
              <a:t>01</a:t>
            </a:r>
          </a:p>
        </p:txBody>
      </p:sp>
      <p:sp>
        <p:nvSpPr>
          <p:cNvPr id="9" name="s4-head-0">
            <a:extLst xmlns:a="http://schemas.openxmlformats.org/drawingml/2006/main">
              <a:ext uri="{FF2B5EF4-FFF2-40B4-BE49-F238E27FC236}">
                <a16:creationId xmlns:a16="http://schemas.microsoft.com/office/drawing/2014/main" id="{D0A137EB-1564-42E3-8907-F8227628F10E}"/>
              </a:ext>
            </a:extLst>
          </p:cNvPr>
          <p:cNvSpPr>
            <a:spLocks xmlns:a="http://schemas.openxmlformats.org/drawingml/2006/main" noGrp="1"/>
          </p:cNvSpPr>
          <p:nvPr/>
        </p:nvSpPr>
        <p:spPr>
          <a:xfrm xmlns:a="http://schemas.openxmlformats.org/drawingml/2006/main">
            <a:off x="152400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F4F7F2"/>
                </a:solidFill>
                <a:latin typeface="Segoe UI"/>
                <a:ea typeface="Segoe UI"/>
                <a:cs typeface="Segoe UI"/>
              </a:defRPr>
            </a:defPPr>
          </a:lstStyle>
          <a:p xmlns:a="http://schemas.openxmlformats.org/drawingml/2006/main">
            <a:pPr algn="l">
              <a:lnSpc>
                <a:spcPct val="102000"/>
              </a:lnSpc>
              <a:buNone/>
              <a:defRPr sz="1350" b="1">
                <a:solidFill>
                  <a:srgbClr val="F4F7F2"/>
                </a:solidFill>
                <a:latin typeface="Segoe UI"/>
                <a:ea typeface="Segoe UI"/>
                <a:cs typeface="Segoe UI"/>
              </a:defRPr>
            </a:pPr>
            <a:r>
              <a:rPr sz="1350" b="1">
                <a:solidFill>
                  <a:srgbClr val="F4F7F2"/>
                </a:solidFill>
                <a:latin typeface="Segoe UI"/>
                <a:ea typeface="Segoe UI"/>
                <a:cs typeface="Segoe UI"/>
              </a:rPr>
              <a:t>HOY</a:t>
            </a:r>
          </a:p>
        </p:txBody>
      </p:sp>
      <p:sp>
        <p:nvSpPr>
          <p:cNvPr id="10" name="s4-body-0">
            <a:extLst xmlns:a="http://schemas.openxmlformats.org/drawingml/2006/main">
              <a:ext uri="{FF2B5EF4-FFF2-40B4-BE49-F238E27FC236}">
                <a16:creationId xmlns:a16="http://schemas.microsoft.com/office/drawing/2014/main" id="{092691FC-8090-4A09-975A-D41CD6C95245}"/>
              </a:ext>
            </a:extLst>
          </p:cNvPr>
          <p:cNvSpPr>
            <a:spLocks xmlns:a="http://schemas.openxmlformats.org/drawingml/2006/main" noGrp="1"/>
          </p:cNvSpPr>
          <p:nvPr/>
        </p:nvSpPr>
        <p:spPr>
          <a:xfrm xmlns:a="http://schemas.openxmlformats.org/drawingml/2006/main">
            <a:off x="3905250" y="2219325"/>
            <a:ext cx="638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A9B7AD"/>
                </a:solidFill>
                <a:latin typeface="Segoe UI"/>
                <a:ea typeface="Segoe UI"/>
                <a:cs typeface="Segoe UI"/>
              </a:defRPr>
            </a:defPPr>
          </a:lstStyle>
          <a:p xmlns:a="http://schemas.openxmlformats.org/drawingml/2006/main">
            <a:pPr algn="l">
              <a:lnSpc>
                <a:spcPct val="102000"/>
              </a:lnSpc>
              <a:buNone/>
              <a:defRPr sz="1500" b="0">
                <a:solidFill>
                  <a:srgbClr val="A9B7AD"/>
                </a:solidFill>
                <a:latin typeface="Segoe UI"/>
                <a:ea typeface="Segoe UI"/>
                <a:cs typeface="Segoe UI"/>
              </a:defRPr>
            </a:pPr>
            <a:r>
              <a:rPr sz="1500" b="0">
                <a:solidFill>
                  <a:srgbClr val="A9B7AD"/>
                </a:solidFill>
                <a:latin typeface="Segoe UI"/>
                <a:ea typeface="Segoe UI"/>
                <a:cs typeface="Segoe UI"/>
              </a:rPr>
              <a:t>Resumen diario cuando hay datos suficientes.</a:t>
            </a:r>
          </a:p>
        </p:txBody>
      </p:sp>
      <p:sp>
        <p:nvSpPr>
          <p:cNvPr id="11" name="">
            <a:extLst xmlns:a="http://schemas.openxmlformats.org/drawingml/2006/main">
              <a:ext uri="{FF2B5EF4-FFF2-40B4-BE49-F238E27FC236}">
                <a16:creationId xmlns:a16="http://schemas.microsoft.com/office/drawing/2014/main" id="{6CF3314F-8E78-4871-91AC-E6016EDBAF30}"/>
              </a:ext>
            </a:extLst>
          </p:cNvPr>
          <p:cNvSpPr>
            <a:spLocks xmlns:a="http://schemas.openxmlformats.org/drawingml/2006/main" noGrp="1"/>
          </p:cNvSpPr>
          <p:nvPr/>
        </p:nvSpPr>
        <p:spPr>
          <a:xfrm xmlns:a="http://schemas.openxmlformats.org/drawingml/2006/main">
            <a:off x="1524000" y="2695575"/>
            <a:ext cx="8953500" cy="9525"/>
          </a:xfrm>
          <a:prstGeom xmlns:a="http://schemas.openxmlformats.org/drawingml/2006/main" prst="rect">
            <a:avLst/>
          </a:prstGeom>
          <a:solidFill xmlns:a="http://schemas.openxmlformats.org/drawingml/2006/main">
            <a:srgbClr val="26362E"/>
          </a:solidFill>
          <a:ln xmlns:a="http://schemas.openxmlformats.org/drawingml/2006/main" w="0">
            <a:noFill/>
            <a:prstDash val="solid"/>
          </a:ln>
        </p:spPr>
      </p:sp>
      <p:sp>
        <p:nvSpPr>
          <p:cNvPr id="12" name="s4-num-1">
            <a:extLst xmlns:a="http://schemas.openxmlformats.org/drawingml/2006/main">
              <a:ext uri="{FF2B5EF4-FFF2-40B4-BE49-F238E27FC236}">
                <a16:creationId xmlns:a16="http://schemas.microsoft.com/office/drawing/2014/main" id="{0FEEC9FA-A21C-487B-A018-DE70851BB5A5}"/>
              </a:ext>
            </a:extLst>
          </p:cNvPr>
          <p:cNvSpPr>
            <a:spLocks xmlns:a="http://schemas.openxmlformats.org/drawingml/2006/main" noGrp="1"/>
          </p:cNvSpPr>
          <p:nvPr/>
        </p:nvSpPr>
        <p:spPr>
          <a:xfrm xmlns:a="http://schemas.openxmlformats.org/drawingml/2006/main">
            <a:off x="742950" y="3019425"/>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0F36A"/>
                </a:solidFill>
                <a:latin typeface="Segoe UI"/>
                <a:ea typeface="Segoe UI"/>
                <a:cs typeface="Segoe UI"/>
              </a:defRPr>
            </a:defPPr>
          </a:lstStyle>
          <a:p xmlns:a="http://schemas.openxmlformats.org/drawingml/2006/main">
            <a:pPr algn="l">
              <a:lnSpc>
                <a:spcPct val="102000"/>
              </a:lnSpc>
              <a:buNone/>
              <a:defRPr sz="1200" b="1">
                <a:solidFill>
                  <a:srgbClr val="D0F36A"/>
                </a:solidFill>
                <a:latin typeface="Segoe UI"/>
                <a:ea typeface="Segoe UI"/>
                <a:cs typeface="Segoe UI"/>
              </a:defRPr>
            </a:pPr>
            <a:r>
              <a:rPr sz="1200" b="1">
                <a:solidFill>
                  <a:srgbClr val="D0F36A"/>
                </a:solidFill>
                <a:latin typeface="Segoe UI"/>
                <a:ea typeface="Segoe UI"/>
                <a:cs typeface="Segoe UI"/>
              </a:rPr>
              <a:t>02</a:t>
            </a:r>
          </a:p>
        </p:txBody>
      </p:sp>
      <p:sp>
        <p:nvSpPr>
          <p:cNvPr id="13" name="s4-head-1">
            <a:extLst xmlns:a="http://schemas.openxmlformats.org/drawingml/2006/main">
              <a:ext uri="{FF2B5EF4-FFF2-40B4-BE49-F238E27FC236}">
                <a16:creationId xmlns:a16="http://schemas.microsoft.com/office/drawing/2014/main" id="{A632A587-65AE-4418-B6F1-E6A637F70588}"/>
              </a:ext>
            </a:extLst>
          </p:cNvPr>
          <p:cNvSpPr>
            <a:spLocks xmlns:a="http://schemas.openxmlformats.org/drawingml/2006/main" noGrp="1"/>
          </p:cNvSpPr>
          <p:nvPr/>
        </p:nvSpPr>
        <p:spPr>
          <a:xfrm xmlns:a="http://schemas.openxmlformats.org/drawingml/2006/main">
            <a:off x="1524000" y="300037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F4F7F2"/>
                </a:solidFill>
                <a:latin typeface="Segoe UI"/>
                <a:ea typeface="Segoe UI"/>
                <a:cs typeface="Segoe UI"/>
              </a:defRPr>
            </a:defPPr>
          </a:lstStyle>
          <a:p xmlns:a="http://schemas.openxmlformats.org/drawingml/2006/main">
            <a:pPr algn="l">
              <a:lnSpc>
                <a:spcPct val="102000"/>
              </a:lnSpc>
              <a:buNone/>
              <a:defRPr sz="1350" b="1">
                <a:solidFill>
                  <a:srgbClr val="F4F7F2"/>
                </a:solidFill>
                <a:latin typeface="Segoe UI"/>
                <a:ea typeface="Segoe UI"/>
                <a:cs typeface="Segoe UI"/>
              </a:defRPr>
            </a:pPr>
            <a:r>
              <a:rPr sz="1350" b="1">
                <a:solidFill>
                  <a:srgbClr val="F4F7F2"/>
                </a:solidFill>
                <a:latin typeface="Segoe UI"/>
                <a:ea typeface="Segoe UI"/>
                <a:cs typeface="Segoe UI"/>
              </a:rPr>
              <a:t>TENDENCIAS</a:t>
            </a:r>
          </a:p>
        </p:txBody>
      </p:sp>
      <p:sp>
        <p:nvSpPr>
          <p:cNvPr id="14" name="s4-body-1">
            <a:extLst xmlns:a="http://schemas.openxmlformats.org/drawingml/2006/main">
              <a:ext uri="{FF2B5EF4-FFF2-40B4-BE49-F238E27FC236}">
                <a16:creationId xmlns:a16="http://schemas.microsoft.com/office/drawing/2014/main" id="{837B3A0E-3154-4347-8008-8B1444305712}"/>
              </a:ext>
            </a:extLst>
          </p:cNvPr>
          <p:cNvSpPr>
            <a:spLocks xmlns:a="http://schemas.openxmlformats.org/drawingml/2006/main" noGrp="1"/>
          </p:cNvSpPr>
          <p:nvPr/>
        </p:nvSpPr>
        <p:spPr>
          <a:xfrm xmlns:a="http://schemas.openxmlformats.org/drawingml/2006/main">
            <a:off x="3905250" y="3000375"/>
            <a:ext cx="638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A9B7AD"/>
                </a:solidFill>
                <a:latin typeface="Segoe UI"/>
                <a:ea typeface="Segoe UI"/>
                <a:cs typeface="Segoe UI"/>
              </a:defRPr>
            </a:defPPr>
          </a:lstStyle>
          <a:p xmlns:a="http://schemas.openxmlformats.org/drawingml/2006/main">
            <a:pPr algn="l">
              <a:lnSpc>
                <a:spcPct val="102000"/>
              </a:lnSpc>
              <a:buNone/>
              <a:defRPr sz="1500" b="0">
                <a:solidFill>
                  <a:srgbClr val="A9B7AD"/>
                </a:solidFill>
                <a:latin typeface="Segoe UI"/>
                <a:ea typeface="Segoe UI"/>
                <a:cs typeface="Segoe UI"/>
              </a:defRPr>
            </a:pPr>
            <a:r>
              <a:rPr sz="1500" b="0">
                <a:solidFill>
                  <a:srgbClr val="A9B7AD"/>
                </a:solidFill>
                <a:latin typeface="Segoe UI"/>
                <a:ea typeface="Segoe UI"/>
                <a:cs typeface="Segoe UI"/>
              </a:rPr>
              <a:t>Cambios frente a la referencia personal.</a:t>
            </a:r>
          </a:p>
        </p:txBody>
      </p:sp>
      <p:sp>
        <p:nvSpPr>
          <p:cNvPr id="15" name="">
            <a:extLst xmlns:a="http://schemas.openxmlformats.org/drawingml/2006/main">
              <a:ext uri="{FF2B5EF4-FFF2-40B4-BE49-F238E27FC236}">
                <a16:creationId xmlns:a16="http://schemas.microsoft.com/office/drawing/2014/main" id="{0B58F7B8-7892-4DC9-A811-6E2E0DCDBB61}"/>
              </a:ext>
            </a:extLst>
          </p:cNvPr>
          <p:cNvSpPr>
            <a:spLocks xmlns:a="http://schemas.openxmlformats.org/drawingml/2006/main" noGrp="1"/>
          </p:cNvSpPr>
          <p:nvPr/>
        </p:nvSpPr>
        <p:spPr>
          <a:xfrm xmlns:a="http://schemas.openxmlformats.org/drawingml/2006/main">
            <a:off x="1524000" y="3476625"/>
            <a:ext cx="8953500" cy="9525"/>
          </a:xfrm>
          <a:prstGeom xmlns:a="http://schemas.openxmlformats.org/drawingml/2006/main" prst="rect">
            <a:avLst/>
          </a:prstGeom>
          <a:solidFill xmlns:a="http://schemas.openxmlformats.org/drawingml/2006/main">
            <a:srgbClr val="26362E"/>
          </a:solidFill>
          <a:ln xmlns:a="http://schemas.openxmlformats.org/drawingml/2006/main" w="0">
            <a:noFill/>
            <a:prstDash val="solid"/>
          </a:ln>
        </p:spPr>
      </p:sp>
      <p:sp>
        <p:nvSpPr>
          <p:cNvPr id="16" name="s4-num-2">
            <a:extLst xmlns:a="http://schemas.openxmlformats.org/drawingml/2006/main">
              <a:ext uri="{FF2B5EF4-FFF2-40B4-BE49-F238E27FC236}">
                <a16:creationId xmlns:a16="http://schemas.microsoft.com/office/drawing/2014/main" id="{2F3EFDE7-D1C4-4B27-B4E7-1E4BA6BEC74E}"/>
              </a:ext>
            </a:extLst>
          </p:cNvPr>
          <p:cNvSpPr>
            <a:spLocks xmlns:a="http://schemas.openxmlformats.org/drawingml/2006/main" noGrp="1"/>
          </p:cNvSpPr>
          <p:nvPr/>
        </p:nvSpPr>
        <p:spPr>
          <a:xfrm xmlns:a="http://schemas.openxmlformats.org/drawingml/2006/main">
            <a:off x="742950" y="3800475"/>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0F36A"/>
                </a:solidFill>
                <a:latin typeface="Segoe UI"/>
                <a:ea typeface="Segoe UI"/>
                <a:cs typeface="Segoe UI"/>
              </a:defRPr>
            </a:defPPr>
          </a:lstStyle>
          <a:p xmlns:a="http://schemas.openxmlformats.org/drawingml/2006/main">
            <a:pPr algn="l">
              <a:lnSpc>
                <a:spcPct val="102000"/>
              </a:lnSpc>
              <a:buNone/>
              <a:defRPr sz="1200" b="1">
                <a:solidFill>
                  <a:srgbClr val="D0F36A"/>
                </a:solidFill>
                <a:latin typeface="Segoe UI"/>
                <a:ea typeface="Segoe UI"/>
                <a:cs typeface="Segoe UI"/>
              </a:defRPr>
            </a:pPr>
            <a:r>
              <a:rPr sz="1200" b="1">
                <a:solidFill>
                  <a:srgbClr val="D0F36A"/>
                </a:solidFill>
                <a:latin typeface="Segoe UI"/>
                <a:ea typeface="Segoe UI"/>
                <a:cs typeface="Segoe UI"/>
              </a:rPr>
              <a:t>03</a:t>
            </a:r>
          </a:p>
        </p:txBody>
      </p:sp>
      <p:sp>
        <p:nvSpPr>
          <p:cNvPr id="17" name="s4-head-2">
            <a:extLst xmlns:a="http://schemas.openxmlformats.org/drawingml/2006/main">
              <a:ext uri="{FF2B5EF4-FFF2-40B4-BE49-F238E27FC236}">
                <a16:creationId xmlns:a16="http://schemas.microsoft.com/office/drawing/2014/main" id="{EB7DCB95-0EC3-4734-B857-0E64B188A6C8}"/>
              </a:ext>
            </a:extLst>
          </p:cNvPr>
          <p:cNvSpPr>
            <a:spLocks xmlns:a="http://schemas.openxmlformats.org/drawingml/2006/main" noGrp="1"/>
          </p:cNvSpPr>
          <p:nvPr/>
        </p:nvSpPr>
        <p:spPr>
          <a:xfrm xmlns:a="http://schemas.openxmlformats.org/drawingml/2006/main">
            <a:off x="1524000" y="37814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F4F7F2"/>
                </a:solidFill>
                <a:latin typeface="Segoe UI"/>
                <a:ea typeface="Segoe UI"/>
                <a:cs typeface="Segoe UI"/>
              </a:defRPr>
            </a:defPPr>
          </a:lstStyle>
          <a:p xmlns:a="http://schemas.openxmlformats.org/drawingml/2006/main">
            <a:pPr algn="l">
              <a:lnSpc>
                <a:spcPct val="102000"/>
              </a:lnSpc>
              <a:buNone/>
              <a:defRPr sz="1350" b="1">
                <a:solidFill>
                  <a:srgbClr val="F4F7F2"/>
                </a:solidFill>
                <a:latin typeface="Segoe UI"/>
                <a:ea typeface="Segoe UI"/>
                <a:cs typeface="Segoe UI"/>
              </a:defRPr>
            </a:pPr>
            <a:r>
              <a:rPr sz="1350" b="1">
                <a:solidFill>
                  <a:srgbClr val="F4F7F2"/>
                </a:solidFill>
                <a:latin typeface="Segoe UI"/>
                <a:ea typeface="Segoe UI"/>
                <a:cs typeface="Segoe UI"/>
              </a:rPr>
              <a:t>DIARIO</a:t>
            </a:r>
          </a:p>
        </p:txBody>
      </p:sp>
      <p:sp>
        <p:nvSpPr>
          <p:cNvPr id="18" name="s4-body-2">
            <a:extLst xmlns:a="http://schemas.openxmlformats.org/drawingml/2006/main">
              <a:ext uri="{FF2B5EF4-FFF2-40B4-BE49-F238E27FC236}">
                <a16:creationId xmlns:a16="http://schemas.microsoft.com/office/drawing/2014/main" id="{81A22D8D-DAF6-44D8-8E90-4FE638864423}"/>
              </a:ext>
            </a:extLst>
          </p:cNvPr>
          <p:cNvSpPr>
            <a:spLocks xmlns:a="http://schemas.openxmlformats.org/drawingml/2006/main" noGrp="1"/>
          </p:cNvSpPr>
          <p:nvPr/>
        </p:nvSpPr>
        <p:spPr>
          <a:xfrm xmlns:a="http://schemas.openxmlformats.org/drawingml/2006/main">
            <a:off x="3905250" y="3781425"/>
            <a:ext cx="638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A9B7AD"/>
                </a:solidFill>
                <a:latin typeface="Segoe UI"/>
                <a:ea typeface="Segoe UI"/>
                <a:cs typeface="Segoe UI"/>
              </a:defRPr>
            </a:defPPr>
          </a:lstStyle>
          <a:p xmlns:a="http://schemas.openxmlformats.org/drawingml/2006/main">
            <a:pPr algn="l">
              <a:lnSpc>
                <a:spcPct val="102000"/>
              </a:lnSpc>
              <a:buNone/>
              <a:defRPr sz="1500" b="0">
                <a:solidFill>
                  <a:srgbClr val="A9B7AD"/>
                </a:solidFill>
                <a:latin typeface="Segoe UI"/>
                <a:ea typeface="Segoe UI"/>
                <a:cs typeface="Segoe UI"/>
              </a:defRPr>
            </a:pPr>
            <a:r>
              <a:rPr sz="1500" b="0">
                <a:solidFill>
                  <a:srgbClr val="A9B7AD"/>
                </a:solidFill>
                <a:latin typeface="Segoe UI"/>
                <a:ea typeface="Segoe UI"/>
                <a:cs typeface="Segoe UI"/>
              </a:rPr>
              <a:t>Hábitos, síntomas y eventos con fecha.</a:t>
            </a:r>
          </a:p>
        </p:txBody>
      </p:sp>
      <p:sp>
        <p:nvSpPr>
          <p:cNvPr id="19" name="">
            <a:extLst xmlns:a="http://schemas.openxmlformats.org/drawingml/2006/main">
              <a:ext uri="{FF2B5EF4-FFF2-40B4-BE49-F238E27FC236}">
                <a16:creationId xmlns:a16="http://schemas.microsoft.com/office/drawing/2014/main" id="{9C5E2E91-8238-4B5E-8D4C-355AEFE12C7A}"/>
              </a:ext>
            </a:extLst>
          </p:cNvPr>
          <p:cNvSpPr>
            <a:spLocks xmlns:a="http://schemas.openxmlformats.org/drawingml/2006/main" noGrp="1"/>
          </p:cNvSpPr>
          <p:nvPr/>
        </p:nvSpPr>
        <p:spPr>
          <a:xfrm xmlns:a="http://schemas.openxmlformats.org/drawingml/2006/main">
            <a:off x="1524000" y="4257675"/>
            <a:ext cx="8953500" cy="9525"/>
          </a:xfrm>
          <a:prstGeom xmlns:a="http://schemas.openxmlformats.org/drawingml/2006/main" prst="rect">
            <a:avLst/>
          </a:prstGeom>
          <a:solidFill xmlns:a="http://schemas.openxmlformats.org/drawingml/2006/main">
            <a:srgbClr val="26362E"/>
          </a:solidFill>
          <a:ln xmlns:a="http://schemas.openxmlformats.org/drawingml/2006/main" w="0">
            <a:noFill/>
            <a:prstDash val="solid"/>
          </a:ln>
        </p:spPr>
      </p:sp>
      <p:sp>
        <p:nvSpPr>
          <p:cNvPr id="20" name="s4-num-3">
            <a:extLst xmlns:a="http://schemas.openxmlformats.org/drawingml/2006/main">
              <a:ext uri="{FF2B5EF4-FFF2-40B4-BE49-F238E27FC236}">
                <a16:creationId xmlns:a16="http://schemas.microsoft.com/office/drawing/2014/main" id="{B1FD7681-0A97-4732-A064-33085F04E482}"/>
              </a:ext>
            </a:extLst>
          </p:cNvPr>
          <p:cNvSpPr>
            <a:spLocks xmlns:a="http://schemas.openxmlformats.org/drawingml/2006/main" noGrp="1"/>
          </p:cNvSpPr>
          <p:nvPr/>
        </p:nvSpPr>
        <p:spPr>
          <a:xfrm xmlns:a="http://schemas.openxmlformats.org/drawingml/2006/main">
            <a:off x="742950" y="4581525"/>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0F36A"/>
                </a:solidFill>
                <a:latin typeface="Segoe UI"/>
                <a:ea typeface="Segoe UI"/>
                <a:cs typeface="Segoe UI"/>
              </a:defRPr>
            </a:defPPr>
          </a:lstStyle>
          <a:p xmlns:a="http://schemas.openxmlformats.org/drawingml/2006/main">
            <a:pPr algn="l">
              <a:lnSpc>
                <a:spcPct val="102000"/>
              </a:lnSpc>
              <a:buNone/>
              <a:defRPr sz="1200" b="1">
                <a:solidFill>
                  <a:srgbClr val="D0F36A"/>
                </a:solidFill>
                <a:latin typeface="Segoe UI"/>
                <a:ea typeface="Segoe UI"/>
                <a:cs typeface="Segoe UI"/>
              </a:defRPr>
            </a:pPr>
            <a:r>
              <a:rPr sz="1200" b="1">
                <a:solidFill>
                  <a:srgbClr val="D0F36A"/>
                </a:solidFill>
                <a:latin typeface="Segoe UI"/>
                <a:ea typeface="Segoe UI"/>
                <a:cs typeface="Segoe UI"/>
              </a:rPr>
              <a:t>04</a:t>
            </a:r>
          </a:p>
        </p:txBody>
      </p:sp>
      <p:sp>
        <p:nvSpPr>
          <p:cNvPr id="21" name="s4-head-3">
            <a:extLst xmlns:a="http://schemas.openxmlformats.org/drawingml/2006/main">
              <a:ext uri="{FF2B5EF4-FFF2-40B4-BE49-F238E27FC236}">
                <a16:creationId xmlns:a16="http://schemas.microsoft.com/office/drawing/2014/main" id="{F884CE16-2B33-4997-A04F-795D432F01E7}"/>
              </a:ext>
            </a:extLst>
          </p:cNvPr>
          <p:cNvSpPr>
            <a:spLocks xmlns:a="http://schemas.openxmlformats.org/drawingml/2006/main" noGrp="1"/>
          </p:cNvSpPr>
          <p:nvPr/>
        </p:nvSpPr>
        <p:spPr>
          <a:xfrm xmlns:a="http://schemas.openxmlformats.org/drawingml/2006/main">
            <a:off x="1524000" y="456247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F4F7F2"/>
                </a:solidFill>
                <a:latin typeface="Segoe UI"/>
                <a:ea typeface="Segoe UI"/>
                <a:cs typeface="Segoe UI"/>
              </a:defRPr>
            </a:defPPr>
          </a:lstStyle>
          <a:p xmlns:a="http://schemas.openxmlformats.org/drawingml/2006/main">
            <a:pPr algn="l">
              <a:lnSpc>
                <a:spcPct val="102000"/>
              </a:lnSpc>
              <a:buNone/>
              <a:defRPr sz="1350" b="1">
                <a:solidFill>
                  <a:srgbClr val="F4F7F2"/>
                </a:solidFill>
                <a:latin typeface="Segoe UI"/>
                <a:ea typeface="Segoe UI"/>
                <a:cs typeface="Segoe UI"/>
              </a:defRPr>
            </a:pPr>
            <a:r>
              <a:rPr sz="1350" b="1">
                <a:solidFill>
                  <a:srgbClr val="F4F7F2"/>
                </a:solidFill>
                <a:latin typeface="Segoe UI"/>
                <a:ea typeface="Segoe UI"/>
                <a:cs typeface="Segoe UI"/>
              </a:rPr>
              <a:t>SUEÑO</a:t>
            </a:r>
          </a:p>
        </p:txBody>
      </p:sp>
      <p:sp>
        <p:nvSpPr>
          <p:cNvPr id="22" name="s4-body-3">
            <a:extLst xmlns:a="http://schemas.openxmlformats.org/drawingml/2006/main">
              <a:ext uri="{FF2B5EF4-FFF2-40B4-BE49-F238E27FC236}">
                <a16:creationId xmlns:a16="http://schemas.microsoft.com/office/drawing/2014/main" id="{EDBD19B7-08F4-48AF-A3CE-17F3DF44D097}"/>
              </a:ext>
            </a:extLst>
          </p:cNvPr>
          <p:cNvSpPr>
            <a:spLocks xmlns:a="http://schemas.openxmlformats.org/drawingml/2006/main" noGrp="1"/>
          </p:cNvSpPr>
          <p:nvPr/>
        </p:nvSpPr>
        <p:spPr>
          <a:xfrm xmlns:a="http://schemas.openxmlformats.org/drawingml/2006/main">
            <a:off x="3905250" y="4562475"/>
            <a:ext cx="638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A9B7AD"/>
                </a:solidFill>
                <a:latin typeface="Segoe UI"/>
                <a:ea typeface="Segoe UI"/>
                <a:cs typeface="Segoe UI"/>
              </a:defRPr>
            </a:defPPr>
          </a:lstStyle>
          <a:p xmlns:a="http://schemas.openxmlformats.org/drawingml/2006/main">
            <a:pPr algn="l">
              <a:lnSpc>
                <a:spcPct val="102000"/>
              </a:lnSpc>
              <a:buNone/>
              <a:defRPr sz="1500" b="0">
                <a:solidFill>
                  <a:srgbClr val="A9B7AD"/>
                </a:solidFill>
                <a:latin typeface="Segoe UI"/>
                <a:ea typeface="Segoe UI"/>
                <a:cs typeface="Segoe UI"/>
              </a:defRPr>
            </a:pPr>
            <a:r>
              <a:rPr sz="1500" b="0">
                <a:solidFill>
                  <a:srgbClr val="A9B7AD"/>
                </a:solidFill>
                <a:latin typeface="Segoe UI"/>
                <a:ea typeface="Segoe UI"/>
                <a:cs typeface="Segoe UI"/>
              </a:rPr>
              <a:t>Duración, regularidad y datos disponibles.</a:t>
            </a:r>
          </a:p>
        </p:txBody>
      </p:sp>
      <p:sp>
        <p:nvSpPr>
          <p:cNvPr id="23" name="">
            <a:extLst xmlns:a="http://schemas.openxmlformats.org/drawingml/2006/main">
              <a:ext uri="{FF2B5EF4-FFF2-40B4-BE49-F238E27FC236}">
                <a16:creationId xmlns:a16="http://schemas.microsoft.com/office/drawing/2014/main" id="{6A187272-1053-4318-87B3-2F98BA1F12D0}"/>
              </a:ext>
            </a:extLst>
          </p:cNvPr>
          <p:cNvSpPr>
            <a:spLocks xmlns:a="http://schemas.openxmlformats.org/drawingml/2006/main" noGrp="1"/>
          </p:cNvSpPr>
          <p:nvPr/>
        </p:nvSpPr>
        <p:spPr>
          <a:xfrm xmlns:a="http://schemas.openxmlformats.org/drawingml/2006/main">
            <a:off x="1524000" y="5038725"/>
            <a:ext cx="8953500" cy="9525"/>
          </a:xfrm>
          <a:prstGeom xmlns:a="http://schemas.openxmlformats.org/drawingml/2006/main" prst="rect">
            <a:avLst/>
          </a:prstGeom>
          <a:solidFill xmlns:a="http://schemas.openxmlformats.org/drawingml/2006/main">
            <a:srgbClr val="26362E"/>
          </a:solidFill>
          <a:ln xmlns:a="http://schemas.openxmlformats.org/drawingml/2006/main" w="0">
            <a:noFill/>
            <a:prstDash val="solid"/>
          </a:ln>
        </p:spPr>
      </p:sp>
      <p:sp>
        <p:nvSpPr>
          <p:cNvPr id="24" name="s4-num-4">
            <a:extLst xmlns:a="http://schemas.openxmlformats.org/drawingml/2006/main">
              <a:ext uri="{FF2B5EF4-FFF2-40B4-BE49-F238E27FC236}">
                <a16:creationId xmlns:a16="http://schemas.microsoft.com/office/drawing/2014/main" id="{333A3243-15E4-43D7-B241-9D6A9172670E}"/>
              </a:ext>
            </a:extLst>
          </p:cNvPr>
          <p:cNvSpPr>
            <a:spLocks xmlns:a="http://schemas.openxmlformats.org/drawingml/2006/main" noGrp="1"/>
          </p:cNvSpPr>
          <p:nvPr/>
        </p:nvSpPr>
        <p:spPr>
          <a:xfrm xmlns:a="http://schemas.openxmlformats.org/drawingml/2006/main">
            <a:off x="742950" y="5362575"/>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0F36A"/>
                </a:solidFill>
                <a:latin typeface="Segoe UI"/>
                <a:ea typeface="Segoe UI"/>
                <a:cs typeface="Segoe UI"/>
              </a:defRPr>
            </a:defPPr>
          </a:lstStyle>
          <a:p xmlns:a="http://schemas.openxmlformats.org/drawingml/2006/main">
            <a:pPr algn="l">
              <a:lnSpc>
                <a:spcPct val="102000"/>
              </a:lnSpc>
              <a:buNone/>
              <a:defRPr sz="1200" b="1">
                <a:solidFill>
                  <a:srgbClr val="D0F36A"/>
                </a:solidFill>
                <a:latin typeface="Segoe UI"/>
                <a:ea typeface="Segoe UI"/>
                <a:cs typeface="Segoe UI"/>
              </a:defRPr>
            </a:pPr>
            <a:r>
              <a:rPr sz="1200" b="1">
                <a:solidFill>
                  <a:srgbClr val="D0F36A"/>
                </a:solidFill>
                <a:latin typeface="Segoe UI"/>
                <a:ea typeface="Segoe UI"/>
                <a:cs typeface="Segoe UI"/>
              </a:rPr>
              <a:t>05</a:t>
            </a:r>
          </a:p>
        </p:txBody>
      </p:sp>
      <p:sp>
        <p:nvSpPr>
          <p:cNvPr id="25" name="s4-head-4">
            <a:extLst xmlns:a="http://schemas.openxmlformats.org/drawingml/2006/main">
              <a:ext uri="{FF2B5EF4-FFF2-40B4-BE49-F238E27FC236}">
                <a16:creationId xmlns:a16="http://schemas.microsoft.com/office/drawing/2014/main" id="{C8B2BD9B-5289-4303-9CC2-521956A8BF82}"/>
              </a:ext>
            </a:extLst>
          </p:cNvPr>
          <p:cNvSpPr>
            <a:spLocks xmlns:a="http://schemas.openxmlformats.org/drawingml/2006/main" noGrp="1"/>
          </p:cNvSpPr>
          <p:nvPr/>
        </p:nvSpPr>
        <p:spPr>
          <a:xfrm xmlns:a="http://schemas.openxmlformats.org/drawingml/2006/main">
            <a:off x="1524000" y="53435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F4F7F2"/>
                </a:solidFill>
                <a:latin typeface="Segoe UI"/>
                <a:ea typeface="Segoe UI"/>
                <a:cs typeface="Segoe UI"/>
              </a:defRPr>
            </a:defPPr>
          </a:lstStyle>
          <a:p xmlns:a="http://schemas.openxmlformats.org/drawingml/2006/main">
            <a:pPr algn="l">
              <a:lnSpc>
                <a:spcPct val="102000"/>
              </a:lnSpc>
              <a:buNone/>
              <a:defRPr sz="1350" b="1">
                <a:solidFill>
                  <a:srgbClr val="F4F7F2"/>
                </a:solidFill>
                <a:latin typeface="Segoe UI"/>
                <a:ea typeface="Segoe UI"/>
                <a:cs typeface="Segoe UI"/>
              </a:defRPr>
            </a:pPr>
            <a:r>
              <a:rPr sz="1350" b="1">
                <a:solidFill>
                  <a:srgbClr val="F4F7F2"/>
                </a:solidFill>
                <a:latin typeface="Segoe UI"/>
                <a:ea typeface="Segoe UI"/>
                <a:cs typeface="Segoe UI"/>
              </a:rPr>
              <a:t>PERFIL</a:t>
            </a:r>
          </a:p>
        </p:txBody>
      </p:sp>
      <p:sp>
        <p:nvSpPr>
          <p:cNvPr id="26" name="s4-body-4">
            <a:extLst xmlns:a="http://schemas.openxmlformats.org/drawingml/2006/main">
              <a:ext uri="{FF2B5EF4-FFF2-40B4-BE49-F238E27FC236}">
                <a16:creationId xmlns:a16="http://schemas.microsoft.com/office/drawing/2014/main" id="{91BDC9A2-AE6D-48E4-8C56-3BC2358207AF}"/>
              </a:ext>
            </a:extLst>
          </p:cNvPr>
          <p:cNvSpPr>
            <a:spLocks xmlns:a="http://schemas.openxmlformats.org/drawingml/2006/main" noGrp="1"/>
          </p:cNvSpPr>
          <p:nvPr/>
        </p:nvSpPr>
        <p:spPr>
          <a:xfrm xmlns:a="http://schemas.openxmlformats.org/drawingml/2006/main">
            <a:off x="3905250" y="5343525"/>
            <a:ext cx="638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A9B7AD"/>
                </a:solidFill>
                <a:latin typeface="Segoe UI"/>
                <a:ea typeface="Segoe UI"/>
                <a:cs typeface="Segoe UI"/>
              </a:defRPr>
            </a:defPPr>
          </a:lstStyle>
          <a:p xmlns:a="http://schemas.openxmlformats.org/drawingml/2006/main">
            <a:pPr algn="l">
              <a:lnSpc>
                <a:spcPct val="102000"/>
              </a:lnSpc>
              <a:buNone/>
              <a:defRPr sz="1500" b="0">
                <a:solidFill>
                  <a:srgbClr val="A9B7AD"/>
                </a:solidFill>
                <a:latin typeface="Segoe UI"/>
                <a:ea typeface="Segoe UI"/>
                <a:cs typeface="Segoe UI"/>
              </a:defRPr>
            </a:pPr>
            <a:r>
              <a:rPr sz="1500" b="0">
                <a:solidFill>
                  <a:srgbClr val="A9B7AD"/>
                </a:solidFill>
                <a:latin typeface="Segoe UI"/>
                <a:ea typeface="Segoe UI"/>
                <a:cs typeface="Segoe UI"/>
              </a:rPr>
              <a:t>Objetivos, permisos y controles de privacidad.</a:t>
            </a:r>
          </a:p>
        </p:txBody>
      </p:sp>
      <p:sp>
        <p:nvSpPr>
          <p:cNvPr id="27" name="">
            <a:extLst xmlns:a="http://schemas.openxmlformats.org/drawingml/2006/main">
              <a:ext uri="{FF2B5EF4-FFF2-40B4-BE49-F238E27FC236}">
                <a16:creationId xmlns:a16="http://schemas.microsoft.com/office/drawing/2014/main" id="{44E9D739-2B16-4865-BE24-B43467624A45}"/>
              </a:ext>
            </a:extLst>
          </p:cNvPr>
          <p:cNvSpPr>
            <a:spLocks xmlns:a="http://schemas.openxmlformats.org/drawingml/2006/main" noGrp="1"/>
          </p:cNvSpPr>
          <p:nvPr/>
        </p:nvSpPr>
        <p:spPr>
          <a:xfrm xmlns:a="http://schemas.openxmlformats.org/drawingml/2006/main">
            <a:off x="1524000" y="5819775"/>
            <a:ext cx="8953500" cy="9525"/>
          </a:xfrm>
          <a:prstGeom xmlns:a="http://schemas.openxmlformats.org/drawingml/2006/main" prst="rect">
            <a:avLst/>
          </a:prstGeom>
          <a:solidFill xmlns:a="http://schemas.openxmlformats.org/drawingml/2006/main">
            <a:srgbClr val="26362E"/>
          </a:solidFill>
          <a:ln xmlns:a="http://schemas.openxmlformats.org/drawingml/2006/main" w="0">
            <a:noFill/>
            <a:prstDash val="solid"/>
          </a:ln>
        </p:spPr>
      </p:sp>
      <p:sp>
        <p:nvSpPr>
          <p:cNvPr id="28" name="s4-foot">
            <a:extLst xmlns:a="http://schemas.openxmlformats.org/drawingml/2006/main">
              <a:ext uri="{FF2B5EF4-FFF2-40B4-BE49-F238E27FC236}">
                <a16:creationId xmlns:a16="http://schemas.microsoft.com/office/drawing/2014/main" id="{4BD7952B-6EAF-42B8-B8DA-48B1BE13BAFF}"/>
              </a:ext>
            </a:extLst>
          </p:cNvPr>
          <p:cNvSpPr>
            <a:spLocks xmlns:a="http://schemas.openxmlformats.org/drawingml/2006/main" noGrp="1"/>
          </p:cNvSpPr>
          <p:nvPr/>
        </p:nvSpPr>
        <p:spPr>
          <a:xfrm xmlns:a="http://schemas.openxmlformats.org/drawingml/2006/main">
            <a:off x="1524000" y="61626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F1B96A"/>
                </a:solidFill>
                <a:latin typeface="Segoe UI"/>
                <a:ea typeface="Segoe UI"/>
                <a:cs typeface="Segoe UI"/>
              </a:defRPr>
            </a:defPPr>
          </a:lstStyle>
          <a:p xmlns:a="http://schemas.openxmlformats.org/drawingml/2006/main">
            <a:pPr algn="l">
              <a:lnSpc>
                <a:spcPct val="102000"/>
              </a:lnSpc>
              <a:buNone/>
              <a:defRPr sz="1125" b="0">
                <a:solidFill>
                  <a:srgbClr val="F1B96A"/>
                </a:solidFill>
                <a:latin typeface="Segoe UI"/>
                <a:ea typeface="Segoe UI"/>
                <a:cs typeface="Segoe UI"/>
              </a:defRPr>
            </a:pPr>
            <a:r>
              <a:rPr sz="1125" b="0">
                <a:solidFill>
                  <a:srgbClr val="F1B96A"/>
                </a:solidFill>
                <a:latin typeface="Segoe UI"/>
                <a:ea typeface="Segoe UI"/>
                <a:cs typeface="Segoe UI"/>
              </a:rPr>
              <a:t>El Coach IA es un pilar en desarrollo; no está habilitado para usuarios.</a:t>
            </a:r>
          </a:p>
        </p:txBody>
      </p:sp>
    </p:spTree>
    <p:extLst>
      <p:ext uri="{BB962C8B-B14F-4D97-AF65-F5344CB8AC3E}">
        <p14:creationId xmlns:p14="http://schemas.microsoft.com/office/powerpoint/2010/main" val="52469677"/>
      </p:ext>
    </p:extLst>
  </p:cSld>
</p:sld>
</file>

<file path=ppt/slides/slide5.xml><?xml version="1.0" encoding="utf-8"?>
<p:sld xmlns:p="http://schemas.openxmlformats.org/presentationml/2006/main">
  <p:cSld>
    <p:bg>
      <p:bgPr>
        <a:solidFill xmlns:a="http://schemas.openxmlformats.org/drawingml/2006/main">
          <a:srgbClr val="07100E"/>
        </a:solidFill>
      </p:bgPr>
    </p:bg>
    <p:spTree>
      <p:nvGrpSpPr>
        <p:cNvPr id="1" name=""/>
        <p:cNvGrpSpPr/>
        <p:nvPr/>
      </p:nvGrpSpPr>
      <p:grpSpPr>
        <a:xfrm xmlns:a="http://schemas.openxmlformats.org/drawingml/2006/main"/>
      </p:grpSpPr>
      <p:sp>
        <p:nvSpPr>
          <p:cNvPr id="32" name="wordmark">
            <a:extLst xmlns:a="http://schemas.openxmlformats.org/drawingml/2006/main">
              <a:ext uri="{FF2B5EF4-FFF2-40B4-BE49-F238E27FC236}">
                <a16:creationId xmlns:a16="http://schemas.microsoft.com/office/drawing/2014/main" id="{99F91CA7-CBB9-4E59-A33C-4924E6519AA3}"/>
              </a:ext>
            </a:extLst>
          </p:cNvPr>
          <p:cNvSpPr>
            <a:spLocks xmlns:a="http://schemas.openxmlformats.org/drawingml/2006/main" noGrp="1"/>
          </p:cNvSpPr>
          <p:nvPr/>
        </p:nvSpPr>
        <p:spPr>
          <a:xfrm xmlns:a="http://schemas.openxmlformats.org/drawingml/2006/main">
            <a:off x="685800" y="2857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4E2C7"/>
                </a:solidFill>
                <a:latin typeface="Segoe UI"/>
                <a:ea typeface="Segoe UI"/>
                <a:cs typeface="Segoe UI"/>
              </a:defRPr>
            </a:defPPr>
          </a:lstStyle>
          <a:p xmlns:a="http://schemas.openxmlformats.org/drawingml/2006/main">
            <a:pPr algn="l">
              <a:lnSpc>
                <a:spcPct val="102000"/>
              </a:lnSpc>
              <a:buNone/>
              <a:defRPr sz="1125" b="1">
                <a:solidFill>
                  <a:srgbClr val="74E2C7"/>
                </a:solidFill>
                <a:latin typeface="Segoe UI"/>
                <a:ea typeface="Segoe UI"/>
                <a:cs typeface="Segoe UI"/>
              </a:defRPr>
            </a:pPr>
            <a:r>
              <a:rPr sz="1125" b="1">
                <a:solidFill>
                  <a:srgbClr val="74E2C7"/>
                </a:solidFill>
                <a:latin typeface="Segoe UI"/>
                <a:ea typeface="Segoe UI"/>
                <a:cs typeface="Segoe UI"/>
              </a:rPr>
              <a:t>BIOPULSE</a:t>
            </a:r>
          </a:p>
        </p:txBody>
      </p:sp>
      <p:sp>
        <p:nvSpPr>
          <p:cNvPr id="2" name="section">
            <a:extLst xmlns:a="http://schemas.openxmlformats.org/drawingml/2006/main">
              <a:ext uri="{FF2B5EF4-FFF2-40B4-BE49-F238E27FC236}">
                <a16:creationId xmlns:a16="http://schemas.microsoft.com/office/drawing/2014/main" id="{B9D28A2D-BBFB-41D0-A857-358E98F3B56D}"/>
              </a:ext>
            </a:extLst>
          </p:cNvPr>
          <p:cNvSpPr>
            <a:spLocks xmlns:a="http://schemas.openxmlformats.org/drawingml/2006/main" noGrp="1"/>
          </p:cNvSpPr>
          <p:nvPr/>
        </p:nvSpPr>
        <p:spPr>
          <a:xfrm xmlns:a="http://schemas.openxmlformats.org/drawingml/2006/main">
            <a:off x="8620125" y="2857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708177"/>
                </a:solidFill>
                <a:latin typeface="Segoe UI"/>
                <a:ea typeface="Segoe UI"/>
                <a:cs typeface="Segoe UI"/>
              </a:defRPr>
            </a:defPPr>
          </a:lstStyle>
          <a:p xmlns:a="http://schemas.openxmlformats.org/drawingml/2006/main">
            <a:pPr algn="r">
              <a:lnSpc>
                <a:spcPct val="102000"/>
              </a:lnSpc>
              <a:buNone/>
              <a:defRPr sz="975" b="1">
                <a:solidFill>
                  <a:srgbClr val="708177"/>
                </a:solidFill>
                <a:latin typeface="Segoe UI"/>
                <a:ea typeface="Segoe UI"/>
                <a:cs typeface="Segoe UI"/>
              </a:defRPr>
            </a:pPr>
            <a:r>
              <a:rPr sz="975" b="1">
                <a:solidFill>
                  <a:srgbClr val="708177"/>
                </a:solidFill>
                <a:latin typeface="Segoe UI"/>
                <a:ea typeface="Segoe UI"/>
                <a:cs typeface="Segoe UI"/>
              </a:rPr>
              <a:t>CÓMO FUNCIONA</a:t>
            </a:r>
          </a:p>
        </p:txBody>
      </p:sp>
      <p:sp>
        <p:nvSpPr>
          <p:cNvPr id="3" name="">
            <a:extLst xmlns:a="http://schemas.openxmlformats.org/drawingml/2006/main">
              <a:ext uri="{FF2B5EF4-FFF2-40B4-BE49-F238E27FC236}">
                <a16:creationId xmlns:a16="http://schemas.microsoft.com/office/drawing/2014/main" id="{26122A1D-BD68-40B4-9CC2-568A4D4F2EB6}"/>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26362E"/>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FCEAA267-9098-4392-ADB7-8F82BBEADD82}"/>
              </a:ext>
            </a:extLst>
          </p:cNvPr>
          <p:cNvSpPr>
            <a:spLocks xmlns:a="http://schemas.openxmlformats.org/drawingml/2006/main" noGrp="1"/>
          </p:cNvSpPr>
          <p:nvPr/>
        </p:nvSpPr>
        <p:spPr>
          <a:xfrm xmlns:a="http://schemas.openxmlformats.org/drawingml/2006/main">
            <a:off x="685800" y="64865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a:solidFill>
                  <a:srgbClr val="708177"/>
                </a:solidFill>
                <a:latin typeface="Segoe UI"/>
                <a:ea typeface="Segoe UI"/>
                <a:cs typeface="Segoe UI"/>
              </a:defRPr>
            </a:defPPr>
          </a:lstStyle>
          <a:p xmlns:a="http://schemas.openxmlformats.org/drawingml/2006/main">
            <a:pPr algn="l">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BIOPULSE 2.0  •  PITCH DE INVERSIÓN  •  OCT 2026</a:t>
            </a:r>
          </a:p>
        </p:txBody>
      </p:sp>
      <p:sp>
        <p:nvSpPr>
          <p:cNvPr id="5" name="footer-page">
            <a:extLst xmlns:a="http://schemas.openxmlformats.org/drawingml/2006/main">
              <a:ext uri="{FF2B5EF4-FFF2-40B4-BE49-F238E27FC236}">
                <a16:creationId xmlns:a16="http://schemas.microsoft.com/office/drawing/2014/main" id="{0A687067-0308-4E7E-BC32-2B17F82769B5}"/>
              </a:ext>
            </a:extLst>
          </p:cNvPr>
          <p:cNvSpPr>
            <a:spLocks xmlns:a="http://schemas.openxmlformats.org/drawingml/2006/main" noGrp="1"/>
          </p:cNvSpPr>
          <p:nvPr/>
        </p:nvSpPr>
        <p:spPr>
          <a:xfrm xmlns:a="http://schemas.openxmlformats.org/drawingml/2006/main">
            <a:off x="10572750" y="6486525"/>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708177"/>
                </a:solidFill>
                <a:latin typeface="Segoe UI"/>
                <a:ea typeface="Segoe UI"/>
                <a:cs typeface="Segoe UI"/>
              </a:defRPr>
            </a:defPPr>
          </a:lstStyle>
          <a:p xmlns:a="http://schemas.openxmlformats.org/drawingml/2006/main">
            <a:pPr algn="r">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05 / 11</a:t>
            </a:r>
          </a:p>
        </p:txBody>
      </p:sp>
      <p:sp>
        <p:nvSpPr>
          <p:cNvPr id="6" name="s5-kicker">
            <a:extLst xmlns:a="http://schemas.openxmlformats.org/drawingml/2006/main">
              <a:ext uri="{FF2B5EF4-FFF2-40B4-BE49-F238E27FC236}">
                <a16:creationId xmlns:a16="http://schemas.microsoft.com/office/drawing/2014/main" id="{D179BA93-A648-4686-A72F-D03CDE43D518}"/>
              </a:ext>
            </a:extLst>
          </p:cNvPr>
          <p:cNvSpPr>
            <a:spLocks xmlns:a="http://schemas.openxmlformats.org/drawingml/2006/main" noGrp="1"/>
          </p:cNvSpPr>
          <p:nvPr/>
        </p:nvSpPr>
        <p:spPr>
          <a:xfrm xmlns:a="http://schemas.openxmlformats.org/drawingml/2006/main">
            <a:off x="685800" y="819150"/>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4E2C7"/>
                </a:solidFill>
                <a:latin typeface="Segoe UI"/>
                <a:ea typeface="Segoe UI"/>
                <a:cs typeface="Segoe UI"/>
              </a:defRPr>
            </a:defPPr>
          </a:lstStyle>
          <a:p xmlns:a="http://schemas.openxmlformats.org/drawingml/2006/main">
            <a:pPr algn="l">
              <a:lnSpc>
                <a:spcPct val="102000"/>
              </a:lnSpc>
              <a:buNone/>
              <a:defRPr sz="1050" b="1">
                <a:solidFill>
                  <a:srgbClr val="74E2C7"/>
                </a:solidFill>
                <a:latin typeface="Segoe UI"/>
                <a:ea typeface="Segoe UI"/>
                <a:cs typeface="Segoe UI"/>
              </a:defRPr>
            </a:pPr>
            <a:r>
              <a:rPr sz="1050" b="1">
                <a:solidFill>
                  <a:srgbClr val="74E2C7"/>
                </a:solidFill>
                <a:latin typeface="Segoe UI"/>
                <a:ea typeface="Segoe UI"/>
                <a:cs typeface="Segoe UI"/>
              </a:rPr>
              <a:t>PIPELINE EXPLICABLE</a:t>
            </a:r>
          </a:p>
        </p:txBody>
      </p:sp>
      <p:sp>
        <p:nvSpPr>
          <p:cNvPr id="7" name="s5-title">
            <a:extLst xmlns:a="http://schemas.openxmlformats.org/drawingml/2006/main">
              <a:ext uri="{FF2B5EF4-FFF2-40B4-BE49-F238E27FC236}">
                <a16:creationId xmlns:a16="http://schemas.microsoft.com/office/drawing/2014/main" id="{7614ED5C-A8AD-4C4C-90F5-4F0FD2B0EA71}"/>
              </a:ext>
            </a:extLst>
          </p:cNvPr>
          <p:cNvSpPr>
            <a:spLocks xmlns:a="http://schemas.openxmlformats.org/drawingml/2006/main" noGrp="1"/>
          </p:cNvSpPr>
          <p:nvPr/>
        </p:nvSpPr>
        <p:spPr>
          <a:xfrm xmlns:a="http://schemas.openxmlformats.org/drawingml/2006/main">
            <a:off x="685800" y="1219200"/>
            <a:ext cx="10001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450" b="1">
                <a:solidFill>
                  <a:srgbClr val="F4F7F2"/>
                </a:solidFill>
                <a:latin typeface="Segoe UI"/>
                <a:ea typeface="Segoe UI"/>
                <a:cs typeface="Segoe UI"/>
              </a:defRPr>
            </a:defPPr>
          </a:lstStyle>
          <a:p xmlns:a="http://schemas.openxmlformats.org/drawingml/2006/main">
            <a:pPr algn="l">
              <a:lnSpc>
                <a:spcPct val="102000"/>
              </a:lnSpc>
              <a:buNone/>
              <a:defRPr sz="3450" b="1">
                <a:solidFill>
                  <a:srgbClr val="F4F7F2"/>
                </a:solidFill>
                <a:latin typeface="Segoe UI"/>
                <a:ea typeface="Segoe UI"/>
                <a:cs typeface="Segoe UI"/>
              </a:defRPr>
            </a:pPr>
            <a:r>
              <a:rPr sz="3450" b="1">
                <a:solidFill>
                  <a:srgbClr val="F4F7F2"/>
                </a:solidFill>
                <a:latin typeface="Segoe UI"/>
                <a:ea typeface="Segoe UI"/>
                <a:cs typeface="Segoe UI"/>
              </a:rPr>
              <a:t>Cada lectura conserva su origen.</a:t>
            </a:r>
          </a:p>
        </p:txBody>
      </p:sp>
      <p:sp>
        <p:nvSpPr>
          <p:cNvPr id="8" name="">
            <a:extLst xmlns:a="http://schemas.openxmlformats.org/drawingml/2006/main">
              <a:ext uri="{FF2B5EF4-FFF2-40B4-BE49-F238E27FC236}">
                <a16:creationId xmlns:a16="http://schemas.microsoft.com/office/drawing/2014/main" id="{B64B848F-5BE2-4D00-8D09-B5F3FD477ECA}"/>
              </a:ext>
            </a:extLst>
          </p:cNvPr>
          <p:cNvSpPr>
            <a:spLocks xmlns:a="http://schemas.openxmlformats.org/drawingml/2006/main" noGrp="1"/>
          </p:cNvSpPr>
          <p:nvPr/>
        </p:nvSpPr>
        <p:spPr>
          <a:xfrm xmlns:a="http://schemas.openxmlformats.org/drawingml/2006/main">
            <a:off x="685800" y="2419350"/>
            <a:ext cx="1809750" cy="285750"/>
          </a:xfrm>
          <a:prstGeom xmlns:a="http://schemas.openxmlformats.org/drawingml/2006/main" prst="roundRect">
            <a:avLst>
              <a:gd name="adj" fmla="val 50000"/>
            </a:avLst>
          </a:prstGeom>
          <a:solidFill xmlns:a="http://schemas.openxmlformats.org/drawingml/2006/main">
            <a:srgbClr val="14231D"/>
          </a:solidFill>
          <a:ln xmlns:a="http://schemas.openxmlformats.org/drawingml/2006/main" w="9525">
            <a:solidFill>
              <a:srgbClr val="74E2C7">
                <a:alpha val="43922"/>
              </a:srgbClr>
            </a:solidFill>
            <a:prstDash val="solid"/>
          </a:ln>
        </p:spPr>
      </p:sp>
      <p:sp>
        <p:nvSpPr>
          <p:cNvPr id="9" name="label-ENTRADA">
            <a:extLst xmlns:a="http://schemas.openxmlformats.org/drawingml/2006/main">
              <a:ext uri="{FF2B5EF4-FFF2-40B4-BE49-F238E27FC236}">
                <a16:creationId xmlns:a16="http://schemas.microsoft.com/office/drawing/2014/main" id="{8C8AF03B-FB60-4234-9F0C-233FDE95361D}"/>
              </a:ext>
            </a:extLst>
          </p:cNvPr>
          <p:cNvSpPr>
            <a:spLocks xmlns:a="http://schemas.openxmlformats.org/drawingml/2006/main" noGrp="1"/>
          </p:cNvSpPr>
          <p:nvPr/>
        </p:nvSpPr>
        <p:spPr>
          <a:xfrm xmlns:a="http://schemas.openxmlformats.org/drawingml/2006/main">
            <a:off x="800100" y="2428875"/>
            <a:ext cx="1581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74E2C7"/>
                </a:solidFill>
                <a:latin typeface="Segoe UI"/>
                <a:ea typeface="Segoe UI"/>
                <a:cs typeface="Segoe UI"/>
              </a:defRPr>
            </a:defPPr>
          </a:lstStyle>
          <a:p xmlns:a="http://schemas.openxmlformats.org/drawingml/2006/main">
            <a:pPr algn="l">
              <a:lnSpc>
                <a:spcPct val="102000"/>
              </a:lnSpc>
              <a:buNone/>
              <a:defRPr sz="975" b="1">
                <a:solidFill>
                  <a:srgbClr val="74E2C7"/>
                </a:solidFill>
                <a:latin typeface="Segoe UI"/>
                <a:ea typeface="Segoe UI"/>
                <a:cs typeface="Segoe UI"/>
              </a:defRPr>
            </a:pPr>
            <a:r>
              <a:rPr sz="975" b="1">
                <a:solidFill>
                  <a:srgbClr val="74E2C7"/>
                </a:solidFill>
                <a:latin typeface="Segoe UI"/>
                <a:ea typeface="Segoe UI"/>
                <a:cs typeface="Segoe UI"/>
              </a:rPr>
              <a:t>ENTRADA</a:t>
            </a:r>
          </a:p>
        </p:txBody>
      </p:sp>
      <p:sp>
        <p:nvSpPr>
          <p:cNvPr id="10" name="s5-t-0">
            <a:extLst xmlns:a="http://schemas.openxmlformats.org/drawingml/2006/main">
              <a:ext uri="{FF2B5EF4-FFF2-40B4-BE49-F238E27FC236}">
                <a16:creationId xmlns:a16="http://schemas.microsoft.com/office/drawing/2014/main" id="{15707C46-B7D3-45D2-BF11-E11EDCBBCC2D}"/>
              </a:ext>
            </a:extLst>
          </p:cNvPr>
          <p:cNvSpPr>
            <a:spLocks xmlns:a="http://schemas.openxmlformats.org/drawingml/2006/main" noGrp="1"/>
          </p:cNvSpPr>
          <p:nvPr/>
        </p:nvSpPr>
        <p:spPr>
          <a:xfrm xmlns:a="http://schemas.openxmlformats.org/drawingml/2006/main">
            <a:off x="685800" y="2962275"/>
            <a:ext cx="2190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F4F7F2"/>
                </a:solidFill>
                <a:latin typeface="Segoe UI"/>
                <a:ea typeface="Segoe UI"/>
                <a:cs typeface="Segoe UI"/>
              </a:defRPr>
            </a:defPPr>
          </a:lstStyle>
          <a:p xmlns:a="http://schemas.openxmlformats.org/drawingml/2006/main">
            <a:pPr algn="l">
              <a:lnSpc>
                <a:spcPct val="102000"/>
              </a:lnSpc>
              <a:buNone/>
              <a:defRPr sz="2025" b="1">
                <a:solidFill>
                  <a:srgbClr val="F4F7F2"/>
                </a:solidFill>
                <a:latin typeface="Segoe UI"/>
                <a:ea typeface="Segoe UI"/>
                <a:cs typeface="Segoe UI"/>
              </a:defRPr>
            </a:pPr>
            <a:r>
              <a:rPr sz="2025" b="1">
                <a:solidFill>
                  <a:srgbClr val="F4F7F2"/>
                </a:solidFill>
                <a:latin typeface="Segoe UI"/>
                <a:ea typeface="Segoe UI"/>
                <a:cs typeface="Segoe UI"/>
              </a:rPr>
              <a:t>HealthKit</a:t>
            </a:r>
          </a:p>
          <a:p xmlns:a="http://schemas.openxmlformats.org/drawingml/2006/main">
            <a:pPr algn="l">
              <a:lnSpc>
                <a:spcPct val="102000"/>
              </a:lnSpc>
              <a:buNone/>
              <a:defRPr sz="2025" b="1">
                <a:solidFill>
                  <a:srgbClr val="F4F7F2"/>
                </a:solidFill>
                <a:latin typeface="Segoe UI"/>
                <a:ea typeface="Segoe UI"/>
                <a:cs typeface="Segoe UI"/>
              </a:defRPr>
            </a:pPr>
            <a:r>
              <a:rPr sz="2025" b="1">
                <a:solidFill>
                  <a:srgbClr val="F4F7F2"/>
                </a:solidFill>
                <a:latin typeface="Segoe UI"/>
                <a:ea typeface="Segoe UI"/>
                <a:cs typeface="Segoe UI"/>
              </a:rPr>
              <a:t>+ CSV</a:t>
            </a:r>
          </a:p>
        </p:txBody>
      </p:sp>
      <p:sp>
        <p:nvSpPr>
          <p:cNvPr id="11" name="s5-d-0">
            <a:extLst xmlns:a="http://schemas.openxmlformats.org/drawingml/2006/main">
              <a:ext uri="{FF2B5EF4-FFF2-40B4-BE49-F238E27FC236}">
                <a16:creationId xmlns:a16="http://schemas.microsoft.com/office/drawing/2014/main" id="{3B6E1FD6-6604-4177-A71B-5828DE588134}"/>
              </a:ext>
            </a:extLst>
          </p:cNvPr>
          <p:cNvSpPr>
            <a:spLocks xmlns:a="http://schemas.openxmlformats.org/drawingml/2006/main" noGrp="1"/>
          </p:cNvSpPr>
          <p:nvPr/>
        </p:nvSpPr>
        <p:spPr>
          <a:xfrm xmlns:a="http://schemas.openxmlformats.org/drawingml/2006/main">
            <a:off x="685800" y="4000500"/>
            <a:ext cx="2247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9B7AD"/>
                </a:solidFill>
                <a:latin typeface="Segoe UI"/>
                <a:ea typeface="Segoe UI"/>
                <a:cs typeface="Segoe UI"/>
              </a:defRPr>
            </a:defPPr>
          </a:lstStyle>
          <a:p xmlns:a="http://schemas.openxmlformats.org/drawingml/2006/main">
            <a:pPr algn="l">
              <a:lnSpc>
                <a:spcPct val="102000"/>
              </a:lnSpc>
              <a:buNone/>
              <a:defRPr sz="1275" b="0">
                <a:solidFill>
                  <a:srgbClr val="A9B7AD"/>
                </a:solidFill>
                <a:latin typeface="Segoe UI"/>
                <a:ea typeface="Segoe UI"/>
                <a:cs typeface="Segoe UI"/>
              </a:defRPr>
            </a:pPr>
            <a:r>
              <a:rPr sz="1275" b="0">
                <a:solidFill>
                  <a:srgbClr val="A9B7AD"/>
                </a:solidFill>
                <a:latin typeface="Segoe UI"/>
                <a:ea typeface="Segoe UI"/>
                <a:cs typeface="Segoe UI"/>
              </a:rPr>
              <a:t>Apple Salud como fuente prioritaria.</a:t>
            </a:r>
          </a:p>
          <a:p xmlns:a="http://schemas.openxmlformats.org/drawingml/2006/main">
            <a:pPr algn="l">
              <a:lnSpc>
                <a:spcPct val="102000"/>
              </a:lnSpc>
              <a:buNone/>
              <a:defRPr sz="1275" b="0">
                <a:solidFill>
                  <a:srgbClr val="A9B7AD"/>
                </a:solidFill>
                <a:latin typeface="Segoe UI"/>
                <a:ea typeface="Segoe UI"/>
                <a:cs typeface="Segoe UI"/>
              </a:defRPr>
            </a:pPr>
            <a:r>
              <a:rPr sz="1275" b="0">
                <a:solidFill>
                  <a:srgbClr val="A9B7AD"/>
                </a:solidFill>
                <a:latin typeface="Segoe UI"/>
                <a:ea typeface="Segoe UI"/>
                <a:cs typeface="Segoe UI"/>
              </a:rPr>
              <a:t>CSV como complemento.</a:t>
            </a:r>
          </a:p>
        </p:txBody>
      </p:sp>
      <p:sp>
        <p:nvSpPr>
          <p:cNvPr id="12" name="">
            <a:extLst xmlns:a="http://schemas.openxmlformats.org/drawingml/2006/main">
              <a:ext uri="{FF2B5EF4-FFF2-40B4-BE49-F238E27FC236}">
                <a16:creationId xmlns:a16="http://schemas.microsoft.com/office/drawing/2014/main" id="{8F34B54D-1451-452A-917A-BDC69D34ADE6}"/>
              </a:ext>
            </a:extLst>
          </p:cNvPr>
          <p:cNvSpPr>
            <a:spLocks xmlns:a="http://schemas.openxmlformats.org/drawingml/2006/main" noGrp="1"/>
          </p:cNvSpPr>
          <p:nvPr/>
        </p:nvSpPr>
        <p:spPr>
          <a:xfrm xmlns:a="http://schemas.openxmlformats.org/drawingml/2006/main">
            <a:off x="2838450" y="3324225"/>
            <a:ext cx="457200" cy="19050"/>
          </a:xfrm>
          <a:prstGeom xmlns:a="http://schemas.openxmlformats.org/drawingml/2006/main" prst="rect">
            <a:avLst/>
          </a:prstGeom>
          <a:solidFill xmlns:a="http://schemas.openxmlformats.org/drawingml/2006/main">
            <a:srgbClr val="3143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8238993-DE07-4565-BBCF-D9701C61599C}"/>
              </a:ext>
            </a:extLst>
          </p:cNvPr>
          <p:cNvSpPr>
            <a:spLocks xmlns:a="http://schemas.openxmlformats.org/drawingml/2006/main" noGrp="1"/>
          </p:cNvSpPr>
          <p:nvPr/>
        </p:nvSpPr>
        <p:spPr>
          <a:xfrm xmlns:a="http://schemas.openxmlformats.org/drawingml/2006/main">
            <a:off x="3181350" y="3267075"/>
            <a:ext cx="114300" cy="133350"/>
          </a:xfrm>
          <a:prstGeom xmlns:a="http://schemas.openxmlformats.org/drawingml/2006/main" prst="triangle">
            <a:avLst/>
          </a:prstGeom>
          <a:solidFill xmlns:a="http://schemas.openxmlformats.org/drawingml/2006/main">
            <a:srgbClr val="74E2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6DD964C-6BA5-45FA-AB11-FA60D7AD9B3D}"/>
              </a:ext>
            </a:extLst>
          </p:cNvPr>
          <p:cNvSpPr>
            <a:spLocks xmlns:a="http://schemas.openxmlformats.org/drawingml/2006/main" noGrp="1"/>
          </p:cNvSpPr>
          <p:nvPr/>
        </p:nvSpPr>
        <p:spPr>
          <a:xfrm xmlns:a="http://schemas.openxmlformats.org/drawingml/2006/main">
            <a:off x="3429000" y="2419350"/>
            <a:ext cx="1809750" cy="285750"/>
          </a:xfrm>
          <a:prstGeom xmlns:a="http://schemas.openxmlformats.org/drawingml/2006/main" prst="roundRect">
            <a:avLst>
              <a:gd name="adj" fmla="val 50000"/>
            </a:avLst>
          </a:prstGeom>
          <a:solidFill xmlns:a="http://schemas.openxmlformats.org/drawingml/2006/main">
            <a:srgbClr val="14231D"/>
          </a:solidFill>
          <a:ln xmlns:a="http://schemas.openxmlformats.org/drawingml/2006/main" w="9525">
            <a:solidFill>
              <a:srgbClr val="74E2C7">
                <a:alpha val="43922"/>
              </a:srgbClr>
            </a:solidFill>
            <a:prstDash val="solid"/>
          </a:ln>
        </p:spPr>
      </p:sp>
      <p:sp>
        <p:nvSpPr>
          <p:cNvPr id="15" name="label-CALIDAD">
            <a:extLst xmlns:a="http://schemas.openxmlformats.org/drawingml/2006/main">
              <a:ext uri="{FF2B5EF4-FFF2-40B4-BE49-F238E27FC236}">
                <a16:creationId xmlns:a16="http://schemas.microsoft.com/office/drawing/2014/main" id="{22C61C1C-0B69-46E0-8535-C4CC48F77CE1}"/>
              </a:ext>
            </a:extLst>
          </p:cNvPr>
          <p:cNvSpPr>
            <a:spLocks xmlns:a="http://schemas.openxmlformats.org/drawingml/2006/main" noGrp="1"/>
          </p:cNvSpPr>
          <p:nvPr/>
        </p:nvSpPr>
        <p:spPr>
          <a:xfrm xmlns:a="http://schemas.openxmlformats.org/drawingml/2006/main">
            <a:off x="3543300" y="2428875"/>
            <a:ext cx="1581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74E2C7"/>
                </a:solidFill>
                <a:latin typeface="Segoe UI"/>
                <a:ea typeface="Segoe UI"/>
                <a:cs typeface="Segoe UI"/>
              </a:defRPr>
            </a:defPPr>
          </a:lstStyle>
          <a:p xmlns:a="http://schemas.openxmlformats.org/drawingml/2006/main">
            <a:pPr algn="l">
              <a:lnSpc>
                <a:spcPct val="102000"/>
              </a:lnSpc>
              <a:buNone/>
              <a:defRPr sz="975" b="1">
                <a:solidFill>
                  <a:srgbClr val="74E2C7"/>
                </a:solidFill>
                <a:latin typeface="Segoe UI"/>
                <a:ea typeface="Segoe UI"/>
                <a:cs typeface="Segoe UI"/>
              </a:defRPr>
            </a:pPr>
            <a:r>
              <a:rPr sz="975" b="1">
                <a:solidFill>
                  <a:srgbClr val="74E2C7"/>
                </a:solidFill>
                <a:latin typeface="Segoe UI"/>
                <a:ea typeface="Segoe UI"/>
                <a:cs typeface="Segoe UI"/>
              </a:rPr>
              <a:t>CALIDAD</a:t>
            </a:r>
          </a:p>
        </p:txBody>
      </p:sp>
      <p:sp>
        <p:nvSpPr>
          <p:cNvPr id="16" name="s5-t-1">
            <a:extLst xmlns:a="http://schemas.openxmlformats.org/drawingml/2006/main">
              <a:ext uri="{FF2B5EF4-FFF2-40B4-BE49-F238E27FC236}">
                <a16:creationId xmlns:a16="http://schemas.microsoft.com/office/drawing/2014/main" id="{CA27BD30-CCAB-4693-B775-6B2C2057677E}"/>
              </a:ext>
            </a:extLst>
          </p:cNvPr>
          <p:cNvSpPr>
            <a:spLocks xmlns:a="http://schemas.openxmlformats.org/drawingml/2006/main" noGrp="1"/>
          </p:cNvSpPr>
          <p:nvPr/>
        </p:nvSpPr>
        <p:spPr>
          <a:xfrm xmlns:a="http://schemas.openxmlformats.org/drawingml/2006/main">
            <a:off x="3429000" y="2962275"/>
            <a:ext cx="2190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F4F7F2"/>
                </a:solidFill>
                <a:latin typeface="Segoe UI"/>
                <a:ea typeface="Segoe UI"/>
                <a:cs typeface="Segoe UI"/>
              </a:defRPr>
            </a:defPPr>
          </a:lstStyle>
          <a:p xmlns:a="http://schemas.openxmlformats.org/drawingml/2006/main">
            <a:pPr algn="l">
              <a:lnSpc>
                <a:spcPct val="102000"/>
              </a:lnSpc>
              <a:buNone/>
              <a:defRPr sz="2025" b="1">
                <a:solidFill>
                  <a:srgbClr val="F4F7F2"/>
                </a:solidFill>
                <a:latin typeface="Segoe UI"/>
                <a:ea typeface="Segoe UI"/>
                <a:cs typeface="Segoe UI"/>
              </a:defRPr>
            </a:pPr>
            <a:r>
              <a:rPr sz="2025" b="1">
                <a:solidFill>
                  <a:srgbClr val="F4F7F2"/>
                </a:solidFill>
                <a:latin typeface="Segoe UI"/>
                <a:ea typeface="Segoe UI"/>
                <a:cs typeface="Segoe UI"/>
              </a:rPr>
              <a:t>Unidad,</a:t>
            </a:r>
          </a:p>
          <a:p xmlns:a="http://schemas.openxmlformats.org/drawingml/2006/main">
            <a:pPr algn="l">
              <a:lnSpc>
                <a:spcPct val="102000"/>
              </a:lnSpc>
              <a:buNone/>
              <a:defRPr sz="2025" b="1">
                <a:solidFill>
                  <a:srgbClr val="F4F7F2"/>
                </a:solidFill>
                <a:latin typeface="Segoe UI"/>
                <a:ea typeface="Segoe UI"/>
                <a:cs typeface="Segoe UI"/>
              </a:defRPr>
            </a:pPr>
            <a:r>
              <a:rPr sz="2025" b="1">
                <a:solidFill>
                  <a:srgbClr val="F4F7F2"/>
                </a:solidFill>
                <a:latin typeface="Segoe UI"/>
                <a:ea typeface="Segoe UI"/>
                <a:cs typeface="Segoe UI"/>
              </a:rPr>
              <a:t>fecha y fuente</a:t>
            </a:r>
          </a:p>
        </p:txBody>
      </p:sp>
      <p:sp>
        <p:nvSpPr>
          <p:cNvPr id="17" name="s5-d-1">
            <a:extLst xmlns:a="http://schemas.openxmlformats.org/drawingml/2006/main">
              <a:ext uri="{FF2B5EF4-FFF2-40B4-BE49-F238E27FC236}">
                <a16:creationId xmlns:a16="http://schemas.microsoft.com/office/drawing/2014/main" id="{92870E53-C530-4264-B5E6-6DBCC383D78A}"/>
              </a:ext>
            </a:extLst>
          </p:cNvPr>
          <p:cNvSpPr>
            <a:spLocks xmlns:a="http://schemas.openxmlformats.org/drawingml/2006/main" noGrp="1"/>
          </p:cNvSpPr>
          <p:nvPr/>
        </p:nvSpPr>
        <p:spPr>
          <a:xfrm xmlns:a="http://schemas.openxmlformats.org/drawingml/2006/main">
            <a:off x="3429000" y="4000500"/>
            <a:ext cx="2247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9B7AD"/>
                </a:solidFill>
                <a:latin typeface="Segoe UI"/>
                <a:ea typeface="Segoe UI"/>
                <a:cs typeface="Segoe UI"/>
              </a:defRPr>
            </a:defPPr>
          </a:lstStyle>
          <a:p xmlns:a="http://schemas.openxmlformats.org/drawingml/2006/main">
            <a:pPr algn="l">
              <a:lnSpc>
                <a:spcPct val="102000"/>
              </a:lnSpc>
              <a:buNone/>
              <a:defRPr sz="1275" b="0">
                <a:solidFill>
                  <a:srgbClr val="A9B7AD"/>
                </a:solidFill>
                <a:latin typeface="Segoe UI"/>
                <a:ea typeface="Segoe UI"/>
                <a:cs typeface="Segoe UI"/>
              </a:defRPr>
            </a:pPr>
            <a:r>
              <a:rPr sz="1275" b="0">
                <a:solidFill>
                  <a:srgbClr val="A9B7AD"/>
                </a:solidFill>
                <a:latin typeface="Segoe UI"/>
                <a:ea typeface="Segoe UI"/>
                <a:cs typeface="Segoe UI"/>
              </a:rPr>
              <a:t>Lo ausente permanece ausente.</a:t>
            </a:r>
          </a:p>
          <a:p xmlns:a="http://schemas.openxmlformats.org/drawingml/2006/main">
            <a:pPr algn="l">
              <a:lnSpc>
                <a:spcPct val="102000"/>
              </a:lnSpc>
              <a:buNone/>
              <a:defRPr sz="1275" b="0">
                <a:solidFill>
                  <a:srgbClr val="A9B7AD"/>
                </a:solidFill>
                <a:latin typeface="Segoe UI"/>
                <a:ea typeface="Segoe UI"/>
                <a:cs typeface="Segoe UI"/>
              </a:defRPr>
            </a:pPr>
            <a:r>
              <a:rPr sz="1275" b="0">
                <a:solidFill>
                  <a:srgbClr val="A9B7AD"/>
                </a:solidFill>
                <a:latin typeface="Segoe UI"/>
                <a:ea typeface="Segoe UI"/>
                <a:cs typeface="Segoe UI"/>
              </a:rPr>
              <a:t>Sin completar huecos.</a:t>
            </a:r>
          </a:p>
        </p:txBody>
      </p:sp>
      <p:sp>
        <p:nvSpPr>
          <p:cNvPr id="18" name="">
            <a:extLst xmlns:a="http://schemas.openxmlformats.org/drawingml/2006/main">
              <a:ext uri="{FF2B5EF4-FFF2-40B4-BE49-F238E27FC236}">
                <a16:creationId xmlns:a16="http://schemas.microsoft.com/office/drawing/2014/main" id="{6C067827-6EB4-4BC5-8983-3B4B34B057D3}"/>
              </a:ext>
            </a:extLst>
          </p:cNvPr>
          <p:cNvSpPr>
            <a:spLocks xmlns:a="http://schemas.openxmlformats.org/drawingml/2006/main" noGrp="1"/>
          </p:cNvSpPr>
          <p:nvPr/>
        </p:nvSpPr>
        <p:spPr>
          <a:xfrm xmlns:a="http://schemas.openxmlformats.org/drawingml/2006/main">
            <a:off x="5581650" y="3324225"/>
            <a:ext cx="457200" cy="19050"/>
          </a:xfrm>
          <a:prstGeom xmlns:a="http://schemas.openxmlformats.org/drawingml/2006/main" prst="rect">
            <a:avLst/>
          </a:prstGeom>
          <a:solidFill xmlns:a="http://schemas.openxmlformats.org/drawingml/2006/main">
            <a:srgbClr val="31433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0DC44B1-2FC0-49B7-8302-D61F0BBBAA2E}"/>
              </a:ext>
            </a:extLst>
          </p:cNvPr>
          <p:cNvSpPr>
            <a:spLocks xmlns:a="http://schemas.openxmlformats.org/drawingml/2006/main" noGrp="1"/>
          </p:cNvSpPr>
          <p:nvPr/>
        </p:nvSpPr>
        <p:spPr>
          <a:xfrm xmlns:a="http://schemas.openxmlformats.org/drawingml/2006/main">
            <a:off x="5924550" y="3267075"/>
            <a:ext cx="114300" cy="133350"/>
          </a:xfrm>
          <a:prstGeom xmlns:a="http://schemas.openxmlformats.org/drawingml/2006/main" prst="triangle">
            <a:avLst/>
          </a:prstGeom>
          <a:solidFill xmlns:a="http://schemas.openxmlformats.org/drawingml/2006/main">
            <a:srgbClr val="74E2C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CCCE5DB-C54F-47EE-A767-6E335952C975}"/>
              </a:ext>
            </a:extLst>
          </p:cNvPr>
          <p:cNvSpPr>
            <a:spLocks xmlns:a="http://schemas.openxmlformats.org/drawingml/2006/main" noGrp="1"/>
          </p:cNvSpPr>
          <p:nvPr/>
        </p:nvSpPr>
        <p:spPr>
          <a:xfrm xmlns:a="http://schemas.openxmlformats.org/drawingml/2006/main">
            <a:off x="6172200" y="2419350"/>
            <a:ext cx="1809750" cy="285750"/>
          </a:xfrm>
          <a:prstGeom xmlns:a="http://schemas.openxmlformats.org/drawingml/2006/main" prst="roundRect">
            <a:avLst>
              <a:gd name="adj" fmla="val 50000"/>
            </a:avLst>
          </a:prstGeom>
          <a:solidFill xmlns:a="http://schemas.openxmlformats.org/drawingml/2006/main">
            <a:srgbClr val="14231D"/>
          </a:solidFill>
          <a:ln xmlns:a="http://schemas.openxmlformats.org/drawingml/2006/main" w="9525">
            <a:solidFill>
              <a:srgbClr val="74E2C7">
                <a:alpha val="43922"/>
              </a:srgbClr>
            </a:solidFill>
            <a:prstDash val="solid"/>
          </a:ln>
        </p:spPr>
      </p:sp>
      <p:sp>
        <p:nvSpPr>
          <p:cNvPr id="21" name="label-REFERENCIA">
            <a:extLst xmlns:a="http://schemas.openxmlformats.org/drawingml/2006/main">
              <a:ext uri="{FF2B5EF4-FFF2-40B4-BE49-F238E27FC236}">
                <a16:creationId xmlns:a16="http://schemas.microsoft.com/office/drawing/2014/main" id="{AA8ACFFB-E587-47E1-A388-DCF774B4FEF9}"/>
              </a:ext>
            </a:extLst>
          </p:cNvPr>
          <p:cNvSpPr>
            <a:spLocks xmlns:a="http://schemas.openxmlformats.org/drawingml/2006/main" noGrp="1"/>
          </p:cNvSpPr>
          <p:nvPr/>
        </p:nvSpPr>
        <p:spPr>
          <a:xfrm xmlns:a="http://schemas.openxmlformats.org/drawingml/2006/main">
            <a:off x="6286500" y="2428875"/>
            <a:ext cx="1581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74E2C7"/>
                </a:solidFill>
                <a:latin typeface="Segoe UI"/>
                <a:ea typeface="Segoe UI"/>
                <a:cs typeface="Segoe UI"/>
              </a:defRPr>
            </a:defPPr>
          </a:lstStyle>
          <a:p xmlns:a="http://schemas.openxmlformats.org/drawingml/2006/main">
            <a:pPr algn="l">
              <a:lnSpc>
                <a:spcPct val="102000"/>
              </a:lnSpc>
              <a:buNone/>
              <a:defRPr sz="975" b="1">
                <a:solidFill>
                  <a:srgbClr val="74E2C7"/>
                </a:solidFill>
                <a:latin typeface="Segoe UI"/>
                <a:ea typeface="Segoe UI"/>
                <a:cs typeface="Segoe UI"/>
              </a:defRPr>
            </a:pPr>
            <a:r>
              <a:rPr sz="975" b="1">
                <a:solidFill>
                  <a:srgbClr val="74E2C7"/>
                </a:solidFill>
                <a:latin typeface="Segoe UI"/>
                <a:ea typeface="Segoe UI"/>
                <a:cs typeface="Segoe UI"/>
              </a:rPr>
              <a:t>REFERENCIA</a:t>
            </a:r>
          </a:p>
        </p:txBody>
      </p:sp>
      <p:sp>
        <p:nvSpPr>
          <p:cNvPr id="22" name="s5-t-2">
            <a:extLst xmlns:a="http://schemas.openxmlformats.org/drawingml/2006/main">
              <a:ext uri="{FF2B5EF4-FFF2-40B4-BE49-F238E27FC236}">
                <a16:creationId xmlns:a16="http://schemas.microsoft.com/office/drawing/2014/main" id="{18BD7139-3EC8-4947-8ED8-A8F0423156B2}"/>
              </a:ext>
            </a:extLst>
          </p:cNvPr>
          <p:cNvSpPr>
            <a:spLocks xmlns:a="http://schemas.openxmlformats.org/drawingml/2006/main" noGrp="1"/>
          </p:cNvSpPr>
          <p:nvPr/>
        </p:nvSpPr>
        <p:spPr>
          <a:xfrm xmlns:a="http://schemas.openxmlformats.org/drawingml/2006/main">
            <a:off x="6172200" y="2962275"/>
            <a:ext cx="2190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F4F7F2"/>
                </a:solidFill>
                <a:latin typeface="Segoe UI"/>
                <a:ea typeface="Segoe UI"/>
                <a:cs typeface="Segoe UI"/>
              </a:defRPr>
            </a:defPPr>
          </a:lstStyle>
          <a:p xmlns:a="http://schemas.openxmlformats.org/drawingml/2006/main">
            <a:pPr algn="l">
              <a:lnSpc>
                <a:spcPct val="102000"/>
              </a:lnSpc>
              <a:buNone/>
              <a:defRPr sz="2025" b="1">
                <a:solidFill>
                  <a:srgbClr val="F4F7F2"/>
                </a:solidFill>
                <a:latin typeface="Segoe UI"/>
                <a:ea typeface="Segoe UI"/>
                <a:cs typeface="Segoe UI"/>
              </a:defRPr>
            </a:pPr>
            <a:r>
              <a:rPr sz="2025" b="1">
                <a:solidFill>
                  <a:srgbClr val="F4F7F2"/>
                </a:solidFill>
                <a:latin typeface="Segoe UI"/>
                <a:ea typeface="Segoe UI"/>
                <a:cs typeface="Segoe UI"/>
              </a:rPr>
              <a:t>Tu historial</a:t>
            </a:r>
          </a:p>
          <a:p xmlns:a="http://schemas.openxmlformats.org/drawingml/2006/main">
            <a:pPr algn="l">
              <a:lnSpc>
                <a:spcPct val="102000"/>
              </a:lnSpc>
              <a:buNone/>
              <a:defRPr sz="2025" b="1">
                <a:solidFill>
                  <a:srgbClr val="F4F7F2"/>
                </a:solidFill>
                <a:latin typeface="Segoe UI"/>
                <a:ea typeface="Segoe UI"/>
                <a:cs typeface="Segoe UI"/>
              </a:defRPr>
            </a:pPr>
            <a:r>
              <a:rPr sz="2025" b="1">
                <a:solidFill>
                  <a:srgbClr val="F4F7F2"/>
                </a:solidFill>
                <a:latin typeface="Segoe UI"/>
                <a:ea typeface="Segoe UI"/>
                <a:cs typeface="Segoe UI"/>
              </a:rPr>
              <a:t>personal</a:t>
            </a:r>
          </a:p>
        </p:txBody>
      </p:sp>
      <p:sp>
        <p:nvSpPr>
          <p:cNvPr id="23" name="s5-d-2">
            <a:extLst xmlns:a="http://schemas.openxmlformats.org/drawingml/2006/main">
              <a:ext uri="{FF2B5EF4-FFF2-40B4-BE49-F238E27FC236}">
                <a16:creationId xmlns:a16="http://schemas.microsoft.com/office/drawing/2014/main" id="{8A300D06-C0D8-414D-8179-066924BF42CA}"/>
              </a:ext>
            </a:extLst>
          </p:cNvPr>
          <p:cNvSpPr>
            <a:spLocks xmlns:a="http://schemas.openxmlformats.org/drawingml/2006/main" noGrp="1"/>
          </p:cNvSpPr>
          <p:nvPr/>
        </p:nvSpPr>
        <p:spPr>
          <a:xfrm xmlns:a="http://schemas.openxmlformats.org/drawingml/2006/main">
            <a:off x="6172200" y="4000500"/>
            <a:ext cx="2247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9B7AD"/>
                </a:solidFill>
                <a:latin typeface="Segoe UI"/>
                <a:ea typeface="Segoe UI"/>
                <a:cs typeface="Segoe UI"/>
              </a:defRPr>
            </a:defPPr>
          </a:lstStyle>
          <a:p xmlns:a="http://schemas.openxmlformats.org/drawingml/2006/main">
            <a:pPr algn="l">
              <a:lnSpc>
                <a:spcPct val="102000"/>
              </a:lnSpc>
              <a:buNone/>
              <a:defRPr sz="1275" b="0">
                <a:solidFill>
                  <a:srgbClr val="A9B7AD"/>
                </a:solidFill>
                <a:latin typeface="Segoe UI"/>
                <a:ea typeface="Segoe UI"/>
                <a:cs typeface="Segoe UI"/>
              </a:defRPr>
            </a:pPr>
            <a:r>
              <a:rPr sz="1275" b="0">
                <a:solidFill>
                  <a:srgbClr val="A9B7AD"/>
                </a:solidFill>
                <a:latin typeface="Segoe UI"/>
                <a:ea typeface="Segoe UI"/>
                <a:cs typeface="Segoe UI"/>
              </a:rPr>
              <a:t>Ventanas previas y cobertura mínima.</a:t>
            </a:r>
          </a:p>
          <a:p xmlns:a="http://schemas.openxmlformats.org/drawingml/2006/main">
            <a:pPr algn="l">
              <a:lnSpc>
                <a:spcPct val="102000"/>
              </a:lnSpc>
              <a:buNone/>
              <a:defRPr sz="1275" b="0">
                <a:solidFill>
                  <a:srgbClr val="A9B7AD"/>
                </a:solidFill>
                <a:latin typeface="Segoe UI"/>
                <a:ea typeface="Segoe UI"/>
                <a:cs typeface="Segoe UI"/>
              </a:defRPr>
            </a:pPr>
            <a:r>
              <a:rPr sz="1275" b="0">
                <a:solidFill>
                  <a:srgbClr val="A9B7AD"/>
                </a:solidFill>
                <a:latin typeface="Segoe UI"/>
                <a:ea typeface="Segoe UI"/>
                <a:cs typeface="Segoe UI"/>
              </a:rPr>
              <a:t>Sin comparar con otros cuerpos.</a:t>
            </a:r>
          </a:p>
        </p:txBody>
      </p:sp>
      <p:sp>
        <p:nvSpPr>
          <p:cNvPr id="24" name="">
            <a:extLst xmlns:a="http://schemas.openxmlformats.org/drawingml/2006/main">
              <a:ext uri="{FF2B5EF4-FFF2-40B4-BE49-F238E27FC236}">
                <a16:creationId xmlns:a16="http://schemas.microsoft.com/office/drawing/2014/main" id="{87417376-E7EA-4AE0-ADFA-B31D8B799683}"/>
              </a:ext>
            </a:extLst>
          </p:cNvPr>
          <p:cNvSpPr>
            <a:spLocks xmlns:a="http://schemas.openxmlformats.org/drawingml/2006/main" noGrp="1"/>
          </p:cNvSpPr>
          <p:nvPr/>
        </p:nvSpPr>
        <p:spPr>
          <a:xfrm xmlns:a="http://schemas.openxmlformats.org/drawingml/2006/main">
            <a:off x="8324850" y="3324225"/>
            <a:ext cx="457200" cy="19050"/>
          </a:xfrm>
          <a:prstGeom xmlns:a="http://schemas.openxmlformats.org/drawingml/2006/main" prst="rect">
            <a:avLst/>
          </a:prstGeom>
          <a:solidFill xmlns:a="http://schemas.openxmlformats.org/drawingml/2006/main">
            <a:srgbClr val="31433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AA5A0AA-EF4A-4F44-96A3-4C493E7369E6}"/>
              </a:ext>
            </a:extLst>
          </p:cNvPr>
          <p:cNvSpPr>
            <a:spLocks xmlns:a="http://schemas.openxmlformats.org/drawingml/2006/main" noGrp="1"/>
          </p:cNvSpPr>
          <p:nvPr/>
        </p:nvSpPr>
        <p:spPr>
          <a:xfrm xmlns:a="http://schemas.openxmlformats.org/drawingml/2006/main">
            <a:off x="8667750" y="3267075"/>
            <a:ext cx="114300" cy="133350"/>
          </a:xfrm>
          <a:prstGeom xmlns:a="http://schemas.openxmlformats.org/drawingml/2006/main" prst="triangle">
            <a:avLst/>
          </a:prstGeom>
          <a:solidFill xmlns:a="http://schemas.openxmlformats.org/drawingml/2006/main">
            <a:srgbClr val="74E2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0282421-B60C-4D07-9810-8757BDEDD8F6}"/>
              </a:ext>
            </a:extLst>
          </p:cNvPr>
          <p:cNvSpPr>
            <a:spLocks xmlns:a="http://schemas.openxmlformats.org/drawingml/2006/main" noGrp="1"/>
          </p:cNvSpPr>
          <p:nvPr/>
        </p:nvSpPr>
        <p:spPr>
          <a:xfrm xmlns:a="http://schemas.openxmlformats.org/drawingml/2006/main">
            <a:off x="8915400" y="2419350"/>
            <a:ext cx="1809750" cy="285750"/>
          </a:xfrm>
          <a:prstGeom xmlns:a="http://schemas.openxmlformats.org/drawingml/2006/main" prst="roundRect">
            <a:avLst>
              <a:gd name="adj" fmla="val 50000"/>
            </a:avLst>
          </a:prstGeom>
          <a:solidFill xmlns:a="http://schemas.openxmlformats.org/drawingml/2006/main">
            <a:srgbClr val="14231D"/>
          </a:solidFill>
          <a:ln xmlns:a="http://schemas.openxmlformats.org/drawingml/2006/main" w="9525">
            <a:solidFill>
              <a:srgbClr val="D0F36A">
                <a:alpha val="43922"/>
              </a:srgbClr>
            </a:solidFill>
            <a:prstDash val="solid"/>
          </a:ln>
        </p:spPr>
      </p:sp>
      <p:sp>
        <p:nvSpPr>
          <p:cNvPr id="27" name="label-LECTURA">
            <a:extLst xmlns:a="http://schemas.openxmlformats.org/drawingml/2006/main">
              <a:ext uri="{FF2B5EF4-FFF2-40B4-BE49-F238E27FC236}">
                <a16:creationId xmlns:a16="http://schemas.microsoft.com/office/drawing/2014/main" id="{320E9D03-0ED7-44FA-99E2-7909AE7D9A6E}"/>
              </a:ext>
            </a:extLst>
          </p:cNvPr>
          <p:cNvSpPr>
            <a:spLocks xmlns:a="http://schemas.openxmlformats.org/drawingml/2006/main" noGrp="1"/>
          </p:cNvSpPr>
          <p:nvPr/>
        </p:nvSpPr>
        <p:spPr>
          <a:xfrm xmlns:a="http://schemas.openxmlformats.org/drawingml/2006/main">
            <a:off x="9029700" y="2428875"/>
            <a:ext cx="1581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D0F36A"/>
                </a:solidFill>
                <a:latin typeface="Segoe UI"/>
                <a:ea typeface="Segoe UI"/>
                <a:cs typeface="Segoe UI"/>
              </a:defRPr>
            </a:defPPr>
          </a:lstStyle>
          <a:p xmlns:a="http://schemas.openxmlformats.org/drawingml/2006/main">
            <a:pPr algn="l">
              <a:lnSpc>
                <a:spcPct val="102000"/>
              </a:lnSpc>
              <a:buNone/>
              <a:defRPr sz="975" b="1">
                <a:solidFill>
                  <a:srgbClr val="D0F36A"/>
                </a:solidFill>
                <a:latin typeface="Segoe UI"/>
                <a:ea typeface="Segoe UI"/>
                <a:cs typeface="Segoe UI"/>
              </a:defRPr>
            </a:pPr>
            <a:r>
              <a:rPr sz="975" b="1">
                <a:solidFill>
                  <a:srgbClr val="D0F36A"/>
                </a:solidFill>
                <a:latin typeface="Segoe UI"/>
                <a:ea typeface="Segoe UI"/>
                <a:cs typeface="Segoe UI"/>
              </a:rPr>
              <a:t>LECTURA</a:t>
            </a:r>
          </a:p>
        </p:txBody>
      </p:sp>
      <p:sp>
        <p:nvSpPr>
          <p:cNvPr id="28" name="s5-t-3">
            <a:extLst xmlns:a="http://schemas.openxmlformats.org/drawingml/2006/main">
              <a:ext uri="{FF2B5EF4-FFF2-40B4-BE49-F238E27FC236}">
                <a16:creationId xmlns:a16="http://schemas.microsoft.com/office/drawing/2014/main" id="{7BF71BCB-7EB9-4C61-BD9E-1AF694833145}"/>
              </a:ext>
            </a:extLst>
          </p:cNvPr>
          <p:cNvSpPr>
            <a:spLocks xmlns:a="http://schemas.openxmlformats.org/drawingml/2006/main" noGrp="1"/>
          </p:cNvSpPr>
          <p:nvPr/>
        </p:nvSpPr>
        <p:spPr>
          <a:xfrm xmlns:a="http://schemas.openxmlformats.org/drawingml/2006/main">
            <a:off x="8915400" y="2962275"/>
            <a:ext cx="2190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F4F7F2"/>
                </a:solidFill>
                <a:latin typeface="Segoe UI"/>
                <a:ea typeface="Segoe UI"/>
                <a:cs typeface="Segoe UI"/>
              </a:defRPr>
            </a:defPPr>
          </a:lstStyle>
          <a:p xmlns:a="http://schemas.openxmlformats.org/drawingml/2006/main">
            <a:pPr algn="l">
              <a:lnSpc>
                <a:spcPct val="102000"/>
              </a:lnSpc>
              <a:buNone/>
              <a:defRPr sz="2025" b="1">
                <a:solidFill>
                  <a:srgbClr val="F4F7F2"/>
                </a:solidFill>
                <a:latin typeface="Segoe UI"/>
                <a:ea typeface="Segoe UI"/>
                <a:cs typeface="Segoe UI"/>
              </a:defRPr>
            </a:pPr>
            <a:r>
              <a:rPr sz="2025" b="1">
                <a:solidFill>
                  <a:srgbClr val="F4F7F2"/>
                </a:solidFill>
                <a:latin typeface="Segoe UI"/>
                <a:ea typeface="Segoe UI"/>
                <a:cs typeface="Segoe UI"/>
              </a:rPr>
              <a:t>Tendencia</a:t>
            </a:r>
          </a:p>
          <a:p xmlns:a="http://schemas.openxmlformats.org/drawingml/2006/main">
            <a:pPr algn="l">
              <a:lnSpc>
                <a:spcPct val="102000"/>
              </a:lnSpc>
              <a:buNone/>
              <a:defRPr sz="2025" b="1">
                <a:solidFill>
                  <a:srgbClr val="F4F7F2"/>
                </a:solidFill>
                <a:latin typeface="Segoe UI"/>
                <a:ea typeface="Segoe UI"/>
                <a:cs typeface="Segoe UI"/>
              </a:defRPr>
            </a:pPr>
            <a:r>
              <a:rPr sz="2025" b="1">
                <a:solidFill>
                  <a:srgbClr val="F4F7F2"/>
                </a:solidFill>
                <a:latin typeface="Segoe UI"/>
                <a:ea typeface="Segoe UI"/>
                <a:cs typeface="Segoe UI"/>
              </a:rPr>
              <a:t>explicada</a:t>
            </a:r>
          </a:p>
        </p:txBody>
      </p:sp>
      <p:sp>
        <p:nvSpPr>
          <p:cNvPr id="29" name="s5-d-3">
            <a:extLst xmlns:a="http://schemas.openxmlformats.org/drawingml/2006/main">
              <a:ext uri="{FF2B5EF4-FFF2-40B4-BE49-F238E27FC236}">
                <a16:creationId xmlns:a16="http://schemas.microsoft.com/office/drawing/2014/main" id="{C1B5C9D3-4B42-470A-BB9A-434ECAA23D19}"/>
              </a:ext>
            </a:extLst>
          </p:cNvPr>
          <p:cNvSpPr>
            <a:spLocks xmlns:a="http://schemas.openxmlformats.org/drawingml/2006/main" noGrp="1"/>
          </p:cNvSpPr>
          <p:nvPr/>
        </p:nvSpPr>
        <p:spPr>
          <a:xfrm xmlns:a="http://schemas.openxmlformats.org/drawingml/2006/main">
            <a:off x="8915400" y="4000500"/>
            <a:ext cx="2247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9B7AD"/>
                </a:solidFill>
                <a:latin typeface="Segoe UI"/>
                <a:ea typeface="Segoe UI"/>
                <a:cs typeface="Segoe UI"/>
              </a:defRPr>
            </a:defPPr>
          </a:lstStyle>
          <a:p xmlns:a="http://schemas.openxmlformats.org/drawingml/2006/main">
            <a:pPr algn="l">
              <a:lnSpc>
                <a:spcPct val="102000"/>
              </a:lnSpc>
              <a:buNone/>
              <a:defRPr sz="1275" b="0">
                <a:solidFill>
                  <a:srgbClr val="A9B7AD"/>
                </a:solidFill>
                <a:latin typeface="Segoe UI"/>
                <a:ea typeface="Segoe UI"/>
                <a:cs typeface="Segoe UI"/>
              </a:defRPr>
            </a:pPr>
            <a:r>
              <a:rPr sz="1275" b="0">
                <a:solidFill>
                  <a:srgbClr val="A9B7AD"/>
                </a:solidFill>
                <a:latin typeface="Segoe UI"/>
                <a:ea typeface="Segoe UI"/>
                <a:cs typeface="Segoe UI"/>
              </a:rPr>
              <a:t>Cálculo trazable, con límites.</a:t>
            </a:r>
          </a:p>
          <a:p xmlns:a="http://schemas.openxmlformats.org/drawingml/2006/main">
            <a:pPr algn="l">
              <a:lnSpc>
                <a:spcPct val="102000"/>
              </a:lnSpc>
              <a:buNone/>
              <a:defRPr sz="1275" b="0">
                <a:solidFill>
                  <a:srgbClr val="A9B7AD"/>
                </a:solidFill>
                <a:latin typeface="Segoe UI"/>
                <a:ea typeface="Segoe UI"/>
                <a:cs typeface="Segoe UI"/>
              </a:defRPr>
            </a:pPr>
            <a:r>
              <a:rPr sz="1275" b="0">
                <a:solidFill>
                  <a:srgbClr val="A9B7AD"/>
                </a:solidFill>
                <a:latin typeface="Segoe UI"/>
                <a:ea typeface="Segoe UI"/>
                <a:cs typeface="Segoe UI"/>
              </a:rPr>
              <a:t>No es una conclusión clínica.</a:t>
            </a:r>
          </a:p>
        </p:txBody>
      </p:sp>
      <p:sp>
        <p:nvSpPr>
          <p:cNvPr id="30" name="">
            <a:extLst xmlns:a="http://schemas.openxmlformats.org/drawingml/2006/main">
              <a:ext uri="{FF2B5EF4-FFF2-40B4-BE49-F238E27FC236}">
                <a16:creationId xmlns:a16="http://schemas.microsoft.com/office/drawing/2014/main" id="{FBFCD236-B7E2-4086-A87E-41F47F65D191}"/>
              </a:ext>
            </a:extLst>
          </p:cNvPr>
          <p:cNvSpPr>
            <a:spLocks xmlns:a="http://schemas.openxmlformats.org/drawingml/2006/main" noGrp="1"/>
          </p:cNvSpPr>
          <p:nvPr/>
        </p:nvSpPr>
        <p:spPr>
          <a:xfrm xmlns:a="http://schemas.openxmlformats.org/drawingml/2006/main">
            <a:off x="685800" y="5410200"/>
            <a:ext cx="10820400" cy="514350"/>
          </a:xfrm>
          <a:prstGeom xmlns:a="http://schemas.openxmlformats.org/drawingml/2006/main" prst="roundRect">
            <a:avLst>
              <a:gd name="adj" fmla="val 25926"/>
            </a:avLst>
          </a:prstGeom>
          <a:solidFill xmlns:a="http://schemas.openxmlformats.org/drawingml/2006/main">
            <a:srgbClr val="13221C"/>
          </a:solidFill>
          <a:ln xmlns:a="http://schemas.openxmlformats.org/drawingml/2006/main" w="9525">
            <a:solidFill>
              <a:srgbClr val="415740"/>
            </a:solidFill>
            <a:prstDash val="solid"/>
          </a:ln>
        </p:spPr>
      </p:sp>
      <p:sp>
        <p:nvSpPr>
          <p:cNvPr id="31" name="s5-callout">
            <a:extLst xmlns:a="http://schemas.openxmlformats.org/drawingml/2006/main">
              <a:ext uri="{FF2B5EF4-FFF2-40B4-BE49-F238E27FC236}">
                <a16:creationId xmlns:a16="http://schemas.microsoft.com/office/drawing/2014/main" id="{03384B2E-6416-4906-ADF9-2C4FF7C9E742}"/>
              </a:ext>
            </a:extLst>
          </p:cNvPr>
          <p:cNvSpPr>
            <a:spLocks xmlns:a="http://schemas.openxmlformats.org/drawingml/2006/main" noGrp="1"/>
          </p:cNvSpPr>
          <p:nvPr/>
        </p:nvSpPr>
        <p:spPr>
          <a:xfrm xmlns:a="http://schemas.openxmlformats.org/drawingml/2006/main">
            <a:off x="895350" y="5486400"/>
            <a:ext cx="1038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D0F36A"/>
                </a:solidFill>
                <a:latin typeface="Segoe UI"/>
                <a:ea typeface="Segoe UI"/>
                <a:cs typeface="Segoe UI"/>
              </a:defRPr>
            </a:defPPr>
          </a:lstStyle>
          <a:p xmlns:a="http://schemas.openxmlformats.org/drawingml/2006/main">
            <a:pPr algn="l">
              <a:lnSpc>
                <a:spcPct val="102000"/>
              </a:lnSpc>
              <a:buNone/>
              <a:defRPr sz="1425" b="1">
                <a:solidFill>
                  <a:srgbClr val="D0F36A"/>
                </a:solidFill>
                <a:latin typeface="Segoe UI"/>
                <a:ea typeface="Segoe UI"/>
                <a:cs typeface="Segoe UI"/>
              </a:defRPr>
            </a:pPr>
            <a:r>
              <a:rPr sz="1425" b="1">
                <a:solidFill>
                  <a:srgbClr val="D0F36A"/>
                </a:solidFill>
                <a:latin typeface="Segoe UI"/>
                <a:ea typeface="Segoe UI"/>
                <a:cs typeface="Segoe UI"/>
              </a:rPr>
              <a:t>La ausencia de datos también es información: BioPulse puede explicar por qué aún no calcula.</a:t>
            </a:r>
          </a:p>
        </p:txBody>
      </p:sp>
    </p:spTree>
    <p:extLst>
      <p:ext uri="{BB962C8B-B14F-4D97-AF65-F5344CB8AC3E}">
        <p14:creationId xmlns:p14="http://schemas.microsoft.com/office/powerpoint/2010/main" val="2033252675"/>
      </p:ext>
    </p:extLst>
  </p:cSld>
</p:sld>
</file>

<file path=ppt/slides/slide6.xml><?xml version="1.0" encoding="utf-8"?>
<p:sld xmlns:p="http://schemas.openxmlformats.org/presentationml/2006/main">
  <p:cSld>
    <p:bg>
      <p:bgPr>
        <a:solidFill xmlns:a="http://schemas.openxmlformats.org/drawingml/2006/main">
          <a:srgbClr val="07100E"/>
        </a:solidFill>
      </p:bgPr>
    </p:bg>
    <p:spTree>
      <p:nvGrpSpPr>
        <p:cNvPr id="1" name=""/>
        <p:cNvGrpSpPr/>
        <p:nvPr/>
      </p:nvGrpSpPr>
      <p:grpSpPr>
        <a:xfrm xmlns:a="http://schemas.openxmlformats.org/drawingml/2006/main"/>
      </p:grpSpPr>
      <p:sp>
        <p:nvSpPr>
          <p:cNvPr id="30" name="wordmark">
            <a:extLst xmlns:a="http://schemas.openxmlformats.org/drawingml/2006/main">
              <a:ext uri="{FF2B5EF4-FFF2-40B4-BE49-F238E27FC236}">
                <a16:creationId xmlns:a16="http://schemas.microsoft.com/office/drawing/2014/main" id="{75372D31-A1FE-413D-902A-661A45855AE4}"/>
              </a:ext>
            </a:extLst>
          </p:cNvPr>
          <p:cNvSpPr>
            <a:spLocks xmlns:a="http://schemas.openxmlformats.org/drawingml/2006/main" noGrp="1"/>
          </p:cNvSpPr>
          <p:nvPr/>
        </p:nvSpPr>
        <p:spPr>
          <a:xfrm xmlns:a="http://schemas.openxmlformats.org/drawingml/2006/main">
            <a:off x="685800" y="2857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4E2C7"/>
                </a:solidFill>
                <a:latin typeface="Segoe UI"/>
                <a:ea typeface="Segoe UI"/>
                <a:cs typeface="Segoe UI"/>
              </a:defRPr>
            </a:defPPr>
          </a:lstStyle>
          <a:p xmlns:a="http://schemas.openxmlformats.org/drawingml/2006/main">
            <a:pPr algn="l">
              <a:lnSpc>
                <a:spcPct val="102000"/>
              </a:lnSpc>
              <a:buNone/>
              <a:defRPr sz="1125" b="1">
                <a:solidFill>
                  <a:srgbClr val="74E2C7"/>
                </a:solidFill>
                <a:latin typeface="Segoe UI"/>
                <a:ea typeface="Segoe UI"/>
                <a:cs typeface="Segoe UI"/>
              </a:defRPr>
            </a:pPr>
            <a:r>
              <a:rPr sz="1125" b="1">
                <a:solidFill>
                  <a:srgbClr val="74E2C7"/>
                </a:solidFill>
                <a:latin typeface="Segoe UI"/>
                <a:ea typeface="Segoe UI"/>
                <a:cs typeface="Segoe UI"/>
              </a:rPr>
              <a:t>BIOPULSE</a:t>
            </a:r>
          </a:p>
        </p:txBody>
      </p:sp>
      <p:sp>
        <p:nvSpPr>
          <p:cNvPr id="2" name="section">
            <a:extLst xmlns:a="http://schemas.openxmlformats.org/drawingml/2006/main">
              <a:ext uri="{FF2B5EF4-FFF2-40B4-BE49-F238E27FC236}">
                <a16:creationId xmlns:a16="http://schemas.microsoft.com/office/drawing/2014/main" id="{A32A9C20-4398-41F0-9FA2-EBC57D469C1B}"/>
              </a:ext>
            </a:extLst>
          </p:cNvPr>
          <p:cNvSpPr>
            <a:spLocks xmlns:a="http://schemas.openxmlformats.org/drawingml/2006/main" noGrp="1"/>
          </p:cNvSpPr>
          <p:nvPr/>
        </p:nvSpPr>
        <p:spPr>
          <a:xfrm xmlns:a="http://schemas.openxmlformats.org/drawingml/2006/main">
            <a:off x="8620125" y="2857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708177"/>
                </a:solidFill>
                <a:latin typeface="Segoe UI"/>
                <a:ea typeface="Segoe UI"/>
                <a:cs typeface="Segoe UI"/>
              </a:defRPr>
            </a:defPPr>
          </a:lstStyle>
          <a:p xmlns:a="http://schemas.openxmlformats.org/drawingml/2006/main">
            <a:pPr algn="r">
              <a:lnSpc>
                <a:spcPct val="102000"/>
              </a:lnSpc>
              <a:buNone/>
              <a:defRPr sz="975" b="1">
                <a:solidFill>
                  <a:srgbClr val="708177"/>
                </a:solidFill>
                <a:latin typeface="Segoe UI"/>
                <a:ea typeface="Segoe UI"/>
                <a:cs typeface="Segoe UI"/>
              </a:defRPr>
            </a:pPr>
            <a:r>
              <a:rPr sz="975" b="1">
                <a:solidFill>
                  <a:srgbClr val="708177"/>
                </a:solidFill>
                <a:latin typeface="Segoe UI"/>
                <a:ea typeface="Segoe UI"/>
                <a:cs typeface="Segoe UI"/>
              </a:rPr>
              <a:t>CONFIANZA</a:t>
            </a:r>
          </a:p>
        </p:txBody>
      </p:sp>
      <p:sp>
        <p:nvSpPr>
          <p:cNvPr id="3" name="">
            <a:extLst xmlns:a="http://schemas.openxmlformats.org/drawingml/2006/main">
              <a:ext uri="{FF2B5EF4-FFF2-40B4-BE49-F238E27FC236}">
                <a16:creationId xmlns:a16="http://schemas.microsoft.com/office/drawing/2014/main" id="{6F75D4A1-98F3-4C90-B2D1-F3796C6D50AC}"/>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26362E"/>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B939B984-067C-485B-860B-25D1C4505784}"/>
              </a:ext>
            </a:extLst>
          </p:cNvPr>
          <p:cNvSpPr>
            <a:spLocks xmlns:a="http://schemas.openxmlformats.org/drawingml/2006/main" noGrp="1"/>
          </p:cNvSpPr>
          <p:nvPr/>
        </p:nvSpPr>
        <p:spPr>
          <a:xfrm xmlns:a="http://schemas.openxmlformats.org/drawingml/2006/main">
            <a:off x="685800" y="64865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a:solidFill>
                  <a:srgbClr val="708177"/>
                </a:solidFill>
                <a:latin typeface="Segoe UI"/>
                <a:ea typeface="Segoe UI"/>
                <a:cs typeface="Segoe UI"/>
              </a:defRPr>
            </a:defPPr>
          </a:lstStyle>
          <a:p xmlns:a="http://schemas.openxmlformats.org/drawingml/2006/main">
            <a:pPr algn="l">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BIOPULSE 2.0  •  PITCH DE INVERSIÓN  •  OCT 2026</a:t>
            </a:r>
          </a:p>
        </p:txBody>
      </p:sp>
      <p:sp>
        <p:nvSpPr>
          <p:cNvPr id="5" name="footer-page">
            <a:extLst xmlns:a="http://schemas.openxmlformats.org/drawingml/2006/main">
              <a:ext uri="{FF2B5EF4-FFF2-40B4-BE49-F238E27FC236}">
                <a16:creationId xmlns:a16="http://schemas.microsoft.com/office/drawing/2014/main" id="{7A555AF4-323D-4E53-A591-7E14ADF51AB4}"/>
              </a:ext>
            </a:extLst>
          </p:cNvPr>
          <p:cNvSpPr>
            <a:spLocks xmlns:a="http://schemas.openxmlformats.org/drawingml/2006/main" noGrp="1"/>
          </p:cNvSpPr>
          <p:nvPr/>
        </p:nvSpPr>
        <p:spPr>
          <a:xfrm xmlns:a="http://schemas.openxmlformats.org/drawingml/2006/main">
            <a:off x="10572750" y="6486525"/>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708177"/>
                </a:solidFill>
                <a:latin typeface="Segoe UI"/>
                <a:ea typeface="Segoe UI"/>
                <a:cs typeface="Segoe UI"/>
              </a:defRPr>
            </a:defPPr>
          </a:lstStyle>
          <a:p xmlns:a="http://schemas.openxmlformats.org/drawingml/2006/main">
            <a:pPr algn="r">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06 / 11</a:t>
            </a:r>
          </a:p>
        </p:txBody>
      </p:sp>
      <p:sp>
        <p:nvSpPr>
          <p:cNvPr id="6" name="s6-kicker">
            <a:extLst xmlns:a="http://schemas.openxmlformats.org/drawingml/2006/main">
              <a:ext uri="{FF2B5EF4-FFF2-40B4-BE49-F238E27FC236}">
                <a16:creationId xmlns:a16="http://schemas.microsoft.com/office/drawing/2014/main" id="{81E0C5D5-CD76-4415-858F-096D54E2DC9E}"/>
              </a:ext>
            </a:extLst>
          </p:cNvPr>
          <p:cNvSpPr>
            <a:spLocks xmlns:a="http://schemas.openxmlformats.org/drawingml/2006/main" noGrp="1"/>
          </p:cNvSpPr>
          <p:nvPr/>
        </p:nvSpPr>
        <p:spPr>
          <a:xfrm xmlns:a="http://schemas.openxmlformats.org/drawingml/2006/main">
            <a:off x="685800" y="819150"/>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4E2C7"/>
                </a:solidFill>
                <a:latin typeface="Segoe UI"/>
                <a:ea typeface="Segoe UI"/>
                <a:cs typeface="Segoe UI"/>
              </a:defRPr>
            </a:defPPr>
          </a:lstStyle>
          <a:p xmlns:a="http://schemas.openxmlformats.org/drawingml/2006/main">
            <a:pPr algn="l">
              <a:lnSpc>
                <a:spcPct val="102000"/>
              </a:lnSpc>
              <a:buNone/>
              <a:defRPr sz="1050" b="1">
                <a:solidFill>
                  <a:srgbClr val="74E2C7"/>
                </a:solidFill>
                <a:latin typeface="Segoe UI"/>
                <a:ea typeface="Segoe UI"/>
                <a:cs typeface="Segoe UI"/>
              </a:defRPr>
            </a:pPr>
            <a:r>
              <a:rPr sz="1050" b="1">
                <a:solidFill>
                  <a:srgbClr val="74E2C7"/>
                </a:solidFill>
                <a:latin typeface="Segoe UI"/>
                <a:ea typeface="Segoe UI"/>
                <a:cs typeface="Segoe UI"/>
              </a:rPr>
              <a:t>PRIVACIDAD POR DISEÑO</a:t>
            </a:r>
          </a:p>
        </p:txBody>
      </p:sp>
      <p:sp>
        <p:nvSpPr>
          <p:cNvPr id="7" name="s6-title">
            <a:extLst xmlns:a="http://schemas.openxmlformats.org/drawingml/2006/main">
              <a:ext uri="{FF2B5EF4-FFF2-40B4-BE49-F238E27FC236}">
                <a16:creationId xmlns:a16="http://schemas.microsoft.com/office/drawing/2014/main" id="{53E6428B-C4B3-432F-A6C0-8AB48F9B0A15}"/>
              </a:ext>
            </a:extLst>
          </p:cNvPr>
          <p:cNvSpPr>
            <a:spLocks xmlns:a="http://schemas.openxmlformats.org/drawingml/2006/main" noGrp="1"/>
          </p:cNvSpPr>
          <p:nvPr/>
        </p:nvSpPr>
        <p:spPr>
          <a:xfrm xmlns:a="http://schemas.openxmlformats.org/drawingml/2006/main">
            <a:off x="685800" y="1219200"/>
            <a:ext cx="10191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F4F7F2"/>
                </a:solidFill>
                <a:latin typeface="Segoe UI"/>
                <a:ea typeface="Segoe UI"/>
                <a:cs typeface="Segoe UI"/>
              </a:defRPr>
            </a:defPPr>
          </a:lstStyle>
          <a:p xmlns:a="http://schemas.openxmlformats.org/drawingml/2006/main">
            <a:pPr algn="l">
              <a:lnSpc>
                <a:spcPct val="102000"/>
              </a:lnSpc>
              <a:buNone/>
              <a:defRPr sz="3225" b="1">
                <a:solidFill>
                  <a:srgbClr val="F4F7F2"/>
                </a:solidFill>
                <a:latin typeface="Segoe UI"/>
                <a:ea typeface="Segoe UI"/>
                <a:cs typeface="Segoe UI"/>
              </a:defRPr>
            </a:pPr>
            <a:r>
              <a:rPr sz="3225" b="1">
                <a:solidFill>
                  <a:srgbClr val="F4F7F2"/>
                </a:solidFill>
                <a:latin typeface="Segoe UI"/>
                <a:ea typeface="Segoe UI"/>
                <a:cs typeface="Segoe UI"/>
              </a:rPr>
              <a:t>La cuenta no es permiso para compartir.</a:t>
            </a:r>
          </a:p>
        </p:txBody>
      </p:sp>
      <p:sp>
        <p:nvSpPr>
          <p:cNvPr id="8" name="s6-sub">
            <a:extLst xmlns:a="http://schemas.openxmlformats.org/drawingml/2006/main">
              <a:ext uri="{FF2B5EF4-FFF2-40B4-BE49-F238E27FC236}">
                <a16:creationId xmlns:a16="http://schemas.microsoft.com/office/drawing/2014/main" id="{958FD439-8991-49C0-A90C-43B1877AF7CF}"/>
              </a:ext>
            </a:extLst>
          </p:cNvPr>
          <p:cNvSpPr>
            <a:spLocks xmlns:a="http://schemas.openxmlformats.org/drawingml/2006/main" noGrp="1"/>
          </p:cNvSpPr>
          <p:nvPr/>
        </p:nvSpPr>
        <p:spPr>
          <a:xfrm xmlns:a="http://schemas.openxmlformats.org/drawingml/2006/main">
            <a:off x="704850" y="1914525"/>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A9B7AD"/>
                </a:solidFill>
                <a:latin typeface="Segoe UI"/>
                <a:ea typeface="Segoe UI"/>
                <a:cs typeface="Segoe UI"/>
              </a:defRPr>
            </a:defPPr>
          </a:lstStyle>
          <a:p xmlns:a="http://schemas.openxmlformats.org/drawingml/2006/main">
            <a:pPr algn="l">
              <a:lnSpc>
                <a:spcPct val="102000"/>
              </a:lnSpc>
              <a:buNone/>
              <a:defRPr sz="1725" b="0">
                <a:solidFill>
                  <a:srgbClr val="A9B7AD"/>
                </a:solidFill>
                <a:latin typeface="Segoe UI"/>
                <a:ea typeface="Segoe UI"/>
                <a:cs typeface="Segoe UI"/>
              </a:defRPr>
            </a:pPr>
            <a:r>
              <a:rPr sz="1725" b="0">
                <a:solidFill>
                  <a:srgbClr val="A9B7AD"/>
                </a:solidFill>
                <a:latin typeface="Segoe UI"/>
                <a:ea typeface="Segoe UI"/>
                <a:cs typeface="Segoe UI"/>
              </a:rPr>
              <a:t>Una decisión separada para cada tipo de dato.</a:t>
            </a:r>
          </a:p>
        </p:txBody>
      </p:sp>
      <p:sp>
        <p:nvSpPr>
          <p:cNvPr id="9" name="">
            <a:extLst xmlns:a="http://schemas.openxmlformats.org/drawingml/2006/main">
              <a:ext uri="{FF2B5EF4-FFF2-40B4-BE49-F238E27FC236}">
                <a16:creationId xmlns:a16="http://schemas.microsoft.com/office/drawing/2014/main" id="{AC82D720-DA25-4574-B292-50280650802A}"/>
              </a:ext>
            </a:extLst>
          </p:cNvPr>
          <p:cNvSpPr>
            <a:spLocks xmlns:a="http://schemas.openxmlformats.org/drawingml/2006/main" noGrp="1"/>
          </p:cNvSpPr>
          <p:nvPr/>
        </p:nvSpPr>
        <p:spPr>
          <a:xfrm xmlns:a="http://schemas.openxmlformats.org/drawingml/2006/main">
            <a:off x="685800" y="2724150"/>
            <a:ext cx="4572000" cy="2514600"/>
          </a:xfrm>
          <a:prstGeom xmlns:a="http://schemas.openxmlformats.org/drawingml/2006/main" prst="roundRect">
            <a:avLst>
              <a:gd name="adj" fmla="val 7576"/>
            </a:avLst>
          </a:prstGeom>
          <a:solidFill xmlns:a="http://schemas.openxmlformats.org/drawingml/2006/main">
            <a:srgbClr val="10201A"/>
          </a:solidFill>
          <a:ln xmlns:a="http://schemas.openxmlformats.org/drawingml/2006/main" w="9525">
            <a:solidFill>
              <a:srgbClr val="486249"/>
            </a:solidFill>
            <a:prstDash val="solid"/>
          </a:ln>
        </p:spPr>
      </p:sp>
      <p:sp>
        <p:nvSpPr>
          <p:cNvPr id="10" name="">
            <a:extLst xmlns:a="http://schemas.openxmlformats.org/drawingml/2006/main">
              <a:ext uri="{FF2B5EF4-FFF2-40B4-BE49-F238E27FC236}">
                <a16:creationId xmlns:a16="http://schemas.microsoft.com/office/drawing/2014/main" id="{CDE2EFA5-56B9-400A-B2B5-983E14117011}"/>
              </a:ext>
            </a:extLst>
          </p:cNvPr>
          <p:cNvSpPr>
            <a:spLocks xmlns:a="http://schemas.openxmlformats.org/drawingml/2006/main" noGrp="1"/>
          </p:cNvSpPr>
          <p:nvPr/>
        </p:nvSpPr>
        <p:spPr>
          <a:xfrm xmlns:a="http://schemas.openxmlformats.org/drawingml/2006/main">
            <a:off x="933450" y="2952750"/>
            <a:ext cx="2952750" cy="285750"/>
          </a:xfrm>
          <a:prstGeom xmlns:a="http://schemas.openxmlformats.org/drawingml/2006/main" prst="roundRect">
            <a:avLst>
              <a:gd name="adj" fmla="val 50000"/>
            </a:avLst>
          </a:prstGeom>
          <a:solidFill xmlns:a="http://schemas.openxmlformats.org/drawingml/2006/main">
            <a:srgbClr val="14231D"/>
          </a:solidFill>
          <a:ln xmlns:a="http://schemas.openxmlformats.org/drawingml/2006/main" w="9525">
            <a:solidFill>
              <a:srgbClr val="D0F36A">
                <a:alpha val="43922"/>
              </a:srgbClr>
            </a:solidFill>
            <a:prstDash val="solid"/>
          </a:ln>
        </p:spPr>
      </p:sp>
      <p:sp>
        <p:nvSpPr>
          <p:cNvPr id="11" name="label-IPHONE · PRO">
            <a:extLst xmlns:a="http://schemas.openxmlformats.org/drawingml/2006/main">
              <a:ext uri="{FF2B5EF4-FFF2-40B4-BE49-F238E27FC236}">
                <a16:creationId xmlns:a16="http://schemas.microsoft.com/office/drawing/2014/main" id="{9BB2C737-EF93-45A5-910C-AA1CCA34C3AB}"/>
              </a:ext>
            </a:extLst>
          </p:cNvPr>
          <p:cNvSpPr>
            <a:spLocks xmlns:a="http://schemas.openxmlformats.org/drawingml/2006/main" noGrp="1"/>
          </p:cNvSpPr>
          <p:nvPr/>
        </p:nvSpPr>
        <p:spPr>
          <a:xfrm xmlns:a="http://schemas.openxmlformats.org/drawingml/2006/main">
            <a:off x="1047750" y="2962275"/>
            <a:ext cx="2724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D0F36A"/>
                </a:solidFill>
                <a:latin typeface="Segoe UI"/>
                <a:ea typeface="Segoe UI"/>
                <a:cs typeface="Segoe UI"/>
              </a:defRPr>
            </a:defPPr>
          </a:lstStyle>
          <a:p xmlns:a="http://schemas.openxmlformats.org/drawingml/2006/main">
            <a:pPr algn="l">
              <a:lnSpc>
                <a:spcPct val="102000"/>
              </a:lnSpc>
              <a:buNone/>
              <a:defRPr sz="975" b="1">
                <a:solidFill>
                  <a:srgbClr val="D0F36A"/>
                </a:solidFill>
                <a:latin typeface="Segoe UI"/>
                <a:ea typeface="Segoe UI"/>
                <a:cs typeface="Segoe UI"/>
              </a:defRPr>
            </a:pPr>
            <a:r>
              <a:rPr sz="975" b="1">
                <a:solidFill>
                  <a:srgbClr val="D0F36A"/>
                </a:solidFill>
                <a:latin typeface="Segoe UI"/>
                <a:ea typeface="Segoe UI"/>
                <a:cs typeface="Segoe UI"/>
              </a:rPr>
              <a:t>IPHONE · PROCESAMIENTO LOCAL</a:t>
            </a:r>
          </a:p>
        </p:txBody>
      </p:sp>
      <p:sp>
        <p:nvSpPr>
          <p:cNvPr id="12" name="s6-local-title">
            <a:extLst xmlns:a="http://schemas.openxmlformats.org/drawingml/2006/main">
              <a:ext uri="{FF2B5EF4-FFF2-40B4-BE49-F238E27FC236}">
                <a16:creationId xmlns:a16="http://schemas.microsoft.com/office/drawing/2014/main" id="{3ACD152B-B179-42F1-AD33-2BB09FED94CC}"/>
              </a:ext>
            </a:extLst>
          </p:cNvPr>
          <p:cNvSpPr>
            <a:spLocks xmlns:a="http://schemas.openxmlformats.org/drawingml/2006/main" noGrp="1"/>
          </p:cNvSpPr>
          <p:nvPr/>
        </p:nvSpPr>
        <p:spPr>
          <a:xfrm xmlns:a="http://schemas.openxmlformats.org/drawingml/2006/main">
            <a:off x="933450" y="3476625"/>
            <a:ext cx="3714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F4F7F2"/>
                </a:solidFill>
                <a:latin typeface="Segoe UI"/>
                <a:ea typeface="Segoe UI"/>
                <a:cs typeface="Segoe UI"/>
              </a:defRPr>
            </a:defPPr>
          </a:lstStyle>
          <a:p xmlns:a="http://schemas.openxmlformats.org/drawingml/2006/main">
            <a:pPr algn="l">
              <a:lnSpc>
                <a:spcPct val="102000"/>
              </a:lnSpc>
              <a:buNone/>
              <a:defRPr sz="2100" b="1">
                <a:solidFill>
                  <a:srgbClr val="F4F7F2"/>
                </a:solidFill>
                <a:latin typeface="Segoe UI"/>
                <a:ea typeface="Segoe UI"/>
                <a:cs typeface="Segoe UI"/>
              </a:defRPr>
            </a:pPr>
            <a:r>
              <a:rPr sz="2100" b="1">
                <a:solidFill>
                  <a:srgbClr val="F4F7F2"/>
                </a:solidFill>
                <a:latin typeface="Segoe UI"/>
                <a:ea typeface="Segoe UI"/>
                <a:cs typeface="Segoe UI"/>
              </a:rPr>
              <a:t>Las muestras originales</a:t>
            </a:r>
          </a:p>
          <a:p xmlns:a="http://schemas.openxmlformats.org/drawingml/2006/main">
            <a:pPr algn="l">
              <a:lnSpc>
                <a:spcPct val="102000"/>
              </a:lnSpc>
              <a:buNone/>
              <a:defRPr sz="2100" b="1">
                <a:solidFill>
                  <a:srgbClr val="F4F7F2"/>
                </a:solidFill>
                <a:latin typeface="Segoe UI"/>
                <a:ea typeface="Segoe UI"/>
                <a:cs typeface="Segoe UI"/>
              </a:defRPr>
            </a:pPr>
            <a:r>
              <a:rPr sz="2100" b="1">
                <a:solidFill>
                  <a:srgbClr val="F4F7F2"/>
                </a:solidFill>
                <a:latin typeface="Segoe UI"/>
                <a:ea typeface="Segoe UI"/>
                <a:cs typeface="Segoe UI"/>
              </a:rPr>
              <a:t>de HealthKit permanecen</a:t>
            </a:r>
          </a:p>
          <a:p xmlns:a="http://schemas.openxmlformats.org/drawingml/2006/main">
            <a:pPr algn="l">
              <a:lnSpc>
                <a:spcPct val="102000"/>
              </a:lnSpc>
              <a:buNone/>
              <a:defRPr sz="2100" b="1">
                <a:solidFill>
                  <a:srgbClr val="F4F7F2"/>
                </a:solidFill>
                <a:latin typeface="Segoe UI"/>
                <a:ea typeface="Segoe UI"/>
                <a:cs typeface="Segoe UI"/>
              </a:defRPr>
            </a:pPr>
            <a:r>
              <a:rPr sz="2100" b="1">
                <a:solidFill>
                  <a:srgbClr val="F4F7F2"/>
                </a:solidFill>
                <a:latin typeface="Segoe UI"/>
                <a:ea typeface="Segoe UI"/>
                <a:cs typeface="Segoe UI"/>
              </a:rPr>
              <a:t>en el dispositivo.</a:t>
            </a:r>
          </a:p>
        </p:txBody>
      </p:sp>
      <p:sp>
        <p:nvSpPr>
          <p:cNvPr id="13" name="s6-local-copy">
            <a:extLst xmlns:a="http://schemas.openxmlformats.org/drawingml/2006/main">
              <a:ext uri="{FF2B5EF4-FFF2-40B4-BE49-F238E27FC236}">
                <a16:creationId xmlns:a16="http://schemas.microsoft.com/office/drawing/2014/main" id="{301D525E-2558-47D2-99F2-90178F434D7D}"/>
              </a:ext>
            </a:extLst>
          </p:cNvPr>
          <p:cNvSpPr>
            <a:spLocks xmlns:a="http://schemas.openxmlformats.org/drawingml/2006/main" noGrp="1"/>
          </p:cNvSpPr>
          <p:nvPr/>
        </p:nvSpPr>
        <p:spPr>
          <a:xfrm xmlns:a="http://schemas.openxmlformats.org/drawingml/2006/main">
            <a:off x="933450" y="4667250"/>
            <a:ext cx="3762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A9B7AD"/>
                </a:solidFill>
                <a:latin typeface="Segoe UI"/>
                <a:ea typeface="Segoe UI"/>
                <a:cs typeface="Segoe UI"/>
              </a:defRPr>
            </a:defPPr>
          </a:lstStyle>
          <a:p xmlns:a="http://schemas.openxmlformats.org/drawingml/2006/main">
            <a:pPr algn="l">
              <a:lnSpc>
                <a:spcPct val="102000"/>
              </a:lnSpc>
              <a:buNone/>
              <a:defRPr sz="1200" b="0">
                <a:solidFill>
                  <a:srgbClr val="A9B7AD"/>
                </a:solidFill>
                <a:latin typeface="Segoe UI"/>
                <a:ea typeface="Segoe UI"/>
                <a:cs typeface="Segoe UI"/>
              </a:defRPr>
            </a:pPr>
            <a:r>
              <a:rPr sz="1200" b="0">
                <a:solidFill>
                  <a:srgbClr val="A9B7AD"/>
                </a:solidFill>
                <a:latin typeface="Segoe UI"/>
                <a:ea typeface="Segoe UI"/>
                <a:cs typeface="Segoe UI"/>
              </a:rPr>
              <a:t>Perfil, diario y métricas agregadas pueden sincronizarse si la persona lo autoriza.</a:t>
            </a:r>
          </a:p>
        </p:txBody>
      </p:sp>
      <p:sp>
        <p:nvSpPr>
          <p:cNvPr id="14" name="">
            <a:extLst xmlns:a="http://schemas.openxmlformats.org/drawingml/2006/main">
              <a:ext uri="{FF2B5EF4-FFF2-40B4-BE49-F238E27FC236}">
                <a16:creationId xmlns:a16="http://schemas.microsoft.com/office/drawing/2014/main" id="{23C5024E-B59F-4A08-BCA9-45C05CBB62DF}"/>
              </a:ext>
            </a:extLst>
          </p:cNvPr>
          <p:cNvSpPr>
            <a:spLocks xmlns:a="http://schemas.openxmlformats.org/drawingml/2006/main" noGrp="1"/>
          </p:cNvSpPr>
          <p:nvPr/>
        </p:nvSpPr>
        <p:spPr>
          <a:xfrm xmlns:a="http://schemas.openxmlformats.org/drawingml/2006/main">
            <a:off x="6715125" y="2724150"/>
            <a:ext cx="4791075" cy="2514600"/>
          </a:xfrm>
          <a:prstGeom xmlns:a="http://schemas.openxmlformats.org/drawingml/2006/main" prst="roundRect">
            <a:avLst>
              <a:gd name="adj" fmla="val 7576"/>
            </a:avLst>
          </a:prstGeom>
          <a:solidFill xmlns:a="http://schemas.openxmlformats.org/drawingml/2006/main">
            <a:srgbClr val="101920"/>
          </a:solidFill>
          <a:ln xmlns:a="http://schemas.openxmlformats.org/drawingml/2006/main" w="9525">
            <a:solidFill>
              <a:srgbClr val="3B5B63"/>
            </a:solidFill>
            <a:prstDash val="solid"/>
          </a:ln>
        </p:spPr>
      </p:sp>
      <p:sp>
        <p:nvSpPr>
          <p:cNvPr id="15" name="">
            <a:extLst xmlns:a="http://schemas.openxmlformats.org/drawingml/2006/main">
              <a:ext uri="{FF2B5EF4-FFF2-40B4-BE49-F238E27FC236}">
                <a16:creationId xmlns:a16="http://schemas.microsoft.com/office/drawing/2014/main" id="{2D8EF3C3-3CCE-4170-9D41-AE7EDBC9359A}"/>
              </a:ext>
            </a:extLst>
          </p:cNvPr>
          <p:cNvSpPr>
            <a:spLocks xmlns:a="http://schemas.openxmlformats.org/drawingml/2006/main" noGrp="1"/>
          </p:cNvSpPr>
          <p:nvPr/>
        </p:nvSpPr>
        <p:spPr>
          <a:xfrm xmlns:a="http://schemas.openxmlformats.org/drawingml/2006/main">
            <a:off x="6972300" y="2952750"/>
            <a:ext cx="3143250" cy="285750"/>
          </a:xfrm>
          <a:prstGeom xmlns:a="http://schemas.openxmlformats.org/drawingml/2006/main" prst="roundRect">
            <a:avLst>
              <a:gd name="adj" fmla="val 50000"/>
            </a:avLst>
          </a:prstGeom>
          <a:solidFill xmlns:a="http://schemas.openxmlformats.org/drawingml/2006/main">
            <a:srgbClr val="14231D"/>
          </a:solidFill>
          <a:ln xmlns:a="http://schemas.openxmlformats.org/drawingml/2006/main" w="9525">
            <a:solidFill>
              <a:srgbClr val="74E2C7">
                <a:alpha val="43922"/>
              </a:srgbClr>
            </a:solidFill>
            <a:prstDash val="solid"/>
          </a:ln>
        </p:spPr>
      </p:sp>
      <p:sp>
        <p:nvSpPr>
          <p:cNvPr id="16" name="label-NUBE OPCIONA">
            <a:extLst xmlns:a="http://schemas.openxmlformats.org/drawingml/2006/main">
              <a:ext uri="{FF2B5EF4-FFF2-40B4-BE49-F238E27FC236}">
                <a16:creationId xmlns:a16="http://schemas.microsoft.com/office/drawing/2014/main" id="{40E8EEB2-B60C-4267-BB35-0DC79DAECB2A}"/>
              </a:ext>
            </a:extLst>
          </p:cNvPr>
          <p:cNvSpPr>
            <a:spLocks xmlns:a="http://schemas.openxmlformats.org/drawingml/2006/main" noGrp="1"/>
          </p:cNvSpPr>
          <p:nvPr/>
        </p:nvSpPr>
        <p:spPr>
          <a:xfrm xmlns:a="http://schemas.openxmlformats.org/drawingml/2006/main">
            <a:off x="7086600" y="2962275"/>
            <a:ext cx="2914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74E2C7"/>
                </a:solidFill>
                <a:latin typeface="Segoe UI"/>
                <a:ea typeface="Segoe UI"/>
                <a:cs typeface="Segoe UI"/>
              </a:defRPr>
            </a:defPPr>
          </a:lstStyle>
          <a:p xmlns:a="http://schemas.openxmlformats.org/drawingml/2006/main">
            <a:pPr algn="l">
              <a:lnSpc>
                <a:spcPct val="102000"/>
              </a:lnSpc>
              <a:buNone/>
              <a:defRPr sz="975" b="1">
                <a:solidFill>
                  <a:srgbClr val="74E2C7"/>
                </a:solidFill>
                <a:latin typeface="Segoe UI"/>
                <a:ea typeface="Segoe UI"/>
                <a:cs typeface="Segoe UI"/>
              </a:defRPr>
            </a:pPr>
            <a:r>
              <a:rPr sz="975" b="1">
                <a:solidFill>
                  <a:srgbClr val="74E2C7"/>
                </a:solidFill>
                <a:latin typeface="Segoe UI"/>
                <a:ea typeface="Segoe UI"/>
                <a:cs typeface="Segoe UI"/>
              </a:rPr>
              <a:t>NUBE OPCIONAL · POR CATEGORÍA</a:t>
            </a:r>
          </a:p>
        </p:txBody>
      </p:sp>
      <p:sp>
        <p:nvSpPr>
          <p:cNvPr id="17" name="">
            <a:extLst xmlns:a="http://schemas.openxmlformats.org/drawingml/2006/main">
              <a:ext uri="{FF2B5EF4-FFF2-40B4-BE49-F238E27FC236}">
                <a16:creationId xmlns:a16="http://schemas.microsoft.com/office/drawing/2014/main" id="{E980709D-4CEC-4976-9F64-5F930C5282BF}"/>
              </a:ext>
            </a:extLst>
          </p:cNvPr>
          <p:cNvSpPr>
            <a:spLocks xmlns:a="http://schemas.openxmlformats.org/drawingml/2006/main" noGrp="1"/>
          </p:cNvSpPr>
          <p:nvPr/>
        </p:nvSpPr>
        <p:spPr>
          <a:xfrm xmlns:a="http://schemas.openxmlformats.org/drawingml/2006/main">
            <a:off x="6972300" y="3581400"/>
            <a:ext cx="1847850" cy="457200"/>
          </a:xfrm>
          <a:prstGeom xmlns:a="http://schemas.openxmlformats.org/drawingml/2006/main" prst="roundRect">
            <a:avLst>
              <a:gd name="adj" fmla="val 25000"/>
            </a:avLst>
          </a:prstGeom>
          <a:solidFill xmlns:a="http://schemas.openxmlformats.org/drawingml/2006/main">
            <a:srgbClr val="17262B"/>
          </a:solidFill>
          <a:ln xmlns:a="http://schemas.openxmlformats.org/drawingml/2006/main" w="9525">
            <a:solidFill>
              <a:srgbClr val="3E5860"/>
            </a:solidFill>
            <a:prstDash val="solid"/>
          </a:ln>
        </p:spPr>
      </p:sp>
      <p:sp>
        <p:nvSpPr>
          <p:cNvPr id="18" name="s6-cloud-0">
            <a:extLst xmlns:a="http://schemas.openxmlformats.org/drawingml/2006/main">
              <a:ext uri="{FF2B5EF4-FFF2-40B4-BE49-F238E27FC236}">
                <a16:creationId xmlns:a16="http://schemas.microsoft.com/office/drawing/2014/main" id="{D3D0D71A-C2D1-4E9E-8C7C-8DAF2F521062}"/>
              </a:ext>
            </a:extLst>
          </p:cNvPr>
          <p:cNvSpPr>
            <a:spLocks xmlns:a="http://schemas.openxmlformats.org/drawingml/2006/main" noGrp="1"/>
          </p:cNvSpPr>
          <p:nvPr/>
        </p:nvSpPr>
        <p:spPr>
          <a:xfrm xmlns:a="http://schemas.openxmlformats.org/drawingml/2006/main">
            <a:off x="7086600" y="3609975"/>
            <a:ext cx="1638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F4F7F2"/>
                </a:solidFill>
                <a:latin typeface="Segoe UI"/>
                <a:ea typeface="Segoe UI"/>
                <a:cs typeface="Segoe UI"/>
              </a:defRPr>
            </a:defPPr>
          </a:lstStyle>
          <a:p xmlns:a="http://schemas.openxmlformats.org/drawingml/2006/main">
            <a:pPr algn="ctr">
              <a:lnSpc>
                <a:spcPct val="102000"/>
              </a:lnSpc>
              <a:buNone/>
              <a:defRPr sz="1200" b="1">
                <a:solidFill>
                  <a:srgbClr val="F4F7F2"/>
                </a:solidFill>
                <a:latin typeface="Segoe UI"/>
                <a:ea typeface="Segoe UI"/>
                <a:cs typeface="Segoe UI"/>
              </a:defRPr>
            </a:pPr>
            <a:r>
              <a:rPr sz="1200" b="1">
                <a:solidFill>
                  <a:srgbClr val="F4F7F2"/>
                </a:solidFill>
                <a:latin typeface="Segoe UI"/>
                <a:ea typeface="Segoe UI"/>
                <a:cs typeface="Segoe UI"/>
              </a:rPr>
              <a:t>Perfil</a:t>
            </a:r>
          </a:p>
        </p:txBody>
      </p:sp>
      <p:sp>
        <p:nvSpPr>
          <p:cNvPr id="19" name="">
            <a:extLst xmlns:a="http://schemas.openxmlformats.org/drawingml/2006/main">
              <a:ext uri="{FF2B5EF4-FFF2-40B4-BE49-F238E27FC236}">
                <a16:creationId xmlns:a16="http://schemas.microsoft.com/office/drawing/2014/main" id="{4AB90E97-FFC9-46B6-A1D7-360BF9264C5C}"/>
              </a:ext>
            </a:extLst>
          </p:cNvPr>
          <p:cNvSpPr>
            <a:spLocks xmlns:a="http://schemas.openxmlformats.org/drawingml/2006/main" noGrp="1"/>
          </p:cNvSpPr>
          <p:nvPr/>
        </p:nvSpPr>
        <p:spPr>
          <a:xfrm xmlns:a="http://schemas.openxmlformats.org/drawingml/2006/main">
            <a:off x="9001125" y="3581400"/>
            <a:ext cx="1847850" cy="457200"/>
          </a:xfrm>
          <a:prstGeom xmlns:a="http://schemas.openxmlformats.org/drawingml/2006/main" prst="roundRect">
            <a:avLst>
              <a:gd name="adj" fmla="val 25000"/>
            </a:avLst>
          </a:prstGeom>
          <a:solidFill xmlns:a="http://schemas.openxmlformats.org/drawingml/2006/main">
            <a:srgbClr val="17262B"/>
          </a:solidFill>
          <a:ln xmlns:a="http://schemas.openxmlformats.org/drawingml/2006/main" w="9525">
            <a:solidFill>
              <a:srgbClr val="3E5860"/>
            </a:solidFill>
            <a:prstDash val="solid"/>
          </a:ln>
        </p:spPr>
      </p:sp>
      <p:sp>
        <p:nvSpPr>
          <p:cNvPr id="20" name="s6-cloud-1">
            <a:extLst xmlns:a="http://schemas.openxmlformats.org/drawingml/2006/main">
              <a:ext uri="{FF2B5EF4-FFF2-40B4-BE49-F238E27FC236}">
                <a16:creationId xmlns:a16="http://schemas.microsoft.com/office/drawing/2014/main" id="{3812B2D9-D996-457E-9EFD-8A44EDA8C876}"/>
              </a:ext>
            </a:extLst>
          </p:cNvPr>
          <p:cNvSpPr>
            <a:spLocks xmlns:a="http://schemas.openxmlformats.org/drawingml/2006/main" noGrp="1"/>
          </p:cNvSpPr>
          <p:nvPr/>
        </p:nvSpPr>
        <p:spPr>
          <a:xfrm xmlns:a="http://schemas.openxmlformats.org/drawingml/2006/main">
            <a:off x="9115425" y="3609975"/>
            <a:ext cx="1638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F4F7F2"/>
                </a:solidFill>
                <a:latin typeface="Segoe UI"/>
                <a:ea typeface="Segoe UI"/>
                <a:cs typeface="Segoe UI"/>
              </a:defRPr>
            </a:defPPr>
          </a:lstStyle>
          <a:p xmlns:a="http://schemas.openxmlformats.org/drawingml/2006/main">
            <a:pPr algn="ctr">
              <a:lnSpc>
                <a:spcPct val="102000"/>
              </a:lnSpc>
              <a:buNone/>
              <a:defRPr sz="1200" b="1">
                <a:solidFill>
                  <a:srgbClr val="F4F7F2"/>
                </a:solidFill>
                <a:latin typeface="Segoe UI"/>
                <a:ea typeface="Segoe UI"/>
                <a:cs typeface="Segoe UI"/>
              </a:defRPr>
            </a:pPr>
            <a:r>
              <a:rPr sz="1200" b="1">
                <a:solidFill>
                  <a:srgbClr val="F4F7F2"/>
                </a:solidFill>
                <a:latin typeface="Segoe UI"/>
                <a:ea typeface="Segoe UI"/>
                <a:cs typeface="Segoe UI"/>
              </a:rPr>
              <a:t>Ajustes</a:t>
            </a:r>
          </a:p>
        </p:txBody>
      </p:sp>
      <p:sp>
        <p:nvSpPr>
          <p:cNvPr id="21" name="">
            <a:extLst xmlns:a="http://schemas.openxmlformats.org/drawingml/2006/main">
              <a:ext uri="{FF2B5EF4-FFF2-40B4-BE49-F238E27FC236}">
                <a16:creationId xmlns:a16="http://schemas.microsoft.com/office/drawing/2014/main" id="{639F9268-FDD0-4DBE-B18D-8FCE424219FC}"/>
              </a:ext>
            </a:extLst>
          </p:cNvPr>
          <p:cNvSpPr>
            <a:spLocks xmlns:a="http://schemas.openxmlformats.org/drawingml/2006/main" noGrp="1"/>
          </p:cNvSpPr>
          <p:nvPr/>
        </p:nvSpPr>
        <p:spPr>
          <a:xfrm xmlns:a="http://schemas.openxmlformats.org/drawingml/2006/main">
            <a:off x="6972300" y="4248150"/>
            <a:ext cx="1847850" cy="457200"/>
          </a:xfrm>
          <a:prstGeom xmlns:a="http://schemas.openxmlformats.org/drawingml/2006/main" prst="roundRect">
            <a:avLst>
              <a:gd name="adj" fmla="val 25000"/>
            </a:avLst>
          </a:prstGeom>
          <a:solidFill xmlns:a="http://schemas.openxmlformats.org/drawingml/2006/main">
            <a:srgbClr val="17262B"/>
          </a:solidFill>
          <a:ln xmlns:a="http://schemas.openxmlformats.org/drawingml/2006/main" w="9525">
            <a:solidFill>
              <a:srgbClr val="3E5860"/>
            </a:solidFill>
            <a:prstDash val="solid"/>
          </a:ln>
        </p:spPr>
      </p:sp>
      <p:sp>
        <p:nvSpPr>
          <p:cNvPr id="22" name="s6-cloud-2">
            <a:extLst xmlns:a="http://schemas.openxmlformats.org/drawingml/2006/main">
              <a:ext uri="{FF2B5EF4-FFF2-40B4-BE49-F238E27FC236}">
                <a16:creationId xmlns:a16="http://schemas.microsoft.com/office/drawing/2014/main" id="{66B6430B-CA7D-438B-8D79-A3BF9FE9082C}"/>
              </a:ext>
            </a:extLst>
          </p:cNvPr>
          <p:cNvSpPr>
            <a:spLocks xmlns:a="http://schemas.openxmlformats.org/drawingml/2006/main" noGrp="1"/>
          </p:cNvSpPr>
          <p:nvPr/>
        </p:nvSpPr>
        <p:spPr>
          <a:xfrm xmlns:a="http://schemas.openxmlformats.org/drawingml/2006/main">
            <a:off x="7086600" y="4276725"/>
            <a:ext cx="1638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F4F7F2"/>
                </a:solidFill>
                <a:latin typeface="Segoe UI"/>
                <a:ea typeface="Segoe UI"/>
                <a:cs typeface="Segoe UI"/>
              </a:defRPr>
            </a:defPPr>
          </a:lstStyle>
          <a:p xmlns:a="http://schemas.openxmlformats.org/drawingml/2006/main">
            <a:pPr algn="ctr">
              <a:lnSpc>
                <a:spcPct val="102000"/>
              </a:lnSpc>
              <a:buNone/>
              <a:defRPr sz="1200" b="1">
                <a:solidFill>
                  <a:srgbClr val="F4F7F2"/>
                </a:solidFill>
                <a:latin typeface="Segoe UI"/>
                <a:ea typeface="Segoe UI"/>
                <a:cs typeface="Segoe UI"/>
              </a:defRPr>
            </a:pPr>
            <a:r>
              <a:rPr sz="1200" b="1">
                <a:solidFill>
                  <a:srgbClr val="F4F7F2"/>
                </a:solidFill>
                <a:latin typeface="Segoe UI"/>
                <a:ea typeface="Segoe UI"/>
                <a:cs typeface="Segoe UI"/>
              </a:rPr>
              <a:t>Diario</a:t>
            </a:r>
          </a:p>
        </p:txBody>
      </p:sp>
      <p:sp>
        <p:nvSpPr>
          <p:cNvPr id="23" name="">
            <a:extLst xmlns:a="http://schemas.openxmlformats.org/drawingml/2006/main">
              <a:ext uri="{FF2B5EF4-FFF2-40B4-BE49-F238E27FC236}">
                <a16:creationId xmlns:a16="http://schemas.microsoft.com/office/drawing/2014/main" id="{6595C16A-540D-4793-B735-A9F8809A7DC9}"/>
              </a:ext>
            </a:extLst>
          </p:cNvPr>
          <p:cNvSpPr>
            <a:spLocks xmlns:a="http://schemas.openxmlformats.org/drawingml/2006/main" noGrp="1"/>
          </p:cNvSpPr>
          <p:nvPr/>
        </p:nvSpPr>
        <p:spPr>
          <a:xfrm xmlns:a="http://schemas.openxmlformats.org/drawingml/2006/main">
            <a:off x="9001125" y="4248150"/>
            <a:ext cx="1847850" cy="457200"/>
          </a:xfrm>
          <a:prstGeom xmlns:a="http://schemas.openxmlformats.org/drawingml/2006/main" prst="roundRect">
            <a:avLst>
              <a:gd name="adj" fmla="val 25000"/>
            </a:avLst>
          </a:prstGeom>
          <a:solidFill xmlns:a="http://schemas.openxmlformats.org/drawingml/2006/main">
            <a:srgbClr val="17262B"/>
          </a:solidFill>
          <a:ln xmlns:a="http://schemas.openxmlformats.org/drawingml/2006/main" w="9525">
            <a:solidFill>
              <a:srgbClr val="3E5860"/>
            </a:solidFill>
            <a:prstDash val="solid"/>
          </a:ln>
        </p:spPr>
      </p:sp>
      <p:sp>
        <p:nvSpPr>
          <p:cNvPr id="24" name="s6-cloud-3">
            <a:extLst xmlns:a="http://schemas.openxmlformats.org/drawingml/2006/main">
              <a:ext uri="{FF2B5EF4-FFF2-40B4-BE49-F238E27FC236}">
                <a16:creationId xmlns:a16="http://schemas.microsoft.com/office/drawing/2014/main" id="{A3451461-23D4-455D-89EB-D74F85A9E571}"/>
              </a:ext>
            </a:extLst>
          </p:cNvPr>
          <p:cNvSpPr>
            <a:spLocks xmlns:a="http://schemas.openxmlformats.org/drawingml/2006/main" noGrp="1"/>
          </p:cNvSpPr>
          <p:nvPr/>
        </p:nvSpPr>
        <p:spPr>
          <a:xfrm xmlns:a="http://schemas.openxmlformats.org/drawingml/2006/main">
            <a:off x="9115425" y="4276725"/>
            <a:ext cx="1638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F4F7F2"/>
                </a:solidFill>
                <a:latin typeface="Segoe UI"/>
                <a:ea typeface="Segoe UI"/>
                <a:cs typeface="Segoe UI"/>
              </a:defRPr>
            </a:defPPr>
          </a:lstStyle>
          <a:p xmlns:a="http://schemas.openxmlformats.org/drawingml/2006/main">
            <a:pPr algn="ctr">
              <a:lnSpc>
                <a:spcPct val="102000"/>
              </a:lnSpc>
              <a:buNone/>
              <a:defRPr sz="1200" b="1">
                <a:solidFill>
                  <a:srgbClr val="F4F7F2"/>
                </a:solidFill>
                <a:latin typeface="Segoe UI"/>
                <a:ea typeface="Segoe UI"/>
                <a:cs typeface="Segoe UI"/>
              </a:defRPr>
            </a:pPr>
            <a:r>
              <a:rPr sz="1200" b="1">
                <a:solidFill>
                  <a:srgbClr val="F4F7F2"/>
                </a:solidFill>
                <a:latin typeface="Segoe UI"/>
                <a:ea typeface="Segoe UI"/>
                <a:cs typeface="Segoe UI"/>
              </a:rPr>
              <a:t>Métricas derivadas</a:t>
            </a:r>
          </a:p>
        </p:txBody>
      </p:sp>
      <p:sp>
        <p:nvSpPr>
          <p:cNvPr id="25" name="s6-cloud-copy">
            <a:extLst xmlns:a="http://schemas.openxmlformats.org/drawingml/2006/main">
              <a:ext uri="{FF2B5EF4-FFF2-40B4-BE49-F238E27FC236}">
                <a16:creationId xmlns:a16="http://schemas.microsoft.com/office/drawing/2014/main" id="{064D4971-0606-49FF-8694-80BF1EC7FB60}"/>
              </a:ext>
            </a:extLst>
          </p:cNvPr>
          <p:cNvSpPr>
            <a:spLocks xmlns:a="http://schemas.openxmlformats.org/drawingml/2006/main" noGrp="1"/>
          </p:cNvSpPr>
          <p:nvPr/>
        </p:nvSpPr>
        <p:spPr>
          <a:xfrm xmlns:a="http://schemas.openxmlformats.org/drawingml/2006/main">
            <a:off x="6972300" y="49911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F1B96A"/>
                </a:solidFill>
                <a:latin typeface="Segoe UI"/>
                <a:ea typeface="Segoe UI"/>
                <a:cs typeface="Segoe UI"/>
              </a:defRPr>
            </a:defPPr>
          </a:lstStyle>
          <a:p xmlns:a="http://schemas.openxmlformats.org/drawingml/2006/main">
            <a:pPr algn="l">
              <a:lnSpc>
                <a:spcPct val="102000"/>
              </a:lnSpc>
              <a:buNone/>
              <a:defRPr sz="1200" b="1">
                <a:solidFill>
                  <a:srgbClr val="F1B96A"/>
                </a:solidFill>
                <a:latin typeface="Segoe UI"/>
                <a:ea typeface="Segoe UI"/>
                <a:cs typeface="Segoe UI"/>
              </a:defRPr>
            </a:pPr>
            <a:r>
              <a:rPr sz="1200" b="1">
                <a:solidFill>
                  <a:srgbClr val="F1B96A"/>
                </a:solidFill>
                <a:latin typeface="Segoe UI"/>
                <a:ea typeface="Segoe UI"/>
                <a:cs typeface="Segoe UI"/>
              </a:rPr>
              <a:t>Revocar y borrar son acciones distintas.</a:t>
            </a:r>
          </a:p>
        </p:txBody>
      </p:sp>
      <p:sp>
        <p:nvSpPr>
          <p:cNvPr id="26" name="">
            <a:extLst xmlns:a="http://schemas.openxmlformats.org/drawingml/2006/main">
              <a:ext uri="{FF2B5EF4-FFF2-40B4-BE49-F238E27FC236}">
                <a16:creationId xmlns:a16="http://schemas.microsoft.com/office/drawing/2014/main" id="{1B0C857F-C2E8-43B0-9164-4D3C53094ED7}"/>
              </a:ext>
            </a:extLst>
          </p:cNvPr>
          <p:cNvSpPr>
            <a:spLocks xmlns:a="http://schemas.openxmlformats.org/drawingml/2006/main" noGrp="1"/>
          </p:cNvSpPr>
          <p:nvPr/>
        </p:nvSpPr>
        <p:spPr>
          <a:xfrm xmlns:a="http://schemas.openxmlformats.org/drawingml/2006/main">
            <a:off x="5486400" y="3238500"/>
            <a:ext cx="876300" cy="19050"/>
          </a:xfrm>
          <a:prstGeom xmlns:a="http://schemas.openxmlformats.org/drawingml/2006/main" prst="rect">
            <a:avLst/>
          </a:prstGeom>
          <a:solidFill xmlns:a="http://schemas.openxmlformats.org/drawingml/2006/main">
            <a:srgbClr val="74E2C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62F1528-B58A-4240-B9DA-FFE6093438B8}"/>
              </a:ext>
            </a:extLst>
          </p:cNvPr>
          <p:cNvSpPr>
            <a:spLocks xmlns:a="http://schemas.openxmlformats.org/drawingml/2006/main" noGrp="1"/>
          </p:cNvSpPr>
          <p:nvPr/>
        </p:nvSpPr>
        <p:spPr>
          <a:xfrm xmlns:a="http://schemas.openxmlformats.org/drawingml/2006/main">
            <a:off x="5924550" y="3105150"/>
            <a:ext cx="152400" cy="285750"/>
          </a:xfrm>
          <a:prstGeom xmlns:a="http://schemas.openxmlformats.org/drawingml/2006/main" prst="roundRect">
            <a:avLst>
              <a:gd name="adj" fmla="val 50000"/>
            </a:avLst>
          </a:prstGeom>
          <a:solidFill xmlns:a="http://schemas.openxmlformats.org/drawingml/2006/main">
            <a:srgbClr val="74E2C7"/>
          </a:solidFill>
          <a:ln xmlns:a="http://schemas.openxmlformats.org/drawingml/2006/main" w="0">
            <a:noFill/>
            <a:prstDash val="solid"/>
          </a:ln>
        </p:spPr>
      </p:sp>
      <p:sp>
        <p:nvSpPr>
          <p:cNvPr id="28" name="s6-consent">
            <a:extLst xmlns:a="http://schemas.openxmlformats.org/drawingml/2006/main">
              <a:ext uri="{FF2B5EF4-FFF2-40B4-BE49-F238E27FC236}">
                <a16:creationId xmlns:a16="http://schemas.microsoft.com/office/drawing/2014/main" id="{40C5BBBE-88C7-4019-B149-355D4471D649}"/>
              </a:ext>
            </a:extLst>
          </p:cNvPr>
          <p:cNvSpPr>
            <a:spLocks xmlns:a="http://schemas.openxmlformats.org/drawingml/2006/main" noGrp="1"/>
          </p:cNvSpPr>
          <p:nvPr/>
        </p:nvSpPr>
        <p:spPr>
          <a:xfrm xmlns:a="http://schemas.openxmlformats.org/drawingml/2006/main">
            <a:off x="5391150" y="3600450"/>
            <a:ext cx="1066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25" b="1">
                <a:solidFill>
                  <a:srgbClr val="74E2C7"/>
                </a:solidFill>
                <a:latin typeface="Segoe UI"/>
                <a:ea typeface="Segoe UI"/>
                <a:cs typeface="Segoe UI"/>
              </a:defRPr>
            </a:defPPr>
          </a:lstStyle>
          <a:p xmlns:a="http://schemas.openxmlformats.org/drawingml/2006/main">
            <a:pPr algn="ctr">
              <a:lnSpc>
                <a:spcPct val="102000"/>
              </a:lnSpc>
              <a:buNone/>
              <a:defRPr sz="825" b="1">
                <a:solidFill>
                  <a:srgbClr val="74E2C7"/>
                </a:solidFill>
                <a:latin typeface="Segoe UI"/>
                <a:ea typeface="Segoe UI"/>
                <a:cs typeface="Segoe UI"/>
              </a:defRPr>
            </a:pPr>
            <a:r>
              <a:rPr sz="825" b="1">
                <a:solidFill>
                  <a:srgbClr val="74E2C7"/>
                </a:solidFill>
                <a:latin typeface="Segoe UI"/>
                <a:ea typeface="Segoe UI"/>
                <a:cs typeface="Segoe UI"/>
              </a:rPr>
              <a:t>CONSENTIMIENTO</a:t>
            </a:r>
          </a:p>
        </p:txBody>
      </p:sp>
      <p:sp>
        <p:nvSpPr>
          <p:cNvPr id="29" name="s6-note">
            <a:extLst xmlns:a="http://schemas.openxmlformats.org/drawingml/2006/main">
              <a:ext uri="{FF2B5EF4-FFF2-40B4-BE49-F238E27FC236}">
                <a16:creationId xmlns:a16="http://schemas.microsoft.com/office/drawing/2014/main" id="{B82080F4-778D-496B-88E6-51F44A5DA732}"/>
              </a:ext>
            </a:extLst>
          </p:cNvPr>
          <p:cNvSpPr>
            <a:spLocks xmlns:a="http://schemas.openxmlformats.org/drawingml/2006/main" noGrp="1"/>
          </p:cNvSpPr>
          <p:nvPr/>
        </p:nvSpPr>
        <p:spPr>
          <a:xfrm xmlns:a="http://schemas.openxmlformats.org/drawingml/2006/main">
            <a:off x="685800" y="5600700"/>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A9B7AD"/>
                </a:solidFill>
                <a:latin typeface="Segoe UI"/>
                <a:ea typeface="Segoe UI"/>
                <a:cs typeface="Segoe UI"/>
              </a:defRPr>
            </a:defPPr>
          </a:lstStyle>
          <a:p xmlns:a="http://schemas.openxmlformats.org/drawingml/2006/main">
            <a:pPr algn="l">
              <a:lnSpc>
                <a:spcPct val="102000"/>
              </a:lnSpc>
              <a:buNone/>
              <a:defRPr sz="1275" b="0">
                <a:solidFill>
                  <a:srgbClr val="A9B7AD"/>
                </a:solidFill>
                <a:latin typeface="Segoe UI"/>
                <a:ea typeface="Segoe UI"/>
                <a:cs typeface="Segoe UI"/>
              </a:defRPr>
            </a:pPr>
            <a:r>
              <a:rPr sz="1275" b="0">
                <a:solidFill>
                  <a:srgbClr val="A9B7AD"/>
                </a:solidFill>
                <a:latin typeface="Segoe UI"/>
                <a:ea typeface="Segoe UI"/>
                <a:cs typeface="Segoe UI"/>
              </a:rPr>
              <a:t>Sin muestras originales en la nube por defecto · consentimiento de sincronización separado del Coach</a:t>
            </a:r>
          </a:p>
        </p:txBody>
      </p:sp>
    </p:spTree>
    <p:extLst>
      <p:ext uri="{BB962C8B-B14F-4D97-AF65-F5344CB8AC3E}">
        <p14:creationId xmlns:p14="http://schemas.microsoft.com/office/powerpoint/2010/main" val="1005209987"/>
      </p:ext>
    </p:extLst>
  </p:cSld>
</p:sld>
</file>

<file path=ppt/slides/slide7.xml><?xml version="1.0" encoding="utf-8"?>
<p:sld xmlns:p="http://schemas.openxmlformats.org/presentationml/2006/main">
  <p:cSld>
    <p:bg>
      <p:bgPr>
        <a:solidFill xmlns:a="http://schemas.openxmlformats.org/drawingml/2006/main">
          <a:srgbClr val="07100E"/>
        </a:solidFill>
      </p:bgPr>
    </p:bg>
    <p:spTree>
      <p:nvGrpSpPr>
        <p:cNvPr id="1" name=""/>
        <p:cNvGrpSpPr/>
        <p:nvPr/>
      </p:nvGrpSpPr>
      <p:grpSpPr>
        <a:xfrm xmlns:a="http://schemas.openxmlformats.org/drawingml/2006/main"/>
      </p:grpSpPr>
      <p:sp>
        <p:nvSpPr>
          <p:cNvPr id="30" name="wordmark">
            <a:extLst xmlns:a="http://schemas.openxmlformats.org/drawingml/2006/main">
              <a:ext uri="{FF2B5EF4-FFF2-40B4-BE49-F238E27FC236}">
                <a16:creationId xmlns:a16="http://schemas.microsoft.com/office/drawing/2014/main" id="{D42D958F-FA04-441D-8A7D-C32E01BFB268}"/>
              </a:ext>
            </a:extLst>
          </p:cNvPr>
          <p:cNvSpPr>
            <a:spLocks xmlns:a="http://schemas.openxmlformats.org/drawingml/2006/main" noGrp="1"/>
          </p:cNvSpPr>
          <p:nvPr/>
        </p:nvSpPr>
        <p:spPr>
          <a:xfrm xmlns:a="http://schemas.openxmlformats.org/drawingml/2006/main">
            <a:off x="685800" y="2857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4E2C7"/>
                </a:solidFill>
                <a:latin typeface="Segoe UI"/>
                <a:ea typeface="Segoe UI"/>
                <a:cs typeface="Segoe UI"/>
              </a:defRPr>
            </a:defPPr>
          </a:lstStyle>
          <a:p xmlns:a="http://schemas.openxmlformats.org/drawingml/2006/main">
            <a:pPr algn="l">
              <a:lnSpc>
                <a:spcPct val="102000"/>
              </a:lnSpc>
              <a:buNone/>
              <a:defRPr sz="1125" b="1">
                <a:solidFill>
                  <a:srgbClr val="74E2C7"/>
                </a:solidFill>
                <a:latin typeface="Segoe UI"/>
                <a:ea typeface="Segoe UI"/>
                <a:cs typeface="Segoe UI"/>
              </a:defRPr>
            </a:pPr>
            <a:r>
              <a:rPr sz="1125" b="1">
                <a:solidFill>
                  <a:srgbClr val="74E2C7"/>
                </a:solidFill>
                <a:latin typeface="Segoe UI"/>
                <a:ea typeface="Segoe UI"/>
                <a:cs typeface="Segoe UI"/>
              </a:rPr>
              <a:t>BIOPULSE</a:t>
            </a:r>
          </a:p>
        </p:txBody>
      </p:sp>
      <p:sp>
        <p:nvSpPr>
          <p:cNvPr id="2" name="section">
            <a:extLst xmlns:a="http://schemas.openxmlformats.org/drawingml/2006/main">
              <a:ext uri="{FF2B5EF4-FFF2-40B4-BE49-F238E27FC236}">
                <a16:creationId xmlns:a16="http://schemas.microsoft.com/office/drawing/2014/main" id="{1430B804-09C7-4EB5-A490-8B357B21AEE2}"/>
              </a:ext>
            </a:extLst>
          </p:cNvPr>
          <p:cNvSpPr>
            <a:spLocks xmlns:a="http://schemas.openxmlformats.org/drawingml/2006/main" noGrp="1"/>
          </p:cNvSpPr>
          <p:nvPr/>
        </p:nvSpPr>
        <p:spPr>
          <a:xfrm xmlns:a="http://schemas.openxmlformats.org/drawingml/2006/main">
            <a:off x="8620125" y="2857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708177"/>
                </a:solidFill>
                <a:latin typeface="Segoe UI"/>
                <a:ea typeface="Segoe UI"/>
                <a:cs typeface="Segoe UI"/>
              </a:defRPr>
            </a:defPPr>
          </a:lstStyle>
          <a:p xmlns:a="http://schemas.openxmlformats.org/drawingml/2006/main">
            <a:pPr algn="r">
              <a:lnSpc>
                <a:spcPct val="102000"/>
              </a:lnSpc>
              <a:buNone/>
              <a:defRPr sz="975" b="1">
                <a:solidFill>
                  <a:srgbClr val="708177"/>
                </a:solidFill>
                <a:latin typeface="Segoe UI"/>
                <a:ea typeface="Segoe UI"/>
                <a:cs typeface="Segoe UI"/>
              </a:defRPr>
            </a:pPr>
            <a:r>
              <a:rPr sz="975" b="1">
                <a:solidFill>
                  <a:srgbClr val="708177"/>
                </a:solidFill>
                <a:latin typeface="Segoe UI"/>
                <a:ea typeface="Segoe UI"/>
                <a:cs typeface="Segoe UI"/>
              </a:rPr>
              <a:t>CIENCIA DE DATOS</a:t>
            </a:r>
          </a:p>
        </p:txBody>
      </p:sp>
      <p:sp>
        <p:nvSpPr>
          <p:cNvPr id="3" name="">
            <a:extLst xmlns:a="http://schemas.openxmlformats.org/drawingml/2006/main">
              <a:ext uri="{FF2B5EF4-FFF2-40B4-BE49-F238E27FC236}">
                <a16:creationId xmlns:a16="http://schemas.microsoft.com/office/drawing/2014/main" id="{C5D7F222-B236-4142-829A-316FF49B71CE}"/>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26362E"/>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B83483C7-64A9-4C81-BA72-CF00A6A110B0}"/>
              </a:ext>
            </a:extLst>
          </p:cNvPr>
          <p:cNvSpPr>
            <a:spLocks xmlns:a="http://schemas.openxmlformats.org/drawingml/2006/main" noGrp="1"/>
          </p:cNvSpPr>
          <p:nvPr/>
        </p:nvSpPr>
        <p:spPr>
          <a:xfrm xmlns:a="http://schemas.openxmlformats.org/drawingml/2006/main">
            <a:off x="685800" y="64865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a:solidFill>
                  <a:srgbClr val="708177"/>
                </a:solidFill>
                <a:latin typeface="Segoe UI"/>
                <a:ea typeface="Segoe UI"/>
                <a:cs typeface="Segoe UI"/>
              </a:defRPr>
            </a:defPPr>
          </a:lstStyle>
          <a:p xmlns:a="http://schemas.openxmlformats.org/drawingml/2006/main">
            <a:pPr algn="l">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BIOPULSE 2.0  •  PITCH DE INVERSIÓN  •  OCT 2026</a:t>
            </a:r>
          </a:p>
        </p:txBody>
      </p:sp>
      <p:sp>
        <p:nvSpPr>
          <p:cNvPr id="5" name="footer-page">
            <a:extLst xmlns:a="http://schemas.openxmlformats.org/drawingml/2006/main">
              <a:ext uri="{FF2B5EF4-FFF2-40B4-BE49-F238E27FC236}">
                <a16:creationId xmlns:a16="http://schemas.microsoft.com/office/drawing/2014/main" id="{06E82E0E-9A9B-4A3F-BE80-C594D7723E07}"/>
              </a:ext>
            </a:extLst>
          </p:cNvPr>
          <p:cNvSpPr>
            <a:spLocks xmlns:a="http://schemas.openxmlformats.org/drawingml/2006/main" noGrp="1"/>
          </p:cNvSpPr>
          <p:nvPr/>
        </p:nvSpPr>
        <p:spPr>
          <a:xfrm xmlns:a="http://schemas.openxmlformats.org/drawingml/2006/main">
            <a:off x="10572750" y="6486525"/>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708177"/>
                </a:solidFill>
                <a:latin typeface="Segoe UI"/>
                <a:ea typeface="Segoe UI"/>
                <a:cs typeface="Segoe UI"/>
              </a:defRPr>
            </a:defPPr>
          </a:lstStyle>
          <a:p xmlns:a="http://schemas.openxmlformats.org/drawingml/2006/main">
            <a:pPr algn="r">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07 / 11</a:t>
            </a:r>
          </a:p>
        </p:txBody>
      </p:sp>
      <p:sp>
        <p:nvSpPr>
          <p:cNvPr id="6" name="s7-kicker">
            <a:extLst xmlns:a="http://schemas.openxmlformats.org/drawingml/2006/main">
              <a:ext uri="{FF2B5EF4-FFF2-40B4-BE49-F238E27FC236}">
                <a16:creationId xmlns:a16="http://schemas.microsoft.com/office/drawing/2014/main" id="{9B81198F-B6AC-46E5-87BC-0ABB09447708}"/>
              </a:ext>
            </a:extLst>
          </p:cNvPr>
          <p:cNvSpPr>
            <a:spLocks xmlns:a="http://schemas.openxmlformats.org/drawingml/2006/main" noGrp="1"/>
          </p:cNvSpPr>
          <p:nvPr/>
        </p:nvSpPr>
        <p:spPr>
          <a:xfrm xmlns:a="http://schemas.openxmlformats.org/drawingml/2006/main">
            <a:off x="685800" y="819150"/>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D0F36A"/>
                </a:solidFill>
                <a:latin typeface="Segoe UI"/>
                <a:ea typeface="Segoe UI"/>
                <a:cs typeface="Segoe UI"/>
              </a:defRPr>
            </a:defPPr>
          </a:lstStyle>
          <a:p xmlns:a="http://schemas.openxmlformats.org/drawingml/2006/main">
            <a:pPr algn="l">
              <a:lnSpc>
                <a:spcPct val="102000"/>
              </a:lnSpc>
              <a:buNone/>
              <a:defRPr sz="1050" b="1">
                <a:solidFill>
                  <a:srgbClr val="D0F36A"/>
                </a:solidFill>
                <a:latin typeface="Segoe UI"/>
                <a:ea typeface="Segoe UI"/>
                <a:cs typeface="Segoe UI"/>
              </a:defRPr>
            </a:pPr>
            <a:r>
              <a:rPr sz="1050" b="1">
                <a:solidFill>
                  <a:srgbClr val="D0F36A"/>
                </a:solidFill>
                <a:latin typeface="Segoe UI"/>
                <a:ea typeface="Segoe UI"/>
                <a:cs typeface="Segoe UI"/>
              </a:rPr>
              <a:t>EXPLORACIÓN CON LÍMITES CLAROS</a:t>
            </a:r>
          </a:p>
        </p:txBody>
      </p:sp>
      <p:sp>
        <p:nvSpPr>
          <p:cNvPr id="7" name="s7-title">
            <a:extLst xmlns:a="http://schemas.openxmlformats.org/drawingml/2006/main">
              <a:ext uri="{FF2B5EF4-FFF2-40B4-BE49-F238E27FC236}">
                <a16:creationId xmlns:a16="http://schemas.microsoft.com/office/drawing/2014/main" id="{F0658EA8-C461-4915-BA9C-2A0484AEE1E2}"/>
              </a:ext>
            </a:extLst>
          </p:cNvPr>
          <p:cNvSpPr>
            <a:spLocks xmlns:a="http://schemas.openxmlformats.org/drawingml/2006/main" noGrp="1"/>
          </p:cNvSpPr>
          <p:nvPr/>
        </p:nvSpPr>
        <p:spPr>
          <a:xfrm xmlns:a="http://schemas.openxmlformats.org/drawingml/2006/main">
            <a:off x="685800" y="1219200"/>
            <a:ext cx="6191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F4F7F2"/>
                </a:solidFill>
                <a:latin typeface="Segoe UI"/>
                <a:ea typeface="Segoe UI"/>
                <a:cs typeface="Segoe UI"/>
              </a:defRPr>
            </a:defPPr>
          </a:lstStyle>
          <a:p xmlns:a="http://schemas.openxmlformats.org/drawingml/2006/main">
            <a:pPr algn="l">
              <a:lnSpc>
                <a:spcPct val="102000"/>
              </a:lnSpc>
              <a:buNone/>
              <a:defRPr sz="3450" b="1">
                <a:solidFill>
                  <a:srgbClr val="F4F7F2"/>
                </a:solidFill>
                <a:latin typeface="Segoe UI"/>
                <a:ea typeface="Segoe UI"/>
                <a:cs typeface="Segoe UI"/>
              </a:defRPr>
            </a:pPr>
            <a:r>
              <a:rPr sz="3450" b="1">
                <a:solidFill>
                  <a:srgbClr val="F4F7F2"/>
                </a:solidFill>
                <a:latin typeface="Segoe UI"/>
                <a:ea typeface="Segoe UI"/>
                <a:cs typeface="Segoe UI"/>
              </a:rPr>
              <a:t>Primero trazabilidad.</a:t>
            </a:r>
          </a:p>
          <a:p xmlns:a="http://schemas.openxmlformats.org/drawingml/2006/main">
            <a:pPr algn="l">
              <a:lnSpc>
                <a:spcPct val="102000"/>
              </a:lnSpc>
              <a:buNone/>
              <a:defRPr sz="3450" b="1">
                <a:solidFill>
                  <a:srgbClr val="F4F7F2"/>
                </a:solidFill>
                <a:latin typeface="Segoe UI"/>
                <a:ea typeface="Segoe UI"/>
                <a:cs typeface="Segoe UI"/>
              </a:defRPr>
            </a:pPr>
            <a:r>
              <a:rPr sz="3450" b="1">
                <a:solidFill>
                  <a:srgbClr val="F4F7F2"/>
                </a:solidFill>
                <a:latin typeface="Segoe UI"/>
                <a:ea typeface="Segoe UI"/>
                <a:cs typeface="Segoe UI"/>
              </a:rPr>
              <a:t>Después predicción.</a:t>
            </a:r>
          </a:p>
        </p:txBody>
      </p:sp>
      <p:sp>
        <p:nvSpPr>
          <p:cNvPr id="8" name="s7-copy">
            <a:extLst xmlns:a="http://schemas.openxmlformats.org/drawingml/2006/main">
              <a:ext uri="{FF2B5EF4-FFF2-40B4-BE49-F238E27FC236}">
                <a16:creationId xmlns:a16="http://schemas.microsoft.com/office/drawing/2014/main" id="{9121ABCF-3672-4B52-B3E6-27F615FCBFEA}"/>
              </a:ext>
            </a:extLst>
          </p:cNvPr>
          <p:cNvSpPr>
            <a:spLocks xmlns:a="http://schemas.openxmlformats.org/drawingml/2006/main" noGrp="1"/>
          </p:cNvSpPr>
          <p:nvPr/>
        </p:nvSpPr>
        <p:spPr>
          <a:xfrm xmlns:a="http://schemas.openxmlformats.org/drawingml/2006/main">
            <a:off x="704850" y="2667000"/>
            <a:ext cx="5048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A9B7AD"/>
                </a:solidFill>
                <a:latin typeface="Segoe UI"/>
                <a:ea typeface="Segoe UI"/>
                <a:cs typeface="Segoe UI"/>
              </a:defRPr>
            </a:defPPr>
          </a:lstStyle>
          <a:p xmlns:a="http://schemas.openxmlformats.org/drawingml/2006/main">
            <a:pPr algn="l">
              <a:lnSpc>
                <a:spcPct val="102000"/>
              </a:lnSpc>
              <a:buNone/>
              <a:defRPr sz="1500" b="0">
                <a:solidFill>
                  <a:srgbClr val="A9B7AD"/>
                </a:solidFill>
                <a:latin typeface="Segoe UI"/>
                <a:ea typeface="Segoe UI"/>
                <a:cs typeface="Segoe UI"/>
              </a:defRPr>
            </a:pPr>
            <a:r>
              <a:rPr sz="1500" b="0">
                <a:solidFill>
                  <a:srgbClr val="A9B7AD"/>
                </a:solidFill>
                <a:latin typeface="Segoe UI"/>
                <a:ea typeface="Segoe UI"/>
                <a:cs typeface="Segoe UI"/>
              </a:rPr>
              <a:t>BioScore y Sleep Score usan reglas personales versionadas. El valor aparece solo con suficiente historial.</a:t>
            </a:r>
          </a:p>
        </p:txBody>
      </p:sp>
      <p:sp>
        <p:nvSpPr>
          <p:cNvPr id="9" name="metric-big-filas auditadas">
            <a:extLst xmlns:a="http://schemas.openxmlformats.org/drawingml/2006/main">
              <a:ext uri="{FF2B5EF4-FFF2-40B4-BE49-F238E27FC236}">
                <a16:creationId xmlns:a16="http://schemas.microsoft.com/office/drawing/2014/main" id="{D3826EBC-579C-45F7-8ECD-6AAC6559BD45}"/>
              </a:ext>
            </a:extLst>
          </p:cNvPr>
          <p:cNvSpPr>
            <a:spLocks xmlns:a="http://schemas.openxmlformats.org/drawingml/2006/main" noGrp="1"/>
          </p:cNvSpPr>
          <p:nvPr/>
        </p:nvSpPr>
        <p:spPr>
          <a:xfrm xmlns:a="http://schemas.openxmlformats.org/drawingml/2006/main">
            <a:off x="704850" y="3905250"/>
            <a:ext cx="2333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750" b="1">
                <a:solidFill>
                  <a:srgbClr val="74E2C7"/>
                </a:solidFill>
                <a:latin typeface="Segoe UI"/>
                <a:ea typeface="Segoe UI"/>
                <a:cs typeface="Segoe UI"/>
              </a:defRPr>
            </a:defPPr>
          </a:lstStyle>
          <a:p xmlns:a="http://schemas.openxmlformats.org/drawingml/2006/main">
            <a:pPr algn="l">
              <a:lnSpc>
                <a:spcPct val="102000"/>
              </a:lnSpc>
              <a:buNone/>
              <a:defRPr sz="3750" b="1">
                <a:solidFill>
                  <a:srgbClr val="74E2C7"/>
                </a:solidFill>
                <a:latin typeface="Segoe UI"/>
                <a:ea typeface="Segoe UI"/>
                <a:cs typeface="Segoe UI"/>
              </a:defRPr>
            </a:pPr>
            <a:r>
              <a:rPr sz="3750" b="1">
                <a:solidFill>
                  <a:srgbClr val="74E2C7"/>
                </a:solidFill>
                <a:latin typeface="Segoe UI"/>
                <a:ea typeface="Segoe UI"/>
                <a:cs typeface="Segoe UI"/>
              </a:rPr>
              <a:t>100.000</a:t>
            </a:r>
          </a:p>
        </p:txBody>
      </p:sp>
      <p:sp>
        <p:nvSpPr>
          <p:cNvPr id="10" name="metric-label-filas auditadas">
            <a:extLst xmlns:a="http://schemas.openxmlformats.org/drawingml/2006/main">
              <a:ext uri="{FF2B5EF4-FFF2-40B4-BE49-F238E27FC236}">
                <a16:creationId xmlns:a16="http://schemas.microsoft.com/office/drawing/2014/main" id="{8220EA63-2AA1-4C15-A525-D19CC698C4A4}"/>
              </a:ext>
            </a:extLst>
          </p:cNvPr>
          <p:cNvSpPr>
            <a:spLocks xmlns:a="http://schemas.openxmlformats.org/drawingml/2006/main" noGrp="1"/>
          </p:cNvSpPr>
          <p:nvPr/>
        </p:nvSpPr>
        <p:spPr>
          <a:xfrm xmlns:a="http://schemas.openxmlformats.org/drawingml/2006/main">
            <a:off x="704850" y="4610100"/>
            <a:ext cx="2333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F4F7F2"/>
                </a:solidFill>
                <a:latin typeface="Segoe UI"/>
                <a:ea typeface="Segoe UI"/>
                <a:cs typeface="Segoe UI"/>
              </a:defRPr>
            </a:defPPr>
          </a:lstStyle>
          <a:p xmlns:a="http://schemas.openxmlformats.org/drawingml/2006/main">
            <a:pPr algn="l">
              <a:lnSpc>
                <a:spcPct val="102000"/>
              </a:lnSpc>
              <a:buNone/>
              <a:defRPr sz="1500" b="1">
                <a:solidFill>
                  <a:srgbClr val="F4F7F2"/>
                </a:solidFill>
                <a:latin typeface="Segoe UI"/>
                <a:ea typeface="Segoe UI"/>
                <a:cs typeface="Segoe UI"/>
              </a:defRPr>
            </a:pPr>
            <a:r>
              <a:rPr sz="1500" b="1">
                <a:solidFill>
                  <a:srgbClr val="F4F7F2"/>
                </a:solidFill>
                <a:latin typeface="Segoe UI"/>
                <a:ea typeface="Segoe UI"/>
                <a:cs typeface="Segoe UI"/>
              </a:rPr>
              <a:t>filas auditadas</a:t>
            </a:r>
          </a:p>
        </p:txBody>
      </p:sp>
      <p:sp>
        <p:nvSpPr>
          <p:cNvPr id="11" name="metric-detail-filas auditadas">
            <a:extLst xmlns:a="http://schemas.openxmlformats.org/drawingml/2006/main">
              <a:ext uri="{FF2B5EF4-FFF2-40B4-BE49-F238E27FC236}">
                <a16:creationId xmlns:a16="http://schemas.microsoft.com/office/drawing/2014/main" id="{AA2E0084-C419-4AE1-B441-2DC047EC08E3}"/>
              </a:ext>
            </a:extLst>
          </p:cNvPr>
          <p:cNvSpPr>
            <a:spLocks xmlns:a="http://schemas.openxmlformats.org/drawingml/2006/main" noGrp="1"/>
          </p:cNvSpPr>
          <p:nvPr/>
        </p:nvSpPr>
        <p:spPr>
          <a:xfrm xmlns:a="http://schemas.openxmlformats.org/drawingml/2006/main">
            <a:off x="704850" y="4981575"/>
            <a:ext cx="23336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A9B7AD"/>
                </a:solidFill>
                <a:latin typeface="Segoe UI"/>
                <a:ea typeface="Segoe UI"/>
                <a:cs typeface="Segoe UI"/>
              </a:defRPr>
            </a:defPPr>
          </a:lstStyle>
          <a:p xmlns:a="http://schemas.openxmlformats.org/drawingml/2006/main">
            <a:pPr algn="l">
              <a:lnSpc>
                <a:spcPct val="102000"/>
              </a:lnSpc>
              <a:buNone/>
              <a:defRPr sz="1200" b="0">
                <a:solidFill>
                  <a:srgbClr val="A9B7AD"/>
                </a:solidFill>
                <a:latin typeface="Segoe UI"/>
                <a:ea typeface="Segoe UI"/>
                <a:cs typeface="Segoe UI"/>
              </a:defRPr>
            </a:pPr>
            <a:r>
              <a:rPr sz="1200" b="0">
                <a:solidFill>
                  <a:srgbClr val="A9B7AD"/>
                </a:solidFill>
                <a:latin typeface="Segoe UI"/>
                <a:ea typeface="Segoe UI"/>
                <a:cs typeface="Segoe UI"/>
              </a:rPr>
              <a:t>Dataset heredado de investigación.</a:t>
            </a:r>
          </a:p>
          <a:p xmlns:a="http://schemas.openxmlformats.org/drawingml/2006/main">
            <a:pPr algn="l">
              <a:lnSpc>
                <a:spcPct val="102000"/>
              </a:lnSpc>
              <a:buNone/>
              <a:defRPr sz="1200" b="0">
                <a:solidFill>
                  <a:srgbClr val="A9B7AD"/>
                </a:solidFill>
                <a:latin typeface="Segoe UI"/>
                <a:ea typeface="Segoe UI"/>
                <a:cs typeface="Segoe UI"/>
              </a:defRPr>
            </a:pPr>
            <a:r>
              <a:rPr sz="1200" b="0">
                <a:solidFill>
                  <a:srgbClr val="A9B7AD"/>
                </a:solidFill>
                <a:latin typeface="Segoe UI"/>
                <a:ea typeface="Segoe UI"/>
                <a:cs typeface="Segoe UI"/>
              </a:rPr>
              <a:t>Origen y licencia por confirmar.</a:t>
            </a:r>
          </a:p>
        </p:txBody>
      </p:sp>
      <p:sp>
        <p:nvSpPr>
          <p:cNvPr id="12" name="metric-big-ID de sujeto">
            <a:extLst xmlns:a="http://schemas.openxmlformats.org/drawingml/2006/main">
              <a:ext uri="{FF2B5EF4-FFF2-40B4-BE49-F238E27FC236}">
                <a16:creationId xmlns:a16="http://schemas.microsoft.com/office/drawing/2014/main" id="{CA30D179-89B2-4000-8110-EF3A635B2608}"/>
              </a:ext>
            </a:extLst>
          </p:cNvPr>
          <p:cNvSpPr>
            <a:spLocks xmlns:a="http://schemas.openxmlformats.org/drawingml/2006/main" noGrp="1"/>
          </p:cNvSpPr>
          <p:nvPr/>
        </p:nvSpPr>
        <p:spPr>
          <a:xfrm xmlns:a="http://schemas.openxmlformats.org/drawingml/2006/main">
            <a:off x="3429000" y="3905250"/>
            <a:ext cx="2238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750" b="1">
                <a:solidFill>
                  <a:srgbClr val="91C9E8"/>
                </a:solidFill>
                <a:latin typeface="Segoe UI"/>
                <a:ea typeface="Segoe UI"/>
                <a:cs typeface="Segoe UI"/>
              </a:defRPr>
            </a:defPPr>
          </a:lstStyle>
          <a:p xmlns:a="http://schemas.openxmlformats.org/drawingml/2006/main">
            <a:pPr algn="l">
              <a:lnSpc>
                <a:spcPct val="102000"/>
              </a:lnSpc>
              <a:buNone/>
              <a:defRPr sz="3750" b="1">
                <a:solidFill>
                  <a:srgbClr val="91C9E8"/>
                </a:solidFill>
                <a:latin typeface="Segoe UI"/>
                <a:ea typeface="Segoe UI"/>
                <a:cs typeface="Segoe UI"/>
              </a:defRPr>
            </a:pPr>
            <a:r>
              <a:rPr sz="3750" b="1">
                <a:solidFill>
                  <a:srgbClr val="91C9E8"/>
                </a:solidFill>
                <a:latin typeface="Segoe UI"/>
                <a:ea typeface="Segoe UI"/>
                <a:cs typeface="Segoe UI"/>
              </a:rPr>
              <a:t>286</a:t>
            </a:r>
          </a:p>
        </p:txBody>
      </p:sp>
      <p:sp>
        <p:nvSpPr>
          <p:cNvPr id="13" name="metric-label-ID de sujeto">
            <a:extLst xmlns:a="http://schemas.openxmlformats.org/drawingml/2006/main">
              <a:ext uri="{FF2B5EF4-FFF2-40B4-BE49-F238E27FC236}">
                <a16:creationId xmlns:a16="http://schemas.microsoft.com/office/drawing/2014/main" id="{DDF69366-309F-41EC-A6BA-F1ED74110ACE}"/>
              </a:ext>
            </a:extLst>
          </p:cNvPr>
          <p:cNvSpPr>
            <a:spLocks xmlns:a="http://schemas.openxmlformats.org/drawingml/2006/main" noGrp="1"/>
          </p:cNvSpPr>
          <p:nvPr/>
        </p:nvSpPr>
        <p:spPr>
          <a:xfrm xmlns:a="http://schemas.openxmlformats.org/drawingml/2006/main">
            <a:off x="3429000" y="4610100"/>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F4F7F2"/>
                </a:solidFill>
                <a:latin typeface="Segoe UI"/>
                <a:ea typeface="Segoe UI"/>
                <a:cs typeface="Segoe UI"/>
              </a:defRPr>
            </a:defPPr>
          </a:lstStyle>
          <a:p xmlns:a="http://schemas.openxmlformats.org/drawingml/2006/main">
            <a:pPr algn="l">
              <a:lnSpc>
                <a:spcPct val="102000"/>
              </a:lnSpc>
              <a:buNone/>
              <a:defRPr sz="1500" b="1">
                <a:solidFill>
                  <a:srgbClr val="F4F7F2"/>
                </a:solidFill>
                <a:latin typeface="Segoe UI"/>
                <a:ea typeface="Segoe UI"/>
                <a:cs typeface="Segoe UI"/>
              </a:defRPr>
            </a:pPr>
            <a:r>
              <a:rPr sz="1500" b="1">
                <a:solidFill>
                  <a:srgbClr val="F4F7F2"/>
                </a:solidFill>
                <a:latin typeface="Segoe UI"/>
                <a:ea typeface="Segoe UI"/>
                <a:cs typeface="Segoe UI"/>
              </a:rPr>
              <a:t>ID de sujeto</a:t>
            </a:r>
          </a:p>
        </p:txBody>
      </p:sp>
      <p:sp>
        <p:nvSpPr>
          <p:cNvPr id="14" name="metric-detail-ID de sujeto">
            <a:extLst xmlns:a="http://schemas.openxmlformats.org/drawingml/2006/main">
              <a:ext uri="{FF2B5EF4-FFF2-40B4-BE49-F238E27FC236}">
                <a16:creationId xmlns:a16="http://schemas.microsoft.com/office/drawing/2014/main" id="{66F962D9-A9E3-4BCF-97BB-CFFBFA0A83D1}"/>
              </a:ext>
            </a:extLst>
          </p:cNvPr>
          <p:cNvSpPr>
            <a:spLocks xmlns:a="http://schemas.openxmlformats.org/drawingml/2006/main" noGrp="1"/>
          </p:cNvSpPr>
          <p:nvPr/>
        </p:nvSpPr>
        <p:spPr>
          <a:xfrm xmlns:a="http://schemas.openxmlformats.org/drawingml/2006/main">
            <a:off x="3429000" y="4981575"/>
            <a:ext cx="22383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A9B7AD"/>
                </a:solidFill>
                <a:latin typeface="Segoe UI"/>
                <a:ea typeface="Segoe UI"/>
                <a:cs typeface="Segoe UI"/>
              </a:defRPr>
            </a:defPPr>
          </a:lstStyle>
          <a:p xmlns:a="http://schemas.openxmlformats.org/drawingml/2006/main">
            <a:pPr algn="l">
              <a:lnSpc>
                <a:spcPct val="102000"/>
              </a:lnSpc>
              <a:buNone/>
              <a:defRPr sz="1200" b="0">
                <a:solidFill>
                  <a:srgbClr val="A9B7AD"/>
                </a:solidFill>
                <a:latin typeface="Segoe UI"/>
                <a:ea typeface="Segoe UI"/>
                <a:cs typeface="Segoe UI"/>
              </a:defRPr>
            </a:pPr>
            <a:r>
              <a:rPr sz="1200" b="0">
                <a:solidFill>
                  <a:srgbClr val="A9B7AD"/>
                </a:solidFill>
                <a:latin typeface="Segoe UI"/>
                <a:ea typeface="Segoe UI"/>
                <a:cs typeface="Segoe UI"/>
              </a:rPr>
              <a:t>Identificadores observados en el archivo auditado.</a:t>
            </a:r>
          </a:p>
        </p:txBody>
      </p:sp>
      <p:sp>
        <p:nvSpPr>
          <p:cNvPr id="15" name="">
            <a:extLst xmlns:a="http://schemas.openxmlformats.org/drawingml/2006/main">
              <a:ext uri="{FF2B5EF4-FFF2-40B4-BE49-F238E27FC236}">
                <a16:creationId xmlns:a16="http://schemas.microsoft.com/office/drawing/2014/main" id="{186EFBB7-F036-413A-BDD7-C27CDBD84811}"/>
              </a:ext>
            </a:extLst>
          </p:cNvPr>
          <p:cNvSpPr>
            <a:spLocks xmlns:a="http://schemas.openxmlformats.org/drawingml/2006/main" noGrp="1"/>
          </p:cNvSpPr>
          <p:nvPr/>
        </p:nvSpPr>
        <p:spPr>
          <a:xfrm xmlns:a="http://schemas.openxmlformats.org/drawingml/2006/main">
            <a:off x="6667500" y="1428750"/>
            <a:ext cx="4762500" cy="4191000"/>
          </a:xfrm>
          <a:prstGeom xmlns:a="http://schemas.openxmlformats.org/drawingml/2006/main" prst="roundRect">
            <a:avLst>
              <a:gd name="adj" fmla="val 4545"/>
            </a:avLst>
          </a:prstGeom>
          <a:solidFill xmlns:a="http://schemas.openxmlformats.org/drawingml/2006/main">
            <a:srgbClr val="111B17"/>
          </a:solidFill>
          <a:ln xmlns:a="http://schemas.openxmlformats.org/drawingml/2006/main" w="9525">
            <a:solidFill>
              <a:srgbClr val="33473B"/>
            </a:solidFill>
            <a:prstDash val="solid"/>
          </a:ln>
        </p:spPr>
      </p:sp>
      <p:sp>
        <p:nvSpPr>
          <p:cNvPr id="16" name="s7-ledger-title">
            <a:extLst xmlns:a="http://schemas.openxmlformats.org/drawingml/2006/main">
              <a:ext uri="{FF2B5EF4-FFF2-40B4-BE49-F238E27FC236}">
                <a16:creationId xmlns:a16="http://schemas.microsoft.com/office/drawing/2014/main" id="{E7EAE57B-A385-44CB-AB37-437AB609C2EA}"/>
              </a:ext>
            </a:extLst>
          </p:cNvPr>
          <p:cNvSpPr>
            <a:spLocks xmlns:a="http://schemas.openxmlformats.org/drawingml/2006/main" noGrp="1"/>
          </p:cNvSpPr>
          <p:nvPr/>
        </p:nvSpPr>
        <p:spPr>
          <a:xfrm xmlns:a="http://schemas.openxmlformats.org/drawingml/2006/main">
            <a:off x="6991350" y="17430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4E2C7"/>
                </a:solidFill>
                <a:latin typeface="Segoe UI"/>
                <a:ea typeface="Segoe UI"/>
                <a:cs typeface="Segoe UI"/>
              </a:defRPr>
            </a:defPPr>
          </a:lstStyle>
          <a:p xmlns:a="http://schemas.openxmlformats.org/drawingml/2006/main">
            <a:pPr algn="l">
              <a:lnSpc>
                <a:spcPct val="102000"/>
              </a:lnSpc>
              <a:buNone/>
              <a:defRPr sz="1050" b="1">
                <a:solidFill>
                  <a:srgbClr val="74E2C7"/>
                </a:solidFill>
                <a:latin typeface="Segoe UI"/>
                <a:ea typeface="Segoe UI"/>
                <a:cs typeface="Segoe UI"/>
              </a:defRPr>
            </a:pPr>
            <a:r>
              <a:rPr sz="1050" b="1">
                <a:solidFill>
                  <a:srgbClr val="74E2C7"/>
                </a:solidFill>
                <a:latin typeface="Segoe UI"/>
                <a:ea typeface="Segoe UI"/>
                <a:cs typeface="Segoe UI"/>
              </a:rPr>
              <a:t>ESTADO DE LA EVIDENCIA</a:t>
            </a:r>
          </a:p>
        </p:txBody>
      </p:sp>
      <p:sp>
        <p:nvSpPr>
          <p:cNvPr id="17" name="s7-ledger-l-0">
            <a:extLst xmlns:a="http://schemas.openxmlformats.org/drawingml/2006/main">
              <a:ext uri="{FF2B5EF4-FFF2-40B4-BE49-F238E27FC236}">
                <a16:creationId xmlns:a16="http://schemas.microsoft.com/office/drawing/2014/main" id="{615C6ED4-A3CB-4444-B865-9B88988AB763}"/>
              </a:ext>
            </a:extLst>
          </p:cNvPr>
          <p:cNvSpPr>
            <a:spLocks xmlns:a="http://schemas.openxmlformats.org/drawingml/2006/main" noGrp="1"/>
          </p:cNvSpPr>
          <p:nvPr/>
        </p:nvSpPr>
        <p:spPr>
          <a:xfrm xmlns:a="http://schemas.openxmlformats.org/drawingml/2006/main">
            <a:off x="6991350" y="234315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A9B7AD"/>
                </a:solidFill>
                <a:latin typeface="Segoe UI"/>
                <a:ea typeface="Segoe UI"/>
                <a:cs typeface="Segoe UI"/>
              </a:defRPr>
            </a:defPPr>
          </a:lstStyle>
          <a:p xmlns:a="http://schemas.openxmlformats.org/drawingml/2006/main">
            <a:pPr algn="l">
              <a:lnSpc>
                <a:spcPct val="102000"/>
              </a:lnSpc>
              <a:buNone/>
              <a:defRPr sz="1200" b="0">
                <a:solidFill>
                  <a:srgbClr val="A9B7AD"/>
                </a:solidFill>
                <a:latin typeface="Segoe UI"/>
                <a:ea typeface="Segoe UI"/>
                <a:cs typeface="Segoe UI"/>
              </a:defRPr>
            </a:pPr>
            <a:r>
              <a:rPr sz="1200" b="0">
                <a:solidFill>
                  <a:srgbClr val="A9B7AD"/>
                </a:solidFill>
                <a:latin typeface="Segoe UI"/>
                <a:ea typeface="Segoe UI"/>
                <a:cs typeface="Segoe UI"/>
              </a:rPr>
              <a:t>scores personales</a:t>
            </a:r>
          </a:p>
        </p:txBody>
      </p:sp>
      <p:sp>
        <p:nvSpPr>
          <p:cNvPr id="18" name="s7-ledger-r-0">
            <a:extLst xmlns:a="http://schemas.openxmlformats.org/drawingml/2006/main">
              <a:ext uri="{FF2B5EF4-FFF2-40B4-BE49-F238E27FC236}">
                <a16:creationId xmlns:a16="http://schemas.microsoft.com/office/drawing/2014/main" id="{31EA0E3E-6A59-41D4-B881-FE238C8B454A}"/>
              </a:ext>
            </a:extLst>
          </p:cNvPr>
          <p:cNvSpPr>
            <a:spLocks xmlns:a="http://schemas.openxmlformats.org/drawingml/2006/main" noGrp="1"/>
          </p:cNvSpPr>
          <p:nvPr/>
        </p:nvSpPr>
        <p:spPr>
          <a:xfrm xmlns:a="http://schemas.openxmlformats.org/drawingml/2006/main">
            <a:off x="9429750" y="2343150"/>
            <a:ext cx="1695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D0F36A"/>
                </a:solidFill>
                <a:latin typeface="Segoe UI"/>
                <a:ea typeface="Segoe UI"/>
                <a:cs typeface="Segoe UI"/>
              </a:defRPr>
            </a:defPPr>
          </a:lstStyle>
          <a:p xmlns:a="http://schemas.openxmlformats.org/drawingml/2006/main">
            <a:pPr algn="r">
              <a:lnSpc>
                <a:spcPct val="102000"/>
              </a:lnSpc>
              <a:buNone/>
              <a:defRPr sz="1125" b="1">
                <a:solidFill>
                  <a:srgbClr val="D0F36A"/>
                </a:solidFill>
                <a:latin typeface="Segoe UI"/>
                <a:ea typeface="Segoe UI"/>
                <a:cs typeface="Segoe UI"/>
              </a:defRPr>
            </a:pPr>
            <a:r>
              <a:rPr sz="1125" b="1">
                <a:solidFill>
                  <a:srgbClr val="D0F36A"/>
                </a:solidFill>
                <a:latin typeface="Segoe UI"/>
                <a:ea typeface="Segoe UI"/>
                <a:cs typeface="Segoe UI"/>
              </a:rPr>
              <a:t>implementados · exploratorios</a:t>
            </a:r>
          </a:p>
        </p:txBody>
      </p:sp>
      <p:sp>
        <p:nvSpPr>
          <p:cNvPr id="19" name="">
            <a:extLst xmlns:a="http://schemas.openxmlformats.org/drawingml/2006/main">
              <a:ext uri="{FF2B5EF4-FFF2-40B4-BE49-F238E27FC236}">
                <a16:creationId xmlns:a16="http://schemas.microsoft.com/office/drawing/2014/main" id="{021CFDC8-5FD1-48C5-A67C-9B3A31465299}"/>
              </a:ext>
            </a:extLst>
          </p:cNvPr>
          <p:cNvSpPr>
            <a:spLocks xmlns:a="http://schemas.openxmlformats.org/drawingml/2006/main" noGrp="1"/>
          </p:cNvSpPr>
          <p:nvPr/>
        </p:nvSpPr>
        <p:spPr>
          <a:xfrm xmlns:a="http://schemas.openxmlformats.org/drawingml/2006/main">
            <a:off x="6991350" y="2828925"/>
            <a:ext cx="4133850" cy="9525"/>
          </a:xfrm>
          <a:prstGeom xmlns:a="http://schemas.openxmlformats.org/drawingml/2006/main" prst="rect">
            <a:avLst/>
          </a:prstGeom>
          <a:solidFill xmlns:a="http://schemas.openxmlformats.org/drawingml/2006/main">
            <a:srgbClr val="29382F"/>
          </a:solidFill>
          <a:ln xmlns:a="http://schemas.openxmlformats.org/drawingml/2006/main" w="0">
            <a:noFill/>
            <a:prstDash val="solid"/>
          </a:ln>
        </p:spPr>
      </p:sp>
      <p:sp>
        <p:nvSpPr>
          <p:cNvPr id="20" name="s7-ledger-l-1">
            <a:extLst xmlns:a="http://schemas.openxmlformats.org/drawingml/2006/main">
              <a:ext uri="{FF2B5EF4-FFF2-40B4-BE49-F238E27FC236}">
                <a16:creationId xmlns:a16="http://schemas.microsoft.com/office/drawing/2014/main" id="{04104DAC-D79B-442C-ABC4-4DCF35784CCD}"/>
              </a:ext>
            </a:extLst>
          </p:cNvPr>
          <p:cNvSpPr>
            <a:spLocks xmlns:a="http://schemas.openxmlformats.org/drawingml/2006/main" noGrp="1"/>
          </p:cNvSpPr>
          <p:nvPr/>
        </p:nvSpPr>
        <p:spPr>
          <a:xfrm xmlns:a="http://schemas.openxmlformats.org/drawingml/2006/main">
            <a:off x="6991350" y="3095625"/>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A9B7AD"/>
                </a:solidFill>
                <a:latin typeface="Segoe UI"/>
                <a:ea typeface="Segoe UI"/>
                <a:cs typeface="Segoe UI"/>
              </a:defRPr>
            </a:defPPr>
          </a:lstStyle>
          <a:p xmlns:a="http://schemas.openxmlformats.org/drawingml/2006/main">
            <a:pPr algn="l">
              <a:lnSpc>
                <a:spcPct val="102000"/>
              </a:lnSpc>
              <a:buNone/>
              <a:defRPr sz="1200" b="0">
                <a:solidFill>
                  <a:srgbClr val="A9B7AD"/>
                </a:solidFill>
                <a:latin typeface="Segoe UI"/>
                <a:ea typeface="Segoe UI"/>
                <a:cs typeface="Segoe UI"/>
              </a:defRPr>
            </a:pPr>
            <a:r>
              <a:rPr sz="1200" b="0">
                <a:solidFill>
                  <a:srgbClr val="A9B7AD"/>
                </a:solidFill>
                <a:latin typeface="Segoe UI"/>
                <a:ea typeface="Segoe UI"/>
                <a:cs typeface="Segoe UI"/>
              </a:rPr>
              <a:t>outcome clínico independiente</a:t>
            </a:r>
          </a:p>
        </p:txBody>
      </p:sp>
      <p:sp>
        <p:nvSpPr>
          <p:cNvPr id="21" name="s7-ledger-r-1">
            <a:extLst xmlns:a="http://schemas.openxmlformats.org/drawingml/2006/main">
              <a:ext uri="{FF2B5EF4-FFF2-40B4-BE49-F238E27FC236}">
                <a16:creationId xmlns:a16="http://schemas.microsoft.com/office/drawing/2014/main" id="{D9B4D4C3-796C-4772-A6AA-983B6310A7AF}"/>
              </a:ext>
            </a:extLst>
          </p:cNvPr>
          <p:cNvSpPr>
            <a:spLocks xmlns:a="http://schemas.openxmlformats.org/drawingml/2006/main" noGrp="1"/>
          </p:cNvSpPr>
          <p:nvPr/>
        </p:nvSpPr>
        <p:spPr>
          <a:xfrm xmlns:a="http://schemas.openxmlformats.org/drawingml/2006/main">
            <a:off x="9429750" y="3095625"/>
            <a:ext cx="1695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F1B96A"/>
                </a:solidFill>
                <a:latin typeface="Segoe UI"/>
                <a:ea typeface="Segoe UI"/>
                <a:cs typeface="Segoe UI"/>
              </a:defRPr>
            </a:defPPr>
          </a:lstStyle>
          <a:p xmlns:a="http://schemas.openxmlformats.org/drawingml/2006/main">
            <a:pPr algn="r">
              <a:lnSpc>
                <a:spcPct val="102000"/>
              </a:lnSpc>
              <a:buNone/>
              <a:defRPr sz="1125" b="1">
                <a:solidFill>
                  <a:srgbClr val="F1B96A"/>
                </a:solidFill>
                <a:latin typeface="Segoe UI"/>
                <a:ea typeface="Segoe UI"/>
                <a:cs typeface="Segoe UI"/>
              </a:defRPr>
            </a:pPr>
            <a:r>
              <a:rPr sz="1125" b="1">
                <a:solidFill>
                  <a:srgbClr val="F1B96A"/>
                </a:solidFill>
                <a:latin typeface="Segoe UI"/>
                <a:ea typeface="Segoe UI"/>
                <a:cs typeface="Segoe UI"/>
              </a:rPr>
              <a:t>no disponible</a:t>
            </a:r>
          </a:p>
        </p:txBody>
      </p:sp>
      <p:sp>
        <p:nvSpPr>
          <p:cNvPr id="22" name="">
            <a:extLst xmlns:a="http://schemas.openxmlformats.org/drawingml/2006/main">
              <a:ext uri="{FF2B5EF4-FFF2-40B4-BE49-F238E27FC236}">
                <a16:creationId xmlns:a16="http://schemas.microsoft.com/office/drawing/2014/main" id="{6E7C8370-03EF-48C5-A114-0F48B48F1E63}"/>
              </a:ext>
            </a:extLst>
          </p:cNvPr>
          <p:cNvSpPr>
            <a:spLocks xmlns:a="http://schemas.openxmlformats.org/drawingml/2006/main" noGrp="1"/>
          </p:cNvSpPr>
          <p:nvPr/>
        </p:nvSpPr>
        <p:spPr>
          <a:xfrm xmlns:a="http://schemas.openxmlformats.org/drawingml/2006/main">
            <a:off x="6991350" y="3581400"/>
            <a:ext cx="4133850" cy="9525"/>
          </a:xfrm>
          <a:prstGeom xmlns:a="http://schemas.openxmlformats.org/drawingml/2006/main" prst="rect">
            <a:avLst/>
          </a:prstGeom>
          <a:solidFill xmlns:a="http://schemas.openxmlformats.org/drawingml/2006/main">
            <a:srgbClr val="29382F"/>
          </a:solidFill>
          <a:ln xmlns:a="http://schemas.openxmlformats.org/drawingml/2006/main" w="0">
            <a:noFill/>
            <a:prstDash val="solid"/>
          </a:ln>
        </p:spPr>
      </p:sp>
      <p:sp>
        <p:nvSpPr>
          <p:cNvPr id="23" name="s7-ledger-l-2">
            <a:extLst xmlns:a="http://schemas.openxmlformats.org/drawingml/2006/main">
              <a:ext uri="{FF2B5EF4-FFF2-40B4-BE49-F238E27FC236}">
                <a16:creationId xmlns:a16="http://schemas.microsoft.com/office/drawing/2014/main" id="{A3AC40E8-2088-4E5A-A65A-C69FD5109C4F}"/>
              </a:ext>
            </a:extLst>
          </p:cNvPr>
          <p:cNvSpPr>
            <a:spLocks xmlns:a="http://schemas.openxmlformats.org/drawingml/2006/main" noGrp="1"/>
          </p:cNvSpPr>
          <p:nvPr/>
        </p:nvSpPr>
        <p:spPr>
          <a:xfrm xmlns:a="http://schemas.openxmlformats.org/drawingml/2006/main">
            <a:off x="6991350" y="384810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A9B7AD"/>
                </a:solidFill>
                <a:latin typeface="Segoe UI"/>
                <a:ea typeface="Segoe UI"/>
                <a:cs typeface="Segoe UI"/>
              </a:defRPr>
            </a:defPPr>
          </a:lstStyle>
          <a:p xmlns:a="http://schemas.openxmlformats.org/drawingml/2006/main">
            <a:pPr algn="l">
              <a:lnSpc>
                <a:spcPct val="102000"/>
              </a:lnSpc>
              <a:buNone/>
              <a:defRPr sz="1200" b="0">
                <a:solidFill>
                  <a:srgbClr val="A9B7AD"/>
                </a:solidFill>
                <a:latin typeface="Segoe UI"/>
                <a:ea typeface="Segoe UI"/>
                <a:cs typeface="Segoe UI"/>
              </a:defRPr>
            </a:pPr>
            <a:r>
              <a:rPr sz="1200" b="0">
                <a:solidFill>
                  <a:srgbClr val="A9B7AD"/>
                </a:solidFill>
                <a:latin typeface="Segoe UI"/>
                <a:ea typeface="Segoe UI"/>
                <a:cs typeface="Segoe UI"/>
              </a:rPr>
              <a:t>modelo ML validado en producto</a:t>
            </a:r>
          </a:p>
        </p:txBody>
      </p:sp>
      <p:sp>
        <p:nvSpPr>
          <p:cNvPr id="24" name="s7-ledger-r-2">
            <a:extLst xmlns:a="http://schemas.openxmlformats.org/drawingml/2006/main">
              <a:ext uri="{FF2B5EF4-FFF2-40B4-BE49-F238E27FC236}">
                <a16:creationId xmlns:a16="http://schemas.microsoft.com/office/drawing/2014/main" id="{2267B914-3B9D-4B31-9A17-838EB054D2E7}"/>
              </a:ext>
            </a:extLst>
          </p:cNvPr>
          <p:cNvSpPr>
            <a:spLocks xmlns:a="http://schemas.openxmlformats.org/drawingml/2006/main" noGrp="1"/>
          </p:cNvSpPr>
          <p:nvPr/>
        </p:nvSpPr>
        <p:spPr>
          <a:xfrm xmlns:a="http://schemas.openxmlformats.org/drawingml/2006/main">
            <a:off x="9429750" y="3848100"/>
            <a:ext cx="1695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F1B96A"/>
                </a:solidFill>
                <a:latin typeface="Segoe UI"/>
                <a:ea typeface="Segoe UI"/>
                <a:cs typeface="Segoe UI"/>
              </a:defRPr>
            </a:defPPr>
          </a:lstStyle>
          <a:p xmlns:a="http://schemas.openxmlformats.org/drawingml/2006/main">
            <a:pPr algn="r">
              <a:lnSpc>
                <a:spcPct val="102000"/>
              </a:lnSpc>
              <a:buNone/>
              <a:defRPr sz="1125" b="1">
                <a:solidFill>
                  <a:srgbClr val="F1B96A"/>
                </a:solidFill>
                <a:latin typeface="Segoe UI"/>
                <a:ea typeface="Segoe UI"/>
                <a:cs typeface="Segoe UI"/>
              </a:defRPr>
            </a:pPr>
            <a:r>
              <a:rPr sz="1125" b="1">
                <a:solidFill>
                  <a:srgbClr val="F1B96A"/>
                </a:solidFill>
                <a:latin typeface="Segoe UI"/>
                <a:ea typeface="Segoe UI"/>
                <a:cs typeface="Segoe UI"/>
              </a:rPr>
              <a:t>ninguno activo</a:t>
            </a:r>
          </a:p>
        </p:txBody>
      </p:sp>
      <p:sp>
        <p:nvSpPr>
          <p:cNvPr id="25" name="">
            <a:extLst xmlns:a="http://schemas.openxmlformats.org/drawingml/2006/main">
              <a:ext uri="{FF2B5EF4-FFF2-40B4-BE49-F238E27FC236}">
                <a16:creationId xmlns:a16="http://schemas.microsoft.com/office/drawing/2014/main" id="{8608B32E-5B60-4983-8EE6-ED10D59378A3}"/>
              </a:ext>
            </a:extLst>
          </p:cNvPr>
          <p:cNvSpPr>
            <a:spLocks xmlns:a="http://schemas.openxmlformats.org/drawingml/2006/main" noGrp="1"/>
          </p:cNvSpPr>
          <p:nvPr/>
        </p:nvSpPr>
        <p:spPr>
          <a:xfrm xmlns:a="http://schemas.openxmlformats.org/drawingml/2006/main">
            <a:off x="6991350" y="4333875"/>
            <a:ext cx="4133850" cy="9525"/>
          </a:xfrm>
          <a:prstGeom xmlns:a="http://schemas.openxmlformats.org/drawingml/2006/main" prst="rect">
            <a:avLst/>
          </a:prstGeom>
          <a:solidFill xmlns:a="http://schemas.openxmlformats.org/drawingml/2006/main">
            <a:srgbClr val="29382F"/>
          </a:solidFill>
          <a:ln xmlns:a="http://schemas.openxmlformats.org/drawingml/2006/main" w="0">
            <a:noFill/>
            <a:prstDash val="solid"/>
          </a:ln>
        </p:spPr>
      </p:sp>
      <p:sp>
        <p:nvSpPr>
          <p:cNvPr id="26" name="s7-ledger-l-3">
            <a:extLst xmlns:a="http://schemas.openxmlformats.org/drawingml/2006/main">
              <a:ext uri="{FF2B5EF4-FFF2-40B4-BE49-F238E27FC236}">
                <a16:creationId xmlns:a16="http://schemas.microsoft.com/office/drawing/2014/main" id="{E53D41B5-2214-434D-835D-48F925799EC8}"/>
              </a:ext>
            </a:extLst>
          </p:cNvPr>
          <p:cNvSpPr>
            <a:spLocks xmlns:a="http://schemas.openxmlformats.org/drawingml/2006/main" noGrp="1"/>
          </p:cNvSpPr>
          <p:nvPr/>
        </p:nvSpPr>
        <p:spPr>
          <a:xfrm xmlns:a="http://schemas.openxmlformats.org/drawingml/2006/main">
            <a:off x="6991350" y="4600575"/>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A9B7AD"/>
                </a:solidFill>
                <a:latin typeface="Segoe UI"/>
                <a:ea typeface="Segoe UI"/>
                <a:cs typeface="Segoe UI"/>
              </a:defRPr>
            </a:defPPr>
          </a:lstStyle>
          <a:p xmlns:a="http://schemas.openxmlformats.org/drawingml/2006/main">
            <a:pPr algn="l">
              <a:lnSpc>
                <a:spcPct val="102000"/>
              </a:lnSpc>
              <a:buNone/>
              <a:defRPr sz="1200" b="0">
                <a:solidFill>
                  <a:srgbClr val="A9B7AD"/>
                </a:solidFill>
                <a:latin typeface="Segoe UI"/>
                <a:ea typeface="Segoe UI"/>
                <a:cs typeface="Segoe UI"/>
              </a:defRPr>
            </a:pPr>
            <a:r>
              <a:rPr sz="1200" b="0">
                <a:solidFill>
                  <a:srgbClr val="A9B7AD"/>
                </a:solidFill>
                <a:latin typeface="Segoe UI"/>
                <a:ea typeface="Segoe UI"/>
                <a:cs typeface="Segoe UI"/>
              </a:rPr>
              <a:t>predicción de enfermedad</a:t>
            </a:r>
          </a:p>
        </p:txBody>
      </p:sp>
      <p:sp>
        <p:nvSpPr>
          <p:cNvPr id="27" name="s7-ledger-r-3">
            <a:extLst xmlns:a="http://schemas.openxmlformats.org/drawingml/2006/main">
              <a:ext uri="{FF2B5EF4-FFF2-40B4-BE49-F238E27FC236}">
                <a16:creationId xmlns:a16="http://schemas.microsoft.com/office/drawing/2014/main" id="{E7BF8725-1441-4ACC-9895-1B1F355C5829}"/>
              </a:ext>
            </a:extLst>
          </p:cNvPr>
          <p:cNvSpPr>
            <a:spLocks xmlns:a="http://schemas.openxmlformats.org/drawingml/2006/main" noGrp="1"/>
          </p:cNvSpPr>
          <p:nvPr/>
        </p:nvSpPr>
        <p:spPr>
          <a:xfrm xmlns:a="http://schemas.openxmlformats.org/drawingml/2006/main">
            <a:off x="9429750" y="4600575"/>
            <a:ext cx="1695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E98678"/>
                </a:solidFill>
                <a:latin typeface="Segoe UI"/>
                <a:ea typeface="Segoe UI"/>
                <a:cs typeface="Segoe UI"/>
              </a:defRPr>
            </a:defPPr>
          </a:lstStyle>
          <a:p xmlns:a="http://schemas.openxmlformats.org/drawingml/2006/main">
            <a:pPr algn="r">
              <a:lnSpc>
                <a:spcPct val="102000"/>
              </a:lnSpc>
              <a:buNone/>
              <a:defRPr sz="1125" b="1">
                <a:solidFill>
                  <a:srgbClr val="E98678"/>
                </a:solidFill>
                <a:latin typeface="Segoe UI"/>
                <a:ea typeface="Segoe UI"/>
                <a:cs typeface="Segoe UI"/>
              </a:defRPr>
            </a:pPr>
            <a:r>
              <a:rPr sz="1125" b="1">
                <a:solidFill>
                  <a:srgbClr val="E98678"/>
                </a:solidFill>
                <a:latin typeface="Segoe UI"/>
                <a:ea typeface="Segoe UI"/>
                <a:cs typeface="Segoe UI"/>
              </a:rPr>
              <a:t>fuera de alcance</a:t>
            </a:r>
          </a:p>
        </p:txBody>
      </p:sp>
      <p:sp>
        <p:nvSpPr>
          <p:cNvPr id="28" name="">
            <a:extLst xmlns:a="http://schemas.openxmlformats.org/drawingml/2006/main">
              <a:ext uri="{FF2B5EF4-FFF2-40B4-BE49-F238E27FC236}">
                <a16:creationId xmlns:a16="http://schemas.microsoft.com/office/drawing/2014/main" id="{C98FC948-28F7-4ACB-B8E6-A3E50A389FEC}"/>
              </a:ext>
            </a:extLst>
          </p:cNvPr>
          <p:cNvSpPr>
            <a:spLocks xmlns:a="http://schemas.openxmlformats.org/drawingml/2006/main" noGrp="1"/>
          </p:cNvSpPr>
          <p:nvPr/>
        </p:nvSpPr>
        <p:spPr>
          <a:xfrm xmlns:a="http://schemas.openxmlformats.org/drawingml/2006/main">
            <a:off x="6991350" y="5086350"/>
            <a:ext cx="4133850" cy="9525"/>
          </a:xfrm>
          <a:prstGeom xmlns:a="http://schemas.openxmlformats.org/drawingml/2006/main" prst="rect">
            <a:avLst/>
          </a:prstGeom>
          <a:solidFill xmlns:a="http://schemas.openxmlformats.org/drawingml/2006/main">
            <a:srgbClr val="29382F"/>
          </a:solidFill>
          <a:ln xmlns:a="http://schemas.openxmlformats.org/drawingml/2006/main" w="0">
            <a:noFill/>
            <a:prstDash val="solid"/>
          </a:ln>
        </p:spPr>
      </p:sp>
      <p:sp>
        <p:nvSpPr>
          <p:cNvPr id="29" name="s7-disclosure">
            <a:extLst xmlns:a="http://schemas.openxmlformats.org/drawingml/2006/main">
              <a:ext uri="{FF2B5EF4-FFF2-40B4-BE49-F238E27FC236}">
                <a16:creationId xmlns:a16="http://schemas.microsoft.com/office/drawing/2014/main" id="{6B52C0F9-09C3-4AC3-A5C3-A11E9E28A7E1}"/>
              </a:ext>
            </a:extLst>
          </p:cNvPr>
          <p:cNvSpPr>
            <a:spLocks xmlns:a="http://schemas.openxmlformats.org/drawingml/2006/main" noGrp="1"/>
          </p:cNvSpPr>
          <p:nvPr/>
        </p:nvSpPr>
        <p:spPr>
          <a:xfrm xmlns:a="http://schemas.openxmlformats.org/drawingml/2006/main">
            <a:off x="6991350" y="5305425"/>
            <a:ext cx="4133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F1B96A"/>
                </a:solidFill>
                <a:latin typeface="Segoe UI"/>
                <a:ea typeface="Segoe UI"/>
                <a:cs typeface="Segoe UI"/>
              </a:defRPr>
            </a:defPPr>
          </a:lstStyle>
          <a:p xmlns:a="http://schemas.openxmlformats.org/drawingml/2006/main">
            <a:pPr algn="l">
              <a:lnSpc>
                <a:spcPct val="102000"/>
              </a:lnSpc>
              <a:buNone/>
              <a:defRPr sz="1125" b="1">
                <a:solidFill>
                  <a:srgbClr val="F1B96A"/>
                </a:solidFill>
                <a:latin typeface="Segoe UI"/>
                <a:ea typeface="Segoe UI"/>
                <a:cs typeface="Segoe UI"/>
              </a:defRPr>
            </a:pPr>
            <a:r>
              <a:rPr sz="1125" b="1">
                <a:solidFill>
                  <a:srgbClr val="F1B96A"/>
                </a:solidFill>
                <a:latin typeface="Segoe UI"/>
                <a:ea typeface="Segoe UI"/>
                <a:cs typeface="Segoe UI"/>
              </a:rPr>
              <a:t>AUC heredadas no se usan como prueba clínica: sus etiquetas se derivan de las mismas señales.</a:t>
            </a:r>
          </a:p>
        </p:txBody>
      </p:sp>
    </p:spTree>
    <p:extLst>
      <p:ext uri="{BB962C8B-B14F-4D97-AF65-F5344CB8AC3E}">
        <p14:creationId xmlns:p14="http://schemas.microsoft.com/office/powerpoint/2010/main" val="1115495424"/>
      </p:ext>
    </p:extLst>
  </p:cSld>
</p:sld>
</file>

<file path=ppt/slides/slide8.xml><?xml version="1.0" encoding="utf-8"?>
<p:sld xmlns:p="http://schemas.openxmlformats.org/presentationml/2006/main">
  <p:cSld>
    <p:bg>
      <p:bgPr>
        <a:solidFill xmlns:a="http://schemas.openxmlformats.org/drawingml/2006/main">
          <a:srgbClr val="07100E"/>
        </a:solidFill>
      </p:bgPr>
    </p:bg>
    <p:spTree>
      <p:nvGrpSpPr>
        <p:cNvPr id="1" name=""/>
        <p:cNvGrpSpPr/>
        <p:nvPr/>
      </p:nvGrpSpPr>
      <p:grpSpPr>
        <a:xfrm xmlns:a="http://schemas.openxmlformats.org/drawingml/2006/main"/>
      </p:grpSpPr>
      <p:sp>
        <p:nvSpPr>
          <p:cNvPr id="22" name="wordmark">
            <a:extLst xmlns:a="http://schemas.openxmlformats.org/drawingml/2006/main">
              <a:ext uri="{FF2B5EF4-FFF2-40B4-BE49-F238E27FC236}">
                <a16:creationId xmlns:a16="http://schemas.microsoft.com/office/drawing/2014/main" id="{935C6A4B-3D65-4D9D-A29F-9DF625A58C8D}"/>
              </a:ext>
            </a:extLst>
          </p:cNvPr>
          <p:cNvSpPr>
            <a:spLocks xmlns:a="http://schemas.openxmlformats.org/drawingml/2006/main" noGrp="1"/>
          </p:cNvSpPr>
          <p:nvPr/>
        </p:nvSpPr>
        <p:spPr>
          <a:xfrm xmlns:a="http://schemas.openxmlformats.org/drawingml/2006/main">
            <a:off x="685800" y="2857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4E2C7"/>
                </a:solidFill>
                <a:latin typeface="Segoe UI"/>
                <a:ea typeface="Segoe UI"/>
                <a:cs typeface="Segoe UI"/>
              </a:defRPr>
            </a:defPPr>
          </a:lstStyle>
          <a:p xmlns:a="http://schemas.openxmlformats.org/drawingml/2006/main">
            <a:pPr algn="l">
              <a:lnSpc>
                <a:spcPct val="102000"/>
              </a:lnSpc>
              <a:buNone/>
              <a:defRPr sz="1125" b="1">
                <a:solidFill>
                  <a:srgbClr val="74E2C7"/>
                </a:solidFill>
                <a:latin typeface="Segoe UI"/>
                <a:ea typeface="Segoe UI"/>
                <a:cs typeface="Segoe UI"/>
              </a:defRPr>
            </a:pPr>
            <a:r>
              <a:rPr sz="1125" b="1">
                <a:solidFill>
                  <a:srgbClr val="74E2C7"/>
                </a:solidFill>
                <a:latin typeface="Segoe UI"/>
                <a:ea typeface="Segoe UI"/>
                <a:cs typeface="Segoe UI"/>
              </a:rPr>
              <a:t>BIOPULSE</a:t>
            </a:r>
          </a:p>
        </p:txBody>
      </p:sp>
      <p:sp>
        <p:nvSpPr>
          <p:cNvPr id="2" name="section">
            <a:extLst xmlns:a="http://schemas.openxmlformats.org/drawingml/2006/main">
              <a:ext uri="{FF2B5EF4-FFF2-40B4-BE49-F238E27FC236}">
                <a16:creationId xmlns:a16="http://schemas.microsoft.com/office/drawing/2014/main" id="{5CCF01B3-B10E-4EFC-A02A-2E4C9E8EF549}"/>
              </a:ext>
            </a:extLst>
          </p:cNvPr>
          <p:cNvSpPr>
            <a:spLocks xmlns:a="http://schemas.openxmlformats.org/drawingml/2006/main" noGrp="1"/>
          </p:cNvSpPr>
          <p:nvPr/>
        </p:nvSpPr>
        <p:spPr>
          <a:xfrm xmlns:a="http://schemas.openxmlformats.org/drawingml/2006/main">
            <a:off x="8620125" y="2857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708177"/>
                </a:solidFill>
                <a:latin typeface="Segoe UI"/>
                <a:ea typeface="Segoe UI"/>
                <a:cs typeface="Segoe UI"/>
              </a:defRPr>
            </a:defPPr>
          </a:lstStyle>
          <a:p xmlns:a="http://schemas.openxmlformats.org/drawingml/2006/main">
            <a:pPr algn="r">
              <a:lnSpc>
                <a:spcPct val="102000"/>
              </a:lnSpc>
              <a:buNone/>
              <a:defRPr sz="975" b="1">
                <a:solidFill>
                  <a:srgbClr val="708177"/>
                </a:solidFill>
                <a:latin typeface="Segoe UI"/>
                <a:ea typeface="Segoe UI"/>
                <a:cs typeface="Segoe UI"/>
              </a:defRPr>
            </a:pPr>
            <a:r>
              <a:rPr sz="975" b="1">
                <a:solidFill>
                  <a:srgbClr val="708177"/>
                </a:solidFill>
                <a:latin typeface="Segoe UI"/>
                <a:ea typeface="Segoe UI"/>
                <a:cs typeface="Segoe UI"/>
              </a:rPr>
              <a:t>MERCADO INICIAL</a:t>
            </a:r>
          </a:p>
        </p:txBody>
      </p:sp>
      <p:sp>
        <p:nvSpPr>
          <p:cNvPr id="3" name="">
            <a:extLst xmlns:a="http://schemas.openxmlformats.org/drawingml/2006/main">
              <a:ext uri="{FF2B5EF4-FFF2-40B4-BE49-F238E27FC236}">
                <a16:creationId xmlns:a16="http://schemas.microsoft.com/office/drawing/2014/main" id="{98CD9109-E660-4ADD-8314-7D4DD33F5010}"/>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26362E"/>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4311D8C4-DC45-4B9B-BA1E-0635CE2CC27F}"/>
              </a:ext>
            </a:extLst>
          </p:cNvPr>
          <p:cNvSpPr>
            <a:spLocks xmlns:a="http://schemas.openxmlformats.org/drawingml/2006/main" noGrp="1"/>
          </p:cNvSpPr>
          <p:nvPr/>
        </p:nvSpPr>
        <p:spPr>
          <a:xfrm xmlns:a="http://schemas.openxmlformats.org/drawingml/2006/main">
            <a:off x="685800" y="64865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a:solidFill>
                  <a:srgbClr val="708177"/>
                </a:solidFill>
                <a:latin typeface="Segoe UI"/>
                <a:ea typeface="Segoe UI"/>
                <a:cs typeface="Segoe UI"/>
              </a:defRPr>
            </a:defPPr>
          </a:lstStyle>
          <a:p xmlns:a="http://schemas.openxmlformats.org/drawingml/2006/main">
            <a:pPr algn="l">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BIOPULSE 2.0  •  PITCH DE INVERSIÓN  •  OCT 2026</a:t>
            </a:r>
          </a:p>
        </p:txBody>
      </p:sp>
      <p:sp>
        <p:nvSpPr>
          <p:cNvPr id="5" name="footer-page">
            <a:extLst xmlns:a="http://schemas.openxmlformats.org/drawingml/2006/main">
              <a:ext uri="{FF2B5EF4-FFF2-40B4-BE49-F238E27FC236}">
                <a16:creationId xmlns:a16="http://schemas.microsoft.com/office/drawing/2014/main" id="{B962405D-79A9-4493-9BF6-85FE431FAF69}"/>
              </a:ext>
            </a:extLst>
          </p:cNvPr>
          <p:cNvSpPr>
            <a:spLocks xmlns:a="http://schemas.openxmlformats.org/drawingml/2006/main" noGrp="1"/>
          </p:cNvSpPr>
          <p:nvPr/>
        </p:nvSpPr>
        <p:spPr>
          <a:xfrm xmlns:a="http://schemas.openxmlformats.org/drawingml/2006/main">
            <a:off x="10572750" y="6486525"/>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708177"/>
                </a:solidFill>
                <a:latin typeface="Segoe UI"/>
                <a:ea typeface="Segoe UI"/>
                <a:cs typeface="Segoe UI"/>
              </a:defRPr>
            </a:defPPr>
          </a:lstStyle>
          <a:p xmlns:a="http://schemas.openxmlformats.org/drawingml/2006/main">
            <a:pPr algn="r">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08 / 11</a:t>
            </a:r>
          </a:p>
        </p:txBody>
      </p:sp>
      <p:sp>
        <p:nvSpPr>
          <p:cNvPr id="6" name="s8-kicker">
            <a:extLst xmlns:a="http://schemas.openxmlformats.org/drawingml/2006/main">
              <a:ext uri="{FF2B5EF4-FFF2-40B4-BE49-F238E27FC236}">
                <a16:creationId xmlns:a16="http://schemas.microsoft.com/office/drawing/2014/main" id="{4CF490EB-07D1-416F-BDE2-17103E5931B8}"/>
              </a:ext>
            </a:extLst>
          </p:cNvPr>
          <p:cNvSpPr>
            <a:spLocks xmlns:a="http://schemas.openxmlformats.org/drawingml/2006/main" noGrp="1"/>
          </p:cNvSpPr>
          <p:nvPr/>
        </p:nvSpPr>
        <p:spPr>
          <a:xfrm xmlns:a="http://schemas.openxmlformats.org/drawingml/2006/main">
            <a:off x="685800" y="819150"/>
            <a:ext cx="704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F1B96A"/>
                </a:solidFill>
                <a:latin typeface="Segoe UI"/>
                <a:ea typeface="Segoe UI"/>
                <a:cs typeface="Segoe UI"/>
              </a:defRPr>
            </a:defPPr>
          </a:lstStyle>
          <a:p xmlns:a="http://schemas.openxmlformats.org/drawingml/2006/main">
            <a:pPr algn="l">
              <a:lnSpc>
                <a:spcPct val="102000"/>
              </a:lnSpc>
              <a:buNone/>
              <a:defRPr sz="1050" b="1">
                <a:solidFill>
                  <a:srgbClr val="F1B96A"/>
                </a:solidFill>
                <a:latin typeface="Segoe UI"/>
                <a:ea typeface="Segoe UI"/>
                <a:cs typeface="Segoe UI"/>
              </a:defRPr>
            </a:pPr>
            <a:r>
              <a:rPr sz="1050" b="1">
                <a:solidFill>
                  <a:srgbClr val="F1B96A"/>
                </a:solidFill>
                <a:latin typeface="Segoe UI"/>
                <a:ea typeface="Segoe UI"/>
                <a:cs typeface="Segoe UI"/>
              </a:rPr>
              <a:t>HIPÓTESIS COMERCIAL · POR VALIDAR</a:t>
            </a:r>
          </a:p>
        </p:txBody>
      </p:sp>
      <p:sp>
        <p:nvSpPr>
          <p:cNvPr id="7" name="s8-title">
            <a:extLst xmlns:a="http://schemas.openxmlformats.org/drawingml/2006/main">
              <a:ext uri="{FF2B5EF4-FFF2-40B4-BE49-F238E27FC236}">
                <a16:creationId xmlns:a16="http://schemas.microsoft.com/office/drawing/2014/main" id="{17B22617-6CD3-4F30-9639-0673956644A9}"/>
              </a:ext>
            </a:extLst>
          </p:cNvPr>
          <p:cNvSpPr>
            <a:spLocks xmlns:a="http://schemas.openxmlformats.org/drawingml/2006/main" noGrp="1"/>
          </p:cNvSpPr>
          <p:nvPr/>
        </p:nvSpPr>
        <p:spPr>
          <a:xfrm xmlns:a="http://schemas.openxmlformats.org/drawingml/2006/main">
            <a:off x="685800" y="1219200"/>
            <a:ext cx="876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600" b="1">
                <a:solidFill>
                  <a:srgbClr val="F4F7F2"/>
                </a:solidFill>
                <a:latin typeface="Segoe UI"/>
                <a:ea typeface="Segoe UI"/>
                <a:cs typeface="Segoe UI"/>
              </a:defRPr>
            </a:defPPr>
          </a:lstStyle>
          <a:p xmlns:a="http://schemas.openxmlformats.org/drawingml/2006/main">
            <a:pPr algn="l">
              <a:lnSpc>
                <a:spcPct val="102000"/>
              </a:lnSpc>
              <a:buNone/>
              <a:defRPr sz="3600" b="1">
                <a:solidFill>
                  <a:srgbClr val="F4F7F2"/>
                </a:solidFill>
                <a:latin typeface="Segoe UI"/>
                <a:ea typeface="Segoe UI"/>
                <a:cs typeface="Segoe UI"/>
              </a:defRPr>
            </a:pPr>
            <a:r>
              <a:rPr sz="3600" b="1">
                <a:solidFill>
                  <a:srgbClr val="F4F7F2"/>
                </a:solidFill>
                <a:latin typeface="Segoe UI"/>
                <a:ea typeface="Segoe UI"/>
                <a:cs typeface="Segoe UI"/>
              </a:rPr>
              <a:t>Empezar con quien ya mide.</a:t>
            </a:r>
          </a:p>
        </p:txBody>
      </p:sp>
      <p:sp>
        <p:nvSpPr>
          <p:cNvPr id="8" name="s8-sub">
            <a:extLst xmlns:a="http://schemas.openxmlformats.org/drawingml/2006/main">
              <a:ext uri="{FF2B5EF4-FFF2-40B4-BE49-F238E27FC236}">
                <a16:creationId xmlns:a16="http://schemas.microsoft.com/office/drawing/2014/main" id="{D4981ACE-6D2F-43F1-82FE-9E687B2F1CF1}"/>
              </a:ext>
            </a:extLst>
          </p:cNvPr>
          <p:cNvSpPr>
            <a:spLocks xmlns:a="http://schemas.openxmlformats.org/drawingml/2006/main" noGrp="1"/>
          </p:cNvSpPr>
          <p:nvPr/>
        </p:nvSpPr>
        <p:spPr>
          <a:xfrm xmlns:a="http://schemas.openxmlformats.org/drawingml/2006/main">
            <a:off x="704850" y="1971675"/>
            <a:ext cx="933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A9B7AD"/>
                </a:solidFill>
                <a:latin typeface="Segoe UI"/>
                <a:ea typeface="Segoe UI"/>
                <a:cs typeface="Segoe UI"/>
              </a:defRPr>
            </a:defPPr>
          </a:lstStyle>
          <a:p xmlns:a="http://schemas.openxmlformats.org/drawingml/2006/main">
            <a:pPr algn="l">
              <a:lnSpc>
                <a:spcPct val="102000"/>
              </a:lnSpc>
              <a:buNone/>
              <a:defRPr sz="1725" b="0">
                <a:solidFill>
                  <a:srgbClr val="A9B7AD"/>
                </a:solidFill>
                <a:latin typeface="Segoe UI"/>
                <a:ea typeface="Segoe UI"/>
                <a:cs typeface="Segoe UI"/>
              </a:defRPr>
            </a:pPr>
            <a:r>
              <a:rPr sz="1725" b="0">
                <a:solidFill>
                  <a:srgbClr val="A9B7AD"/>
                </a:solidFill>
                <a:latin typeface="Segoe UI"/>
                <a:ea typeface="Segoe UI"/>
                <a:cs typeface="Segoe UI"/>
              </a:rPr>
              <a:t>Primer segmento propuesto: usuarios de iPhone y Apple Watch interesados en bienestar y recuperación.</a:t>
            </a:r>
          </a:p>
        </p:txBody>
      </p:sp>
      <p:sp>
        <p:nvSpPr>
          <p:cNvPr id="9" name="">
            <a:extLst xmlns:a="http://schemas.openxmlformats.org/drawingml/2006/main">
              <a:ext uri="{FF2B5EF4-FFF2-40B4-BE49-F238E27FC236}">
                <a16:creationId xmlns:a16="http://schemas.microsoft.com/office/drawing/2014/main" id="{2FBA61A8-7BA8-4A36-A9FB-EEB45DA3A633}"/>
              </a:ext>
            </a:extLst>
          </p:cNvPr>
          <p:cNvSpPr>
            <a:spLocks xmlns:a="http://schemas.openxmlformats.org/drawingml/2006/main" noGrp="1"/>
          </p:cNvSpPr>
          <p:nvPr/>
        </p:nvSpPr>
        <p:spPr>
          <a:xfrm xmlns:a="http://schemas.openxmlformats.org/drawingml/2006/main">
            <a:off x="685800" y="3048000"/>
            <a:ext cx="6810375" cy="2428875"/>
          </a:xfrm>
          <a:prstGeom xmlns:a="http://schemas.openxmlformats.org/drawingml/2006/main" prst="roundRect">
            <a:avLst>
              <a:gd name="adj" fmla="val 8627"/>
            </a:avLst>
          </a:prstGeom>
          <a:solidFill xmlns:a="http://schemas.openxmlformats.org/drawingml/2006/main">
            <a:srgbClr val="12211B"/>
          </a:solidFill>
          <a:ln xmlns:a="http://schemas.openxmlformats.org/drawingml/2006/main" w="9525">
            <a:solidFill>
              <a:srgbClr val="4C6144"/>
            </a:solidFill>
            <a:prstDash val="solid"/>
          </a:ln>
        </p:spPr>
      </p:sp>
      <p:sp>
        <p:nvSpPr>
          <p:cNvPr id="10" name="">
            <a:extLst xmlns:a="http://schemas.openxmlformats.org/drawingml/2006/main">
              <a:ext uri="{FF2B5EF4-FFF2-40B4-BE49-F238E27FC236}">
                <a16:creationId xmlns:a16="http://schemas.microsoft.com/office/drawing/2014/main" id="{41E3F6C4-ACAA-4292-A59C-0FBB297BE0AA}"/>
              </a:ext>
            </a:extLst>
          </p:cNvPr>
          <p:cNvSpPr>
            <a:spLocks xmlns:a="http://schemas.openxmlformats.org/drawingml/2006/main" noGrp="1"/>
          </p:cNvSpPr>
          <p:nvPr/>
        </p:nvSpPr>
        <p:spPr>
          <a:xfrm xmlns:a="http://schemas.openxmlformats.org/drawingml/2006/main">
            <a:off x="971550" y="3324225"/>
            <a:ext cx="2038350" cy="285750"/>
          </a:xfrm>
          <a:prstGeom xmlns:a="http://schemas.openxmlformats.org/drawingml/2006/main" prst="roundRect">
            <a:avLst>
              <a:gd name="adj" fmla="val 50000"/>
            </a:avLst>
          </a:prstGeom>
          <a:solidFill xmlns:a="http://schemas.openxmlformats.org/drawingml/2006/main">
            <a:srgbClr val="14231D"/>
          </a:solidFill>
          <a:ln xmlns:a="http://schemas.openxmlformats.org/drawingml/2006/main" w="9525">
            <a:solidFill>
              <a:srgbClr val="D0F36A">
                <a:alpha val="43922"/>
              </a:srgbClr>
            </a:solidFill>
            <a:prstDash val="solid"/>
          </a:ln>
        </p:spPr>
      </p:sp>
      <p:sp>
        <p:nvSpPr>
          <p:cNvPr id="11" name="label-PUNTO DE ENT">
            <a:extLst xmlns:a="http://schemas.openxmlformats.org/drawingml/2006/main">
              <a:ext uri="{FF2B5EF4-FFF2-40B4-BE49-F238E27FC236}">
                <a16:creationId xmlns:a16="http://schemas.microsoft.com/office/drawing/2014/main" id="{75C930B3-9F4C-49A3-959A-D0B7B3153D66}"/>
              </a:ext>
            </a:extLst>
          </p:cNvPr>
          <p:cNvSpPr>
            <a:spLocks xmlns:a="http://schemas.openxmlformats.org/drawingml/2006/main" noGrp="1"/>
          </p:cNvSpPr>
          <p:nvPr/>
        </p:nvSpPr>
        <p:spPr>
          <a:xfrm xmlns:a="http://schemas.openxmlformats.org/drawingml/2006/main">
            <a:off x="1085850" y="3333750"/>
            <a:ext cx="1809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D0F36A"/>
                </a:solidFill>
                <a:latin typeface="Segoe UI"/>
                <a:ea typeface="Segoe UI"/>
                <a:cs typeface="Segoe UI"/>
              </a:defRPr>
            </a:defPPr>
          </a:lstStyle>
          <a:p xmlns:a="http://schemas.openxmlformats.org/drawingml/2006/main">
            <a:pPr algn="l">
              <a:lnSpc>
                <a:spcPct val="102000"/>
              </a:lnSpc>
              <a:buNone/>
              <a:defRPr sz="975" b="1">
                <a:solidFill>
                  <a:srgbClr val="D0F36A"/>
                </a:solidFill>
                <a:latin typeface="Segoe UI"/>
                <a:ea typeface="Segoe UI"/>
                <a:cs typeface="Segoe UI"/>
              </a:defRPr>
            </a:pPr>
            <a:r>
              <a:rPr sz="975" b="1">
                <a:solidFill>
                  <a:srgbClr val="D0F36A"/>
                </a:solidFill>
                <a:latin typeface="Segoe UI"/>
                <a:ea typeface="Segoe UI"/>
                <a:cs typeface="Segoe UI"/>
              </a:rPr>
              <a:t>PUNTO DE ENTRADA</a:t>
            </a:r>
          </a:p>
        </p:txBody>
      </p:sp>
      <p:sp>
        <p:nvSpPr>
          <p:cNvPr id="12" name="s8-beachhead">
            <a:extLst xmlns:a="http://schemas.openxmlformats.org/drawingml/2006/main">
              <a:ext uri="{FF2B5EF4-FFF2-40B4-BE49-F238E27FC236}">
                <a16:creationId xmlns:a16="http://schemas.microsoft.com/office/drawing/2014/main" id="{9C2CE3BA-F041-4AD0-8907-120121705035}"/>
              </a:ext>
            </a:extLst>
          </p:cNvPr>
          <p:cNvSpPr>
            <a:spLocks xmlns:a="http://schemas.openxmlformats.org/drawingml/2006/main" noGrp="1"/>
          </p:cNvSpPr>
          <p:nvPr/>
        </p:nvSpPr>
        <p:spPr>
          <a:xfrm xmlns:a="http://schemas.openxmlformats.org/drawingml/2006/main">
            <a:off x="971550" y="3848100"/>
            <a:ext cx="44767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F4F7F2"/>
                </a:solidFill>
                <a:latin typeface="Segoe UI"/>
                <a:ea typeface="Segoe UI"/>
                <a:cs typeface="Segoe UI"/>
              </a:defRPr>
            </a:defPPr>
          </a:lstStyle>
          <a:p xmlns:a="http://schemas.openxmlformats.org/drawingml/2006/main">
            <a:pPr algn="l">
              <a:lnSpc>
                <a:spcPct val="102000"/>
              </a:lnSpc>
              <a:buNone/>
              <a:defRPr sz="2700" b="1">
                <a:solidFill>
                  <a:srgbClr val="F4F7F2"/>
                </a:solidFill>
                <a:latin typeface="Segoe UI"/>
                <a:ea typeface="Segoe UI"/>
                <a:cs typeface="Segoe UI"/>
              </a:defRPr>
            </a:pPr>
            <a:r>
              <a:rPr sz="2700" b="1">
                <a:solidFill>
                  <a:srgbClr val="F4F7F2"/>
                </a:solidFill>
                <a:latin typeface="Segoe UI"/>
                <a:ea typeface="Segoe UI"/>
                <a:cs typeface="Segoe UI"/>
              </a:rPr>
              <a:t>Señales propias.</a:t>
            </a:r>
          </a:p>
          <a:p xmlns:a="http://schemas.openxmlformats.org/drawingml/2006/main">
            <a:pPr algn="l">
              <a:lnSpc>
                <a:spcPct val="102000"/>
              </a:lnSpc>
              <a:buNone/>
              <a:defRPr sz="2700" b="1">
                <a:solidFill>
                  <a:srgbClr val="F4F7F2"/>
                </a:solidFill>
                <a:latin typeface="Segoe UI"/>
                <a:ea typeface="Segoe UI"/>
                <a:cs typeface="Segoe UI"/>
              </a:defRPr>
            </a:pPr>
            <a:r>
              <a:rPr sz="2700" b="1">
                <a:solidFill>
                  <a:srgbClr val="F4F7F2"/>
                </a:solidFill>
                <a:latin typeface="Segoe UI"/>
                <a:ea typeface="Segoe UI"/>
                <a:cs typeface="Segoe UI"/>
              </a:rPr>
              <a:t>Lectura más personal.</a:t>
            </a:r>
          </a:p>
        </p:txBody>
      </p:sp>
      <p:sp>
        <p:nvSpPr>
          <p:cNvPr id="13" name="s8-wedge">
            <a:extLst xmlns:a="http://schemas.openxmlformats.org/drawingml/2006/main">
              <a:ext uri="{FF2B5EF4-FFF2-40B4-BE49-F238E27FC236}">
                <a16:creationId xmlns:a16="http://schemas.microsoft.com/office/drawing/2014/main" id="{73788CFF-436A-4377-B120-67C5F73743FE}"/>
              </a:ext>
            </a:extLst>
          </p:cNvPr>
          <p:cNvSpPr>
            <a:spLocks xmlns:a="http://schemas.openxmlformats.org/drawingml/2006/main" noGrp="1"/>
          </p:cNvSpPr>
          <p:nvPr/>
        </p:nvSpPr>
        <p:spPr>
          <a:xfrm xmlns:a="http://schemas.openxmlformats.org/drawingml/2006/main">
            <a:off x="971550" y="5000625"/>
            <a:ext cx="542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74E2C7"/>
                </a:solidFill>
                <a:latin typeface="Segoe UI"/>
                <a:ea typeface="Segoe UI"/>
                <a:cs typeface="Segoe UI"/>
              </a:defRPr>
            </a:defPPr>
          </a:lstStyle>
          <a:p xmlns:a="http://schemas.openxmlformats.org/drawingml/2006/main">
            <a:pPr algn="l">
              <a:lnSpc>
                <a:spcPct val="102000"/>
              </a:lnSpc>
              <a:buNone/>
              <a:defRPr sz="1350" b="1">
                <a:solidFill>
                  <a:srgbClr val="74E2C7"/>
                </a:solidFill>
                <a:latin typeface="Segoe UI"/>
                <a:ea typeface="Segoe UI"/>
                <a:cs typeface="Segoe UI"/>
              </a:defRPr>
            </a:pPr>
            <a:r>
              <a:rPr sz="1350" b="1">
                <a:solidFill>
                  <a:srgbClr val="74E2C7"/>
                </a:solidFill>
                <a:latin typeface="Segoe UI"/>
                <a:ea typeface="Segoe UI"/>
                <a:cs typeface="Segoe UI"/>
              </a:rPr>
              <a:t>Apple Health primero · CSV como complemento</a:t>
            </a:r>
          </a:p>
        </p:txBody>
      </p:sp>
      <p:sp>
        <p:nvSpPr>
          <p:cNvPr id="14" name="s8-next">
            <a:extLst xmlns:a="http://schemas.openxmlformats.org/drawingml/2006/main">
              <a:ext uri="{FF2B5EF4-FFF2-40B4-BE49-F238E27FC236}">
                <a16:creationId xmlns:a16="http://schemas.microsoft.com/office/drawing/2014/main" id="{1EEA0BAC-DC9F-4268-B478-3A41E281D11B}"/>
              </a:ext>
            </a:extLst>
          </p:cNvPr>
          <p:cNvSpPr>
            <a:spLocks xmlns:a="http://schemas.openxmlformats.org/drawingml/2006/main" noGrp="1"/>
          </p:cNvSpPr>
          <p:nvPr/>
        </p:nvSpPr>
        <p:spPr>
          <a:xfrm xmlns:a="http://schemas.openxmlformats.org/drawingml/2006/main">
            <a:off x="8096250" y="3162300"/>
            <a:ext cx="323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4E2C7"/>
                </a:solidFill>
                <a:latin typeface="Segoe UI"/>
                <a:ea typeface="Segoe UI"/>
                <a:cs typeface="Segoe UI"/>
              </a:defRPr>
            </a:defPPr>
          </a:lstStyle>
          <a:p xmlns:a="http://schemas.openxmlformats.org/drawingml/2006/main">
            <a:pPr algn="l">
              <a:lnSpc>
                <a:spcPct val="102000"/>
              </a:lnSpc>
              <a:buNone/>
              <a:defRPr sz="1050" b="1">
                <a:solidFill>
                  <a:srgbClr val="74E2C7"/>
                </a:solidFill>
                <a:latin typeface="Segoe UI"/>
                <a:ea typeface="Segoe UI"/>
                <a:cs typeface="Segoe UI"/>
              </a:defRPr>
            </a:pPr>
            <a:r>
              <a:rPr sz="1050" b="1">
                <a:solidFill>
                  <a:srgbClr val="74E2C7"/>
                </a:solidFill>
                <a:latin typeface="Segoe UI"/>
                <a:ea typeface="Segoe UI"/>
                <a:cs typeface="Segoe UI"/>
              </a:rPr>
              <a:t>RUTAS DE EXPANSIÓN · SI EL PILOTO CONFIRMA VALOR</a:t>
            </a:r>
          </a:p>
        </p:txBody>
      </p:sp>
      <p:sp>
        <p:nvSpPr>
          <p:cNvPr id="15" name="">
            <a:extLst xmlns:a="http://schemas.openxmlformats.org/drawingml/2006/main">
              <a:ext uri="{FF2B5EF4-FFF2-40B4-BE49-F238E27FC236}">
                <a16:creationId xmlns:a16="http://schemas.microsoft.com/office/drawing/2014/main" id="{82BA952A-874C-426C-A87B-B947D8049F43}"/>
              </a:ext>
            </a:extLst>
          </p:cNvPr>
          <p:cNvSpPr>
            <a:spLocks xmlns:a="http://schemas.openxmlformats.org/drawingml/2006/main" noGrp="1"/>
          </p:cNvSpPr>
          <p:nvPr/>
        </p:nvSpPr>
        <p:spPr>
          <a:xfrm xmlns:a="http://schemas.openxmlformats.org/drawingml/2006/main">
            <a:off x="8096250" y="3829050"/>
            <a:ext cx="95250" cy="285750"/>
          </a:xfrm>
          <a:prstGeom xmlns:a="http://schemas.openxmlformats.org/drawingml/2006/main" prst="roundRect">
            <a:avLst>
              <a:gd name="adj" fmla="val 50000"/>
            </a:avLst>
          </a:prstGeom>
          <a:solidFill xmlns:a="http://schemas.openxmlformats.org/drawingml/2006/main">
            <a:srgbClr val="D0F36A"/>
          </a:solidFill>
          <a:ln xmlns:a="http://schemas.openxmlformats.org/drawingml/2006/main" w="0">
            <a:noFill/>
            <a:prstDash val="solid"/>
          </a:ln>
        </p:spPr>
      </p:sp>
      <p:sp>
        <p:nvSpPr>
          <p:cNvPr id="16" name="s8-path-0">
            <a:extLst xmlns:a="http://schemas.openxmlformats.org/drawingml/2006/main">
              <a:ext uri="{FF2B5EF4-FFF2-40B4-BE49-F238E27FC236}">
                <a16:creationId xmlns:a16="http://schemas.microsoft.com/office/drawing/2014/main" id="{7CB166D4-9980-46EF-AFD4-CBFCB6058F07}"/>
              </a:ext>
            </a:extLst>
          </p:cNvPr>
          <p:cNvSpPr>
            <a:spLocks xmlns:a="http://schemas.openxmlformats.org/drawingml/2006/main" noGrp="1"/>
          </p:cNvSpPr>
          <p:nvPr/>
        </p:nvSpPr>
        <p:spPr>
          <a:xfrm xmlns:a="http://schemas.openxmlformats.org/drawingml/2006/main">
            <a:off x="8362950" y="3810000"/>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F4F7F2"/>
                </a:solidFill>
                <a:latin typeface="Segoe UI"/>
                <a:ea typeface="Segoe UI"/>
                <a:cs typeface="Segoe UI"/>
              </a:defRPr>
            </a:defPPr>
          </a:lstStyle>
          <a:p xmlns:a="http://schemas.openxmlformats.org/drawingml/2006/main">
            <a:pPr algn="l">
              <a:lnSpc>
                <a:spcPct val="102000"/>
              </a:lnSpc>
              <a:buNone/>
              <a:defRPr sz="1500" b="1">
                <a:solidFill>
                  <a:srgbClr val="F4F7F2"/>
                </a:solidFill>
                <a:latin typeface="Segoe UI"/>
                <a:ea typeface="Segoe UI"/>
                <a:cs typeface="Segoe UI"/>
              </a:defRPr>
            </a:pPr>
            <a:r>
              <a:rPr sz="1500" b="1">
                <a:solidFill>
                  <a:srgbClr val="F4F7F2"/>
                </a:solidFill>
                <a:latin typeface="Segoe UI"/>
                <a:ea typeface="Segoe UI"/>
                <a:cs typeface="Segoe UI"/>
              </a:rPr>
              <a:t>Más fuentes de datos</a:t>
            </a:r>
          </a:p>
        </p:txBody>
      </p:sp>
      <p:sp>
        <p:nvSpPr>
          <p:cNvPr id="17" name="">
            <a:extLst xmlns:a="http://schemas.openxmlformats.org/drawingml/2006/main">
              <a:ext uri="{FF2B5EF4-FFF2-40B4-BE49-F238E27FC236}">
                <a16:creationId xmlns:a16="http://schemas.microsoft.com/office/drawing/2014/main" id="{943D082F-56E2-4FAD-88E7-000C087A8AAB}"/>
              </a:ext>
            </a:extLst>
          </p:cNvPr>
          <p:cNvSpPr>
            <a:spLocks xmlns:a="http://schemas.openxmlformats.org/drawingml/2006/main" noGrp="1"/>
          </p:cNvSpPr>
          <p:nvPr/>
        </p:nvSpPr>
        <p:spPr>
          <a:xfrm xmlns:a="http://schemas.openxmlformats.org/drawingml/2006/main">
            <a:off x="8096250" y="4400550"/>
            <a:ext cx="95250" cy="285750"/>
          </a:xfrm>
          <a:prstGeom xmlns:a="http://schemas.openxmlformats.org/drawingml/2006/main" prst="roundRect">
            <a:avLst>
              <a:gd name="adj" fmla="val 50000"/>
            </a:avLst>
          </a:prstGeom>
          <a:solidFill xmlns:a="http://schemas.openxmlformats.org/drawingml/2006/main">
            <a:srgbClr val="74E2C7"/>
          </a:solidFill>
          <a:ln xmlns:a="http://schemas.openxmlformats.org/drawingml/2006/main" w="0">
            <a:noFill/>
            <a:prstDash val="solid"/>
          </a:ln>
        </p:spPr>
      </p:sp>
      <p:sp>
        <p:nvSpPr>
          <p:cNvPr id="18" name="s8-path-1">
            <a:extLst xmlns:a="http://schemas.openxmlformats.org/drawingml/2006/main">
              <a:ext uri="{FF2B5EF4-FFF2-40B4-BE49-F238E27FC236}">
                <a16:creationId xmlns:a16="http://schemas.microsoft.com/office/drawing/2014/main" id="{B8575712-7191-4EEC-9560-3E6F2AC39024}"/>
              </a:ext>
            </a:extLst>
          </p:cNvPr>
          <p:cNvSpPr>
            <a:spLocks xmlns:a="http://schemas.openxmlformats.org/drawingml/2006/main" noGrp="1"/>
          </p:cNvSpPr>
          <p:nvPr/>
        </p:nvSpPr>
        <p:spPr>
          <a:xfrm xmlns:a="http://schemas.openxmlformats.org/drawingml/2006/main">
            <a:off x="8362950" y="4381500"/>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F4F7F2"/>
                </a:solidFill>
                <a:latin typeface="Segoe UI"/>
                <a:ea typeface="Segoe UI"/>
                <a:cs typeface="Segoe UI"/>
              </a:defRPr>
            </a:defPPr>
          </a:lstStyle>
          <a:p xmlns:a="http://schemas.openxmlformats.org/drawingml/2006/main">
            <a:pPr algn="l">
              <a:lnSpc>
                <a:spcPct val="102000"/>
              </a:lnSpc>
              <a:buNone/>
              <a:defRPr sz="1500" b="1">
                <a:solidFill>
                  <a:srgbClr val="F4F7F2"/>
                </a:solidFill>
                <a:latin typeface="Segoe UI"/>
                <a:ea typeface="Segoe UI"/>
                <a:cs typeface="Segoe UI"/>
              </a:defRPr>
            </a:pPr>
            <a:r>
              <a:rPr sz="1500" b="1">
                <a:solidFill>
                  <a:srgbClr val="F4F7F2"/>
                </a:solidFill>
                <a:latin typeface="Segoe UI"/>
                <a:ea typeface="Segoe UI"/>
                <a:cs typeface="Segoe UI"/>
              </a:rPr>
              <a:t>Coaches y equipos</a:t>
            </a:r>
          </a:p>
        </p:txBody>
      </p:sp>
      <p:sp>
        <p:nvSpPr>
          <p:cNvPr id="19" name="">
            <a:extLst xmlns:a="http://schemas.openxmlformats.org/drawingml/2006/main">
              <a:ext uri="{FF2B5EF4-FFF2-40B4-BE49-F238E27FC236}">
                <a16:creationId xmlns:a16="http://schemas.microsoft.com/office/drawing/2014/main" id="{653F4866-5E02-41A2-8592-8C260B2957C7}"/>
              </a:ext>
            </a:extLst>
          </p:cNvPr>
          <p:cNvSpPr>
            <a:spLocks xmlns:a="http://schemas.openxmlformats.org/drawingml/2006/main" noGrp="1"/>
          </p:cNvSpPr>
          <p:nvPr/>
        </p:nvSpPr>
        <p:spPr>
          <a:xfrm xmlns:a="http://schemas.openxmlformats.org/drawingml/2006/main">
            <a:off x="8096250" y="4972050"/>
            <a:ext cx="95250" cy="285750"/>
          </a:xfrm>
          <a:prstGeom xmlns:a="http://schemas.openxmlformats.org/drawingml/2006/main" prst="roundRect">
            <a:avLst>
              <a:gd name="adj" fmla="val 50000"/>
            </a:avLst>
          </a:prstGeom>
          <a:solidFill xmlns:a="http://schemas.openxmlformats.org/drawingml/2006/main">
            <a:srgbClr val="74E2C7"/>
          </a:solidFill>
          <a:ln xmlns:a="http://schemas.openxmlformats.org/drawingml/2006/main" w="0">
            <a:noFill/>
            <a:prstDash val="solid"/>
          </a:ln>
        </p:spPr>
      </p:sp>
      <p:sp>
        <p:nvSpPr>
          <p:cNvPr id="20" name="s8-path-2">
            <a:extLst xmlns:a="http://schemas.openxmlformats.org/drawingml/2006/main">
              <a:ext uri="{FF2B5EF4-FFF2-40B4-BE49-F238E27FC236}">
                <a16:creationId xmlns:a16="http://schemas.microsoft.com/office/drawing/2014/main" id="{1E0A9CC5-C126-462A-9DFE-A8EAB93C45C3}"/>
              </a:ext>
            </a:extLst>
          </p:cNvPr>
          <p:cNvSpPr>
            <a:spLocks xmlns:a="http://schemas.openxmlformats.org/drawingml/2006/main" noGrp="1"/>
          </p:cNvSpPr>
          <p:nvPr/>
        </p:nvSpPr>
        <p:spPr>
          <a:xfrm xmlns:a="http://schemas.openxmlformats.org/drawingml/2006/main">
            <a:off x="8362950" y="4953000"/>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F4F7F2"/>
                </a:solidFill>
                <a:latin typeface="Segoe UI"/>
                <a:ea typeface="Segoe UI"/>
                <a:cs typeface="Segoe UI"/>
              </a:defRPr>
            </a:defPPr>
          </a:lstStyle>
          <a:p xmlns:a="http://schemas.openxmlformats.org/drawingml/2006/main">
            <a:pPr algn="l">
              <a:lnSpc>
                <a:spcPct val="102000"/>
              </a:lnSpc>
              <a:buNone/>
              <a:defRPr sz="1500" b="1">
                <a:solidFill>
                  <a:srgbClr val="F4F7F2"/>
                </a:solidFill>
                <a:latin typeface="Segoe UI"/>
                <a:ea typeface="Segoe UI"/>
                <a:cs typeface="Segoe UI"/>
              </a:defRPr>
            </a:pPr>
            <a:r>
              <a:rPr sz="1500" b="1">
                <a:solidFill>
                  <a:srgbClr val="F4F7F2"/>
                </a:solidFill>
                <a:latin typeface="Segoe UI"/>
                <a:ea typeface="Segoe UI"/>
                <a:cs typeface="Segoe UI"/>
              </a:rPr>
              <a:t>Investigación aplicada</a:t>
            </a:r>
          </a:p>
        </p:txBody>
      </p:sp>
      <p:sp>
        <p:nvSpPr>
          <p:cNvPr id="21" name="s8-market-note">
            <a:extLst xmlns:a="http://schemas.openxmlformats.org/drawingml/2006/main">
              <a:ext uri="{FF2B5EF4-FFF2-40B4-BE49-F238E27FC236}">
                <a16:creationId xmlns:a16="http://schemas.microsoft.com/office/drawing/2014/main" id="{0DD01247-876A-4C1F-9125-14EA9CB4DC53}"/>
              </a:ext>
            </a:extLst>
          </p:cNvPr>
          <p:cNvSpPr>
            <a:spLocks xmlns:a="http://schemas.openxmlformats.org/drawingml/2006/main" noGrp="1"/>
          </p:cNvSpPr>
          <p:nvPr/>
        </p:nvSpPr>
        <p:spPr>
          <a:xfrm xmlns:a="http://schemas.openxmlformats.org/drawingml/2006/main">
            <a:off x="685800" y="5876925"/>
            <a:ext cx="1028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F1B96A"/>
                </a:solidFill>
                <a:latin typeface="Segoe UI"/>
                <a:ea typeface="Segoe UI"/>
                <a:cs typeface="Segoe UI"/>
              </a:defRPr>
            </a:defPPr>
          </a:lstStyle>
          <a:p xmlns:a="http://schemas.openxmlformats.org/drawingml/2006/main">
            <a:pPr algn="l">
              <a:lnSpc>
                <a:spcPct val="102000"/>
              </a:lnSpc>
              <a:buNone/>
              <a:defRPr sz="1200" b="1">
                <a:solidFill>
                  <a:srgbClr val="F1B96A"/>
                </a:solidFill>
                <a:latin typeface="Segoe UI"/>
                <a:ea typeface="Segoe UI"/>
                <a:cs typeface="Segoe UI"/>
              </a:defRPr>
            </a:pPr>
            <a:r>
              <a:rPr sz="1200" b="1">
                <a:solidFill>
                  <a:srgbClr val="F1B96A"/>
                </a:solidFill>
                <a:latin typeface="Segoe UI"/>
                <a:ea typeface="Segoe UI"/>
                <a:cs typeface="Segoe UI"/>
              </a:rPr>
              <a:t>TAM, demanda y disposición a pagar: pendientes de investigación.</a:t>
            </a:r>
          </a:p>
        </p:txBody>
      </p:sp>
    </p:spTree>
    <p:extLst>
      <p:ext uri="{BB962C8B-B14F-4D97-AF65-F5344CB8AC3E}">
        <p14:creationId xmlns:p14="http://schemas.microsoft.com/office/powerpoint/2010/main" val="1273127780"/>
      </p:ext>
    </p:extLst>
  </p:cSld>
</p:sld>
</file>

<file path=ppt/slides/slide9.xml><?xml version="1.0" encoding="utf-8"?>
<p:sld xmlns:p="http://schemas.openxmlformats.org/presentationml/2006/main">
  <p:cSld>
    <p:bg>
      <p:bgPr>
        <a:solidFill xmlns:a="http://schemas.openxmlformats.org/drawingml/2006/main">
          <a:srgbClr val="07100E"/>
        </a:solidFill>
      </p:bgPr>
    </p:bg>
    <p:spTree>
      <p:nvGrpSpPr>
        <p:cNvPr id="1" name=""/>
        <p:cNvGrpSpPr/>
        <p:nvPr/>
      </p:nvGrpSpPr>
      <p:grpSpPr>
        <a:xfrm xmlns:a="http://schemas.openxmlformats.org/drawingml/2006/main"/>
      </p:grpSpPr>
      <p:sp>
        <p:nvSpPr>
          <p:cNvPr id="25" name="wordmark">
            <a:extLst xmlns:a="http://schemas.openxmlformats.org/drawingml/2006/main">
              <a:ext uri="{FF2B5EF4-FFF2-40B4-BE49-F238E27FC236}">
                <a16:creationId xmlns:a16="http://schemas.microsoft.com/office/drawing/2014/main" id="{2DBADF2A-72C7-483F-BD57-37AB12455889}"/>
              </a:ext>
            </a:extLst>
          </p:cNvPr>
          <p:cNvSpPr>
            <a:spLocks xmlns:a="http://schemas.openxmlformats.org/drawingml/2006/main" noGrp="1"/>
          </p:cNvSpPr>
          <p:nvPr/>
        </p:nvSpPr>
        <p:spPr>
          <a:xfrm xmlns:a="http://schemas.openxmlformats.org/drawingml/2006/main">
            <a:off x="685800" y="2857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4E2C7"/>
                </a:solidFill>
                <a:latin typeface="Segoe UI"/>
                <a:ea typeface="Segoe UI"/>
                <a:cs typeface="Segoe UI"/>
              </a:defRPr>
            </a:defPPr>
          </a:lstStyle>
          <a:p xmlns:a="http://schemas.openxmlformats.org/drawingml/2006/main">
            <a:pPr algn="l">
              <a:lnSpc>
                <a:spcPct val="102000"/>
              </a:lnSpc>
              <a:buNone/>
              <a:defRPr sz="1125" b="1">
                <a:solidFill>
                  <a:srgbClr val="74E2C7"/>
                </a:solidFill>
                <a:latin typeface="Segoe UI"/>
                <a:ea typeface="Segoe UI"/>
                <a:cs typeface="Segoe UI"/>
              </a:defRPr>
            </a:pPr>
            <a:r>
              <a:rPr sz="1125" b="1">
                <a:solidFill>
                  <a:srgbClr val="74E2C7"/>
                </a:solidFill>
                <a:latin typeface="Segoe UI"/>
                <a:ea typeface="Segoe UI"/>
                <a:cs typeface="Segoe UI"/>
              </a:rPr>
              <a:t>BIOPULSE</a:t>
            </a:r>
          </a:p>
        </p:txBody>
      </p:sp>
      <p:sp>
        <p:nvSpPr>
          <p:cNvPr id="2" name="section">
            <a:extLst xmlns:a="http://schemas.openxmlformats.org/drawingml/2006/main">
              <a:ext uri="{FF2B5EF4-FFF2-40B4-BE49-F238E27FC236}">
                <a16:creationId xmlns:a16="http://schemas.microsoft.com/office/drawing/2014/main" id="{538A40E2-5F4C-485E-9761-BFAD100991A0}"/>
              </a:ext>
            </a:extLst>
          </p:cNvPr>
          <p:cNvSpPr>
            <a:spLocks xmlns:a="http://schemas.openxmlformats.org/drawingml/2006/main" noGrp="1"/>
          </p:cNvSpPr>
          <p:nvPr/>
        </p:nvSpPr>
        <p:spPr>
          <a:xfrm xmlns:a="http://schemas.openxmlformats.org/drawingml/2006/main">
            <a:off x="8620125" y="2857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708177"/>
                </a:solidFill>
                <a:latin typeface="Segoe UI"/>
                <a:ea typeface="Segoe UI"/>
                <a:cs typeface="Segoe UI"/>
              </a:defRPr>
            </a:defPPr>
          </a:lstStyle>
          <a:p xmlns:a="http://schemas.openxmlformats.org/drawingml/2006/main">
            <a:pPr algn="r">
              <a:lnSpc>
                <a:spcPct val="102000"/>
              </a:lnSpc>
              <a:buNone/>
              <a:defRPr sz="975" b="1">
                <a:solidFill>
                  <a:srgbClr val="708177"/>
                </a:solidFill>
                <a:latin typeface="Segoe UI"/>
                <a:ea typeface="Segoe UI"/>
                <a:cs typeface="Segoe UI"/>
              </a:defRPr>
            </a:pPr>
            <a:r>
              <a:rPr sz="975" b="1">
                <a:solidFill>
                  <a:srgbClr val="708177"/>
                </a:solidFill>
                <a:latin typeface="Segoe UI"/>
                <a:ea typeface="Segoe UI"/>
                <a:cs typeface="Segoe UI"/>
              </a:rPr>
              <a:t>MODELO DE NEGOCIO</a:t>
            </a:r>
          </a:p>
        </p:txBody>
      </p:sp>
      <p:sp>
        <p:nvSpPr>
          <p:cNvPr id="3" name="">
            <a:extLst xmlns:a="http://schemas.openxmlformats.org/drawingml/2006/main">
              <a:ext uri="{FF2B5EF4-FFF2-40B4-BE49-F238E27FC236}">
                <a16:creationId xmlns:a16="http://schemas.microsoft.com/office/drawing/2014/main" id="{CDD8D008-32D1-4484-A0FB-530A2CA36361}"/>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26362E"/>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860BB154-97F1-49FE-BDC3-71E6D0339FB1}"/>
              </a:ext>
            </a:extLst>
          </p:cNvPr>
          <p:cNvSpPr>
            <a:spLocks xmlns:a="http://schemas.openxmlformats.org/drawingml/2006/main" noGrp="1"/>
          </p:cNvSpPr>
          <p:nvPr/>
        </p:nvSpPr>
        <p:spPr>
          <a:xfrm xmlns:a="http://schemas.openxmlformats.org/drawingml/2006/main">
            <a:off x="685800" y="64865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a:solidFill>
                  <a:srgbClr val="708177"/>
                </a:solidFill>
                <a:latin typeface="Segoe UI"/>
                <a:ea typeface="Segoe UI"/>
                <a:cs typeface="Segoe UI"/>
              </a:defRPr>
            </a:defPPr>
          </a:lstStyle>
          <a:p xmlns:a="http://schemas.openxmlformats.org/drawingml/2006/main">
            <a:pPr algn="l">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BIOPULSE 2.0  •  PITCH DE INVERSIÓN  •  OCT 2026</a:t>
            </a:r>
          </a:p>
        </p:txBody>
      </p:sp>
      <p:sp>
        <p:nvSpPr>
          <p:cNvPr id="5" name="footer-page">
            <a:extLst xmlns:a="http://schemas.openxmlformats.org/drawingml/2006/main">
              <a:ext uri="{FF2B5EF4-FFF2-40B4-BE49-F238E27FC236}">
                <a16:creationId xmlns:a16="http://schemas.microsoft.com/office/drawing/2014/main" id="{5B5134C6-D7CA-4DD9-A403-205E35564B57}"/>
              </a:ext>
            </a:extLst>
          </p:cNvPr>
          <p:cNvSpPr>
            <a:spLocks xmlns:a="http://schemas.openxmlformats.org/drawingml/2006/main" noGrp="1"/>
          </p:cNvSpPr>
          <p:nvPr/>
        </p:nvSpPr>
        <p:spPr>
          <a:xfrm xmlns:a="http://schemas.openxmlformats.org/drawingml/2006/main">
            <a:off x="10572750" y="6486525"/>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708177"/>
                </a:solidFill>
                <a:latin typeface="Segoe UI"/>
                <a:ea typeface="Segoe UI"/>
                <a:cs typeface="Segoe UI"/>
              </a:defRPr>
            </a:defPPr>
          </a:lstStyle>
          <a:p xmlns:a="http://schemas.openxmlformats.org/drawingml/2006/main">
            <a:pPr algn="r">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09 / 11</a:t>
            </a:r>
          </a:p>
        </p:txBody>
      </p:sp>
      <p:sp>
        <p:nvSpPr>
          <p:cNvPr id="6" name="s9-kicker">
            <a:extLst xmlns:a="http://schemas.openxmlformats.org/drawingml/2006/main">
              <a:ext uri="{FF2B5EF4-FFF2-40B4-BE49-F238E27FC236}">
                <a16:creationId xmlns:a16="http://schemas.microsoft.com/office/drawing/2014/main" id="{F48C379D-9564-41DF-92A1-F3FBE8E6002C}"/>
              </a:ext>
            </a:extLst>
          </p:cNvPr>
          <p:cNvSpPr>
            <a:spLocks xmlns:a="http://schemas.openxmlformats.org/drawingml/2006/main" noGrp="1"/>
          </p:cNvSpPr>
          <p:nvPr/>
        </p:nvSpPr>
        <p:spPr>
          <a:xfrm xmlns:a="http://schemas.openxmlformats.org/drawingml/2006/main">
            <a:off x="685800" y="8191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F1B96A"/>
                </a:solidFill>
                <a:latin typeface="Segoe UI"/>
                <a:ea typeface="Segoe UI"/>
                <a:cs typeface="Segoe UI"/>
              </a:defRPr>
            </a:defPPr>
          </a:lstStyle>
          <a:p xmlns:a="http://schemas.openxmlformats.org/drawingml/2006/main">
            <a:pPr algn="l">
              <a:lnSpc>
                <a:spcPct val="102000"/>
              </a:lnSpc>
              <a:buNone/>
              <a:defRPr sz="1050" b="1">
                <a:solidFill>
                  <a:srgbClr val="F1B96A"/>
                </a:solidFill>
                <a:latin typeface="Segoe UI"/>
                <a:ea typeface="Segoe UI"/>
                <a:cs typeface="Segoe UI"/>
              </a:defRPr>
            </a:pPr>
            <a:r>
              <a:rPr sz="1050" b="1">
                <a:solidFill>
                  <a:srgbClr val="F1B96A"/>
                </a:solidFill>
                <a:latin typeface="Segoe UI"/>
                <a:ea typeface="Segoe UI"/>
                <a:cs typeface="Segoe UI"/>
              </a:rPr>
              <a:t>HIPÓTESIS A VALIDAR EN PILOTOS</a:t>
            </a:r>
          </a:p>
        </p:txBody>
      </p:sp>
      <p:sp>
        <p:nvSpPr>
          <p:cNvPr id="7" name="s9-title">
            <a:extLst xmlns:a="http://schemas.openxmlformats.org/drawingml/2006/main">
              <a:ext uri="{FF2B5EF4-FFF2-40B4-BE49-F238E27FC236}">
                <a16:creationId xmlns:a16="http://schemas.microsoft.com/office/drawing/2014/main" id="{B53FFCD9-B72D-4099-BC2A-B520C4384CB5}"/>
              </a:ext>
            </a:extLst>
          </p:cNvPr>
          <p:cNvSpPr>
            <a:spLocks xmlns:a="http://schemas.openxmlformats.org/drawingml/2006/main" noGrp="1"/>
          </p:cNvSpPr>
          <p:nvPr/>
        </p:nvSpPr>
        <p:spPr>
          <a:xfrm xmlns:a="http://schemas.openxmlformats.org/drawingml/2006/main">
            <a:off x="685800" y="1219200"/>
            <a:ext cx="1028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F4F7F2"/>
                </a:solidFill>
                <a:latin typeface="Segoe UI"/>
                <a:ea typeface="Segoe UI"/>
                <a:cs typeface="Segoe UI"/>
              </a:defRPr>
            </a:defPPr>
          </a:lstStyle>
          <a:p xmlns:a="http://schemas.openxmlformats.org/drawingml/2006/main">
            <a:pPr algn="l">
              <a:lnSpc>
                <a:spcPct val="102000"/>
              </a:lnSpc>
              <a:buNone/>
              <a:defRPr sz="3225" b="1">
                <a:solidFill>
                  <a:srgbClr val="F4F7F2"/>
                </a:solidFill>
                <a:latin typeface="Segoe UI"/>
                <a:ea typeface="Segoe UI"/>
                <a:cs typeface="Segoe UI"/>
              </a:defRPr>
            </a:pPr>
            <a:r>
              <a:rPr sz="3225" b="1">
                <a:solidFill>
                  <a:srgbClr val="F4F7F2"/>
                </a:solidFill>
                <a:latin typeface="Segoe UI"/>
                <a:ea typeface="Segoe UI"/>
                <a:cs typeface="Segoe UI"/>
              </a:rPr>
              <a:t>Monetizar valor, no datos personales.</a:t>
            </a:r>
          </a:p>
        </p:txBody>
      </p:sp>
      <p:sp>
        <p:nvSpPr>
          <p:cNvPr id="8" name="s9-sub">
            <a:extLst xmlns:a="http://schemas.openxmlformats.org/drawingml/2006/main">
              <a:ext uri="{FF2B5EF4-FFF2-40B4-BE49-F238E27FC236}">
                <a16:creationId xmlns:a16="http://schemas.microsoft.com/office/drawing/2014/main" id="{0F2B9E19-1EF5-454D-B7A8-4878C949BC97}"/>
              </a:ext>
            </a:extLst>
          </p:cNvPr>
          <p:cNvSpPr>
            <a:spLocks xmlns:a="http://schemas.openxmlformats.org/drawingml/2006/main" noGrp="1"/>
          </p:cNvSpPr>
          <p:nvPr/>
        </p:nvSpPr>
        <p:spPr>
          <a:xfrm xmlns:a="http://schemas.openxmlformats.org/drawingml/2006/main">
            <a:off x="704850" y="1943100"/>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A9B7AD"/>
                </a:solidFill>
                <a:latin typeface="Segoe UI"/>
                <a:ea typeface="Segoe UI"/>
                <a:cs typeface="Segoe UI"/>
              </a:defRPr>
            </a:defPPr>
          </a:lstStyle>
          <a:p xmlns:a="http://schemas.openxmlformats.org/drawingml/2006/main">
            <a:pPr algn="l">
              <a:lnSpc>
                <a:spcPct val="102000"/>
              </a:lnSpc>
              <a:buNone/>
              <a:defRPr sz="1575" b="0">
                <a:solidFill>
                  <a:srgbClr val="A9B7AD"/>
                </a:solidFill>
                <a:latin typeface="Segoe UI"/>
                <a:ea typeface="Segoe UI"/>
                <a:cs typeface="Segoe UI"/>
              </a:defRPr>
            </a:pPr>
            <a:r>
              <a:rPr sz="1575" b="0">
                <a:solidFill>
                  <a:srgbClr val="A9B7AD"/>
                </a:solidFill>
                <a:latin typeface="Segoe UI"/>
                <a:ea typeface="Segoe UI"/>
                <a:cs typeface="Segoe UI"/>
              </a:rPr>
              <a:t>La privacidad es un límite de producto; la economía todavía es una pregunta abierta.</a:t>
            </a:r>
          </a:p>
        </p:txBody>
      </p:sp>
      <p:sp>
        <p:nvSpPr>
          <p:cNvPr id="9" name="">
            <a:extLst xmlns:a="http://schemas.openxmlformats.org/drawingml/2006/main">
              <a:ext uri="{FF2B5EF4-FFF2-40B4-BE49-F238E27FC236}">
                <a16:creationId xmlns:a16="http://schemas.microsoft.com/office/drawing/2014/main" id="{4F20E55B-569C-491A-A8E7-433D54CB6A23}"/>
              </a:ext>
            </a:extLst>
          </p:cNvPr>
          <p:cNvSpPr>
            <a:spLocks xmlns:a="http://schemas.openxmlformats.org/drawingml/2006/main" noGrp="1"/>
          </p:cNvSpPr>
          <p:nvPr/>
        </p:nvSpPr>
        <p:spPr>
          <a:xfrm xmlns:a="http://schemas.openxmlformats.org/drawingml/2006/main">
            <a:off x="685800" y="3028950"/>
            <a:ext cx="3143250" cy="28575"/>
          </a:xfrm>
          <a:prstGeom xmlns:a="http://schemas.openxmlformats.org/drawingml/2006/main" prst="rect">
            <a:avLst/>
          </a:prstGeom>
          <a:solidFill xmlns:a="http://schemas.openxmlformats.org/drawingml/2006/main">
            <a:srgbClr val="D0F36A"/>
          </a:solidFill>
          <a:ln xmlns:a="http://schemas.openxmlformats.org/drawingml/2006/main" w="0">
            <a:noFill/>
            <a:prstDash val="solid"/>
          </a:ln>
        </p:spPr>
      </p:sp>
      <p:sp>
        <p:nvSpPr>
          <p:cNvPr id="10" name="s9-num-0">
            <a:extLst xmlns:a="http://schemas.openxmlformats.org/drawingml/2006/main">
              <a:ext uri="{FF2B5EF4-FFF2-40B4-BE49-F238E27FC236}">
                <a16:creationId xmlns:a16="http://schemas.microsoft.com/office/drawing/2014/main" id="{CDE257BD-A86A-453F-BABD-AEC67679A0EF}"/>
              </a:ext>
            </a:extLst>
          </p:cNvPr>
          <p:cNvSpPr>
            <a:spLocks xmlns:a="http://schemas.openxmlformats.org/drawingml/2006/main" noGrp="1"/>
          </p:cNvSpPr>
          <p:nvPr/>
        </p:nvSpPr>
        <p:spPr>
          <a:xfrm xmlns:a="http://schemas.openxmlformats.org/drawingml/2006/main">
            <a:off x="685800" y="3238500"/>
            <a:ext cx="685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D0F36A"/>
                </a:solidFill>
                <a:latin typeface="Segoe UI"/>
                <a:ea typeface="Segoe UI"/>
                <a:cs typeface="Segoe UI"/>
              </a:defRPr>
            </a:defPPr>
          </a:lstStyle>
          <a:p xmlns:a="http://schemas.openxmlformats.org/drawingml/2006/main">
            <a:pPr algn="l">
              <a:lnSpc>
                <a:spcPct val="102000"/>
              </a:lnSpc>
              <a:buNone/>
              <a:defRPr sz="1350" b="1">
                <a:solidFill>
                  <a:srgbClr val="D0F36A"/>
                </a:solidFill>
                <a:latin typeface="Segoe UI"/>
                <a:ea typeface="Segoe UI"/>
                <a:cs typeface="Segoe UI"/>
              </a:defRPr>
            </a:pPr>
            <a:r>
              <a:rPr sz="1350" b="1">
                <a:solidFill>
                  <a:srgbClr val="D0F36A"/>
                </a:solidFill>
                <a:latin typeface="Segoe UI"/>
                <a:ea typeface="Segoe UI"/>
                <a:cs typeface="Segoe UI"/>
              </a:rPr>
              <a:t>01</a:t>
            </a:r>
          </a:p>
        </p:txBody>
      </p:sp>
      <p:sp>
        <p:nvSpPr>
          <p:cNvPr id="11" name="s9-title-0">
            <a:extLst xmlns:a="http://schemas.openxmlformats.org/drawingml/2006/main">
              <a:ext uri="{FF2B5EF4-FFF2-40B4-BE49-F238E27FC236}">
                <a16:creationId xmlns:a16="http://schemas.microsoft.com/office/drawing/2014/main" id="{918545AC-E0CA-42A3-9752-5AE42E653025}"/>
              </a:ext>
            </a:extLst>
          </p:cNvPr>
          <p:cNvSpPr>
            <a:spLocks xmlns:a="http://schemas.openxmlformats.org/drawingml/2006/main" noGrp="1"/>
          </p:cNvSpPr>
          <p:nvPr/>
        </p:nvSpPr>
        <p:spPr>
          <a:xfrm xmlns:a="http://schemas.openxmlformats.org/drawingml/2006/main">
            <a:off x="685800" y="3686175"/>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4F7F2"/>
                </a:solidFill>
                <a:latin typeface="Segoe UI"/>
                <a:ea typeface="Segoe UI"/>
                <a:cs typeface="Segoe UI"/>
              </a:defRPr>
            </a:defPPr>
          </a:lstStyle>
          <a:p xmlns:a="http://schemas.openxmlformats.org/drawingml/2006/main">
            <a:pPr algn="l">
              <a:lnSpc>
                <a:spcPct val="102000"/>
              </a:lnSpc>
              <a:buNone/>
              <a:defRPr sz="1875" b="1">
                <a:solidFill>
                  <a:srgbClr val="F4F7F2"/>
                </a:solidFill>
                <a:latin typeface="Segoe UI"/>
                <a:ea typeface="Segoe UI"/>
                <a:cs typeface="Segoe UI"/>
              </a:defRPr>
            </a:pPr>
            <a:r>
              <a:rPr sz="1875" b="1">
                <a:solidFill>
                  <a:srgbClr val="F4F7F2"/>
                </a:solidFill>
                <a:latin typeface="Segoe UI"/>
                <a:ea typeface="Segoe UI"/>
                <a:cs typeface="Segoe UI"/>
              </a:rPr>
              <a:t>Suscripción</a:t>
            </a:r>
          </a:p>
        </p:txBody>
      </p:sp>
      <p:sp>
        <p:nvSpPr>
          <p:cNvPr id="12" name="s9-sub-0">
            <a:extLst xmlns:a="http://schemas.openxmlformats.org/drawingml/2006/main">
              <a:ext uri="{FF2B5EF4-FFF2-40B4-BE49-F238E27FC236}">
                <a16:creationId xmlns:a16="http://schemas.microsoft.com/office/drawing/2014/main" id="{2E8BEBD9-A788-4EDF-8E85-774478EFE4FB}"/>
              </a:ext>
            </a:extLst>
          </p:cNvPr>
          <p:cNvSpPr>
            <a:spLocks xmlns:a="http://schemas.openxmlformats.org/drawingml/2006/main" noGrp="1"/>
          </p:cNvSpPr>
          <p:nvPr/>
        </p:nvSpPr>
        <p:spPr>
          <a:xfrm xmlns:a="http://schemas.openxmlformats.org/drawingml/2006/main">
            <a:off x="685800" y="41719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D0F36A"/>
                </a:solidFill>
                <a:latin typeface="Segoe UI"/>
                <a:ea typeface="Segoe UI"/>
                <a:cs typeface="Segoe UI"/>
              </a:defRPr>
            </a:defPPr>
          </a:lstStyle>
          <a:p xmlns:a="http://schemas.openxmlformats.org/drawingml/2006/main">
            <a:pPr algn="l">
              <a:lnSpc>
                <a:spcPct val="102000"/>
              </a:lnSpc>
              <a:buNone/>
              <a:defRPr sz="1275" b="1">
                <a:solidFill>
                  <a:srgbClr val="D0F36A"/>
                </a:solidFill>
                <a:latin typeface="Segoe UI"/>
                <a:ea typeface="Segoe UI"/>
                <a:cs typeface="Segoe UI"/>
              </a:defRPr>
            </a:pPr>
            <a:r>
              <a:rPr sz="1275" b="1">
                <a:solidFill>
                  <a:srgbClr val="D0F36A"/>
                </a:solidFill>
                <a:latin typeface="Segoe UI"/>
                <a:ea typeface="Segoe UI"/>
                <a:cs typeface="Segoe UI"/>
              </a:rPr>
              <a:t>Más profundidad para el usuario</a:t>
            </a:r>
          </a:p>
        </p:txBody>
      </p:sp>
      <p:sp>
        <p:nvSpPr>
          <p:cNvPr id="13" name="s9-detail-0">
            <a:extLst xmlns:a="http://schemas.openxmlformats.org/drawingml/2006/main">
              <a:ext uri="{FF2B5EF4-FFF2-40B4-BE49-F238E27FC236}">
                <a16:creationId xmlns:a16="http://schemas.microsoft.com/office/drawing/2014/main" id="{C646BE5E-8009-4083-9651-3F943C8ED69E}"/>
              </a:ext>
            </a:extLst>
          </p:cNvPr>
          <p:cNvSpPr>
            <a:spLocks xmlns:a="http://schemas.openxmlformats.org/drawingml/2006/main" noGrp="1"/>
          </p:cNvSpPr>
          <p:nvPr/>
        </p:nvSpPr>
        <p:spPr>
          <a:xfrm xmlns:a="http://schemas.openxmlformats.org/drawingml/2006/main">
            <a:off x="685800" y="4676775"/>
            <a:ext cx="3124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A9B7AD"/>
                </a:solidFill>
                <a:latin typeface="Segoe UI"/>
                <a:ea typeface="Segoe UI"/>
                <a:cs typeface="Segoe UI"/>
              </a:defRPr>
            </a:defPPr>
          </a:lstStyle>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Comparaciones ampliadas,</a:t>
            </a:r>
          </a:p>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resúmenes y herramientas</a:t>
            </a:r>
          </a:p>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personales avanzadas.</a:t>
            </a:r>
          </a:p>
        </p:txBody>
      </p:sp>
      <p:sp>
        <p:nvSpPr>
          <p:cNvPr id="14" name="">
            <a:extLst xmlns:a="http://schemas.openxmlformats.org/drawingml/2006/main">
              <a:ext uri="{FF2B5EF4-FFF2-40B4-BE49-F238E27FC236}">
                <a16:creationId xmlns:a16="http://schemas.microsoft.com/office/drawing/2014/main" id="{CEBDA066-118A-446D-AFAD-BBC09687EFB3}"/>
              </a:ext>
            </a:extLst>
          </p:cNvPr>
          <p:cNvSpPr>
            <a:spLocks xmlns:a="http://schemas.openxmlformats.org/drawingml/2006/main" noGrp="1"/>
          </p:cNvSpPr>
          <p:nvPr/>
        </p:nvSpPr>
        <p:spPr>
          <a:xfrm xmlns:a="http://schemas.openxmlformats.org/drawingml/2006/main">
            <a:off x="4476750" y="3028950"/>
            <a:ext cx="3143250" cy="28575"/>
          </a:xfrm>
          <a:prstGeom xmlns:a="http://schemas.openxmlformats.org/drawingml/2006/main" prst="rect">
            <a:avLst/>
          </a:prstGeom>
          <a:solidFill xmlns:a="http://schemas.openxmlformats.org/drawingml/2006/main">
            <a:srgbClr val="74E2C7"/>
          </a:solidFill>
          <a:ln xmlns:a="http://schemas.openxmlformats.org/drawingml/2006/main" w="0">
            <a:noFill/>
            <a:prstDash val="solid"/>
          </a:ln>
        </p:spPr>
      </p:sp>
      <p:sp>
        <p:nvSpPr>
          <p:cNvPr id="15" name="s9-num-1">
            <a:extLst xmlns:a="http://schemas.openxmlformats.org/drawingml/2006/main">
              <a:ext uri="{FF2B5EF4-FFF2-40B4-BE49-F238E27FC236}">
                <a16:creationId xmlns:a16="http://schemas.microsoft.com/office/drawing/2014/main" id="{13E6EB1C-EF2F-4448-A12E-5E372A0F64E4}"/>
              </a:ext>
            </a:extLst>
          </p:cNvPr>
          <p:cNvSpPr>
            <a:spLocks xmlns:a="http://schemas.openxmlformats.org/drawingml/2006/main" noGrp="1"/>
          </p:cNvSpPr>
          <p:nvPr/>
        </p:nvSpPr>
        <p:spPr>
          <a:xfrm xmlns:a="http://schemas.openxmlformats.org/drawingml/2006/main">
            <a:off x="4476750" y="3238500"/>
            <a:ext cx="685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74E2C7"/>
                </a:solidFill>
                <a:latin typeface="Segoe UI"/>
                <a:ea typeface="Segoe UI"/>
                <a:cs typeface="Segoe UI"/>
              </a:defRPr>
            </a:defPPr>
          </a:lstStyle>
          <a:p xmlns:a="http://schemas.openxmlformats.org/drawingml/2006/main">
            <a:pPr algn="l">
              <a:lnSpc>
                <a:spcPct val="102000"/>
              </a:lnSpc>
              <a:buNone/>
              <a:defRPr sz="1350" b="1">
                <a:solidFill>
                  <a:srgbClr val="74E2C7"/>
                </a:solidFill>
                <a:latin typeface="Segoe UI"/>
                <a:ea typeface="Segoe UI"/>
                <a:cs typeface="Segoe UI"/>
              </a:defRPr>
            </a:pPr>
            <a:r>
              <a:rPr sz="1350" b="1">
                <a:solidFill>
                  <a:srgbClr val="74E2C7"/>
                </a:solidFill>
                <a:latin typeface="Segoe UI"/>
                <a:ea typeface="Segoe UI"/>
                <a:cs typeface="Segoe UI"/>
              </a:rPr>
              <a:t>02</a:t>
            </a:r>
          </a:p>
        </p:txBody>
      </p:sp>
      <p:sp>
        <p:nvSpPr>
          <p:cNvPr id="16" name="s9-title-1">
            <a:extLst xmlns:a="http://schemas.openxmlformats.org/drawingml/2006/main">
              <a:ext uri="{FF2B5EF4-FFF2-40B4-BE49-F238E27FC236}">
                <a16:creationId xmlns:a16="http://schemas.microsoft.com/office/drawing/2014/main" id="{F071F3B0-2662-484D-879C-7C33B6D97D9F}"/>
              </a:ext>
            </a:extLst>
          </p:cNvPr>
          <p:cNvSpPr>
            <a:spLocks xmlns:a="http://schemas.openxmlformats.org/drawingml/2006/main" noGrp="1"/>
          </p:cNvSpPr>
          <p:nvPr/>
        </p:nvSpPr>
        <p:spPr>
          <a:xfrm xmlns:a="http://schemas.openxmlformats.org/drawingml/2006/main">
            <a:off x="4476750" y="3686175"/>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4F7F2"/>
                </a:solidFill>
                <a:latin typeface="Segoe UI"/>
                <a:ea typeface="Segoe UI"/>
                <a:cs typeface="Segoe UI"/>
              </a:defRPr>
            </a:defPPr>
          </a:lstStyle>
          <a:p xmlns:a="http://schemas.openxmlformats.org/drawingml/2006/main">
            <a:pPr algn="l">
              <a:lnSpc>
                <a:spcPct val="102000"/>
              </a:lnSpc>
              <a:buNone/>
              <a:defRPr sz="1875" b="1">
                <a:solidFill>
                  <a:srgbClr val="F4F7F2"/>
                </a:solidFill>
                <a:latin typeface="Segoe UI"/>
                <a:ea typeface="Segoe UI"/>
                <a:cs typeface="Segoe UI"/>
              </a:defRPr>
            </a:pPr>
            <a:r>
              <a:rPr sz="1875" b="1">
                <a:solidFill>
                  <a:srgbClr val="F4F7F2"/>
                </a:solidFill>
                <a:latin typeface="Segoe UI"/>
                <a:ea typeface="Segoe UI"/>
                <a:cs typeface="Segoe UI"/>
              </a:rPr>
              <a:t>Profesionales</a:t>
            </a:r>
          </a:p>
        </p:txBody>
      </p:sp>
      <p:sp>
        <p:nvSpPr>
          <p:cNvPr id="17" name="s9-sub-1">
            <a:extLst xmlns:a="http://schemas.openxmlformats.org/drawingml/2006/main">
              <a:ext uri="{FF2B5EF4-FFF2-40B4-BE49-F238E27FC236}">
                <a16:creationId xmlns:a16="http://schemas.microsoft.com/office/drawing/2014/main" id="{AF4141EF-BA78-43B0-9524-7F2605F3F82B}"/>
              </a:ext>
            </a:extLst>
          </p:cNvPr>
          <p:cNvSpPr>
            <a:spLocks xmlns:a="http://schemas.openxmlformats.org/drawingml/2006/main" noGrp="1"/>
          </p:cNvSpPr>
          <p:nvPr/>
        </p:nvSpPr>
        <p:spPr>
          <a:xfrm xmlns:a="http://schemas.openxmlformats.org/drawingml/2006/main">
            <a:off x="4476750" y="41719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74E2C7"/>
                </a:solidFill>
                <a:latin typeface="Segoe UI"/>
                <a:ea typeface="Segoe UI"/>
                <a:cs typeface="Segoe UI"/>
              </a:defRPr>
            </a:defPPr>
          </a:lstStyle>
          <a:p xmlns:a="http://schemas.openxmlformats.org/drawingml/2006/main">
            <a:pPr algn="l">
              <a:lnSpc>
                <a:spcPct val="102000"/>
              </a:lnSpc>
              <a:buNone/>
              <a:defRPr sz="1275" b="1">
                <a:solidFill>
                  <a:srgbClr val="74E2C7"/>
                </a:solidFill>
                <a:latin typeface="Segoe UI"/>
                <a:ea typeface="Segoe UI"/>
                <a:cs typeface="Segoe UI"/>
              </a:defRPr>
            </a:pPr>
            <a:r>
              <a:rPr sz="1275" b="1">
                <a:solidFill>
                  <a:srgbClr val="74E2C7"/>
                </a:solidFill>
                <a:latin typeface="Segoe UI"/>
                <a:ea typeface="Segoe UI"/>
                <a:cs typeface="Segoe UI"/>
              </a:rPr>
              <a:t>Herramientas para acompañar</a:t>
            </a:r>
          </a:p>
        </p:txBody>
      </p:sp>
      <p:sp>
        <p:nvSpPr>
          <p:cNvPr id="18" name="s9-detail-1">
            <a:extLst xmlns:a="http://schemas.openxmlformats.org/drawingml/2006/main">
              <a:ext uri="{FF2B5EF4-FFF2-40B4-BE49-F238E27FC236}">
                <a16:creationId xmlns:a16="http://schemas.microsoft.com/office/drawing/2014/main" id="{221E494E-7F51-4E3E-8950-EDD7A75422CF}"/>
              </a:ext>
            </a:extLst>
          </p:cNvPr>
          <p:cNvSpPr>
            <a:spLocks xmlns:a="http://schemas.openxmlformats.org/drawingml/2006/main" noGrp="1"/>
          </p:cNvSpPr>
          <p:nvPr/>
        </p:nvSpPr>
        <p:spPr>
          <a:xfrm xmlns:a="http://schemas.openxmlformats.org/drawingml/2006/main">
            <a:off x="4476750" y="4676775"/>
            <a:ext cx="3124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A9B7AD"/>
                </a:solidFill>
                <a:latin typeface="Segoe UI"/>
                <a:ea typeface="Segoe UI"/>
                <a:cs typeface="Segoe UI"/>
              </a:defRPr>
            </a:defPPr>
          </a:lstStyle>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Un espacio de lectura y seguimiento</a:t>
            </a:r>
          </a:p>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para coaches o equipos,</a:t>
            </a:r>
          </a:p>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si los pilotos lo justifican.</a:t>
            </a:r>
          </a:p>
        </p:txBody>
      </p:sp>
      <p:sp>
        <p:nvSpPr>
          <p:cNvPr id="19" name="">
            <a:extLst xmlns:a="http://schemas.openxmlformats.org/drawingml/2006/main">
              <a:ext uri="{FF2B5EF4-FFF2-40B4-BE49-F238E27FC236}">
                <a16:creationId xmlns:a16="http://schemas.microsoft.com/office/drawing/2014/main" id="{7CA3BB23-2C29-4A6B-BD6D-1784D83A2435}"/>
              </a:ext>
            </a:extLst>
          </p:cNvPr>
          <p:cNvSpPr>
            <a:spLocks xmlns:a="http://schemas.openxmlformats.org/drawingml/2006/main" noGrp="1"/>
          </p:cNvSpPr>
          <p:nvPr/>
        </p:nvSpPr>
        <p:spPr>
          <a:xfrm xmlns:a="http://schemas.openxmlformats.org/drawingml/2006/main">
            <a:off x="8267700" y="3028950"/>
            <a:ext cx="3143250" cy="28575"/>
          </a:xfrm>
          <a:prstGeom xmlns:a="http://schemas.openxmlformats.org/drawingml/2006/main" prst="rect">
            <a:avLst/>
          </a:prstGeom>
          <a:solidFill xmlns:a="http://schemas.openxmlformats.org/drawingml/2006/main">
            <a:srgbClr val="91C9E8"/>
          </a:solidFill>
          <a:ln xmlns:a="http://schemas.openxmlformats.org/drawingml/2006/main" w="0">
            <a:noFill/>
            <a:prstDash val="solid"/>
          </a:ln>
        </p:spPr>
      </p:sp>
      <p:sp>
        <p:nvSpPr>
          <p:cNvPr id="20" name="s9-num-2">
            <a:extLst xmlns:a="http://schemas.openxmlformats.org/drawingml/2006/main">
              <a:ext uri="{FF2B5EF4-FFF2-40B4-BE49-F238E27FC236}">
                <a16:creationId xmlns:a16="http://schemas.microsoft.com/office/drawing/2014/main" id="{730855E0-CD20-4AF4-9D72-ABE9157B88A8}"/>
              </a:ext>
            </a:extLst>
          </p:cNvPr>
          <p:cNvSpPr>
            <a:spLocks xmlns:a="http://schemas.openxmlformats.org/drawingml/2006/main" noGrp="1"/>
          </p:cNvSpPr>
          <p:nvPr/>
        </p:nvSpPr>
        <p:spPr>
          <a:xfrm xmlns:a="http://schemas.openxmlformats.org/drawingml/2006/main">
            <a:off x="8267700" y="3238500"/>
            <a:ext cx="685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91C9E8"/>
                </a:solidFill>
                <a:latin typeface="Segoe UI"/>
                <a:ea typeface="Segoe UI"/>
                <a:cs typeface="Segoe UI"/>
              </a:defRPr>
            </a:defPPr>
          </a:lstStyle>
          <a:p xmlns:a="http://schemas.openxmlformats.org/drawingml/2006/main">
            <a:pPr algn="l">
              <a:lnSpc>
                <a:spcPct val="102000"/>
              </a:lnSpc>
              <a:buNone/>
              <a:defRPr sz="1350" b="1">
                <a:solidFill>
                  <a:srgbClr val="91C9E8"/>
                </a:solidFill>
                <a:latin typeface="Segoe UI"/>
                <a:ea typeface="Segoe UI"/>
                <a:cs typeface="Segoe UI"/>
              </a:defRPr>
            </a:pPr>
            <a:r>
              <a:rPr sz="1350" b="1">
                <a:solidFill>
                  <a:srgbClr val="91C9E8"/>
                </a:solidFill>
                <a:latin typeface="Segoe UI"/>
                <a:ea typeface="Segoe UI"/>
                <a:cs typeface="Segoe UI"/>
              </a:rPr>
              <a:t>03</a:t>
            </a:r>
          </a:p>
        </p:txBody>
      </p:sp>
      <p:sp>
        <p:nvSpPr>
          <p:cNvPr id="21" name="s9-title-2">
            <a:extLst xmlns:a="http://schemas.openxmlformats.org/drawingml/2006/main">
              <a:ext uri="{FF2B5EF4-FFF2-40B4-BE49-F238E27FC236}">
                <a16:creationId xmlns:a16="http://schemas.microsoft.com/office/drawing/2014/main" id="{E18AB65E-9710-4A0D-9C2D-A5D86D2E333E}"/>
              </a:ext>
            </a:extLst>
          </p:cNvPr>
          <p:cNvSpPr>
            <a:spLocks xmlns:a="http://schemas.openxmlformats.org/drawingml/2006/main" noGrp="1"/>
          </p:cNvSpPr>
          <p:nvPr/>
        </p:nvSpPr>
        <p:spPr>
          <a:xfrm xmlns:a="http://schemas.openxmlformats.org/drawingml/2006/main">
            <a:off x="8267700" y="3686175"/>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4F7F2"/>
                </a:solidFill>
                <a:latin typeface="Segoe UI"/>
                <a:ea typeface="Segoe UI"/>
                <a:cs typeface="Segoe UI"/>
              </a:defRPr>
            </a:defPPr>
          </a:lstStyle>
          <a:p xmlns:a="http://schemas.openxmlformats.org/drawingml/2006/main">
            <a:pPr algn="l">
              <a:lnSpc>
                <a:spcPct val="102000"/>
              </a:lnSpc>
              <a:buNone/>
              <a:defRPr sz="1875" b="1">
                <a:solidFill>
                  <a:srgbClr val="F4F7F2"/>
                </a:solidFill>
                <a:latin typeface="Segoe UI"/>
                <a:ea typeface="Segoe UI"/>
                <a:cs typeface="Segoe UI"/>
              </a:defRPr>
            </a:pPr>
            <a:r>
              <a:rPr sz="1875" b="1">
                <a:solidFill>
                  <a:srgbClr val="F4F7F2"/>
                </a:solidFill>
                <a:latin typeface="Segoe UI"/>
                <a:ea typeface="Segoe UI"/>
                <a:cs typeface="Segoe UI"/>
              </a:rPr>
              <a:t>Aprendizaje</a:t>
            </a:r>
          </a:p>
        </p:txBody>
      </p:sp>
      <p:sp>
        <p:nvSpPr>
          <p:cNvPr id="22" name="s9-sub-2">
            <a:extLst xmlns:a="http://schemas.openxmlformats.org/drawingml/2006/main">
              <a:ext uri="{FF2B5EF4-FFF2-40B4-BE49-F238E27FC236}">
                <a16:creationId xmlns:a16="http://schemas.microsoft.com/office/drawing/2014/main" id="{9E3DE909-9E19-43A0-8787-33E8B007A1E4}"/>
              </a:ext>
            </a:extLst>
          </p:cNvPr>
          <p:cNvSpPr>
            <a:spLocks xmlns:a="http://schemas.openxmlformats.org/drawingml/2006/main" noGrp="1"/>
          </p:cNvSpPr>
          <p:nvPr/>
        </p:nvSpPr>
        <p:spPr>
          <a:xfrm xmlns:a="http://schemas.openxmlformats.org/drawingml/2006/main">
            <a:off x="8267700" y="41719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91C9E8"/>
                </a:solidFill>
                <a:latin typeface="Segoe UI"/>
                <a:ea typeface="Segoe UI"/>
                <a:cs typeface="Segoe UI"/>
              </a:defRPr>
            </a:defPPr>
          </a:lstStyle>
          <a:p xmlns:a="http://schemas.openxmlformats.org/drawingml/2006/main">
            <a:pPr algn="l">
              <a:lnSpc>
                <a:spcPct val="102000"/>
              </a:lnSpc>
              <a:buNone/>
              <a:defRPr sz="1275" b="1">
                <a:solidFill>
                  <a:srgbClr val="91C9E8"/>
                </a:solidFill>
                <a:latin typeface="Segoe UI"/>
                <a:ea typeface="Segoe UI"/>
                <a:cs typeface="Segoe UI"/>
              </a:defRPr>
            </a:pPr>
            <a:r>
              <a:rPr sz="1275" b="1">
                <a:solidFill>
                  <a:srgbClr val="91C9E8"/>
                </a:solidFill>
                <a:latin typeface="Segoe UI"/>
                <a:ea typeface="Segoe UI"/>
                <a:cs typeface="Segoe UI"/>
              </a:rPr>
              <a:t>Una beta que escucha</a:t>
            </a:r>
          </a:p>
        </p:txBody>
      </p:sp>
      <p:sp>
        <p:nvSpPr>
          <p:cNvPr id="23" name="s9-detail-2">
            <a:extLst xmlns:a="http://schemas.openxmlformats.org/drawingml/2006/main">
              <a:ext uri="{FF2B5EF4-FFF2-40B4-BE49-F238E27FC236}">
                <a16:creationId xmlns:a16="http://schemas.microsoft.com/office/drawing/2014/main" id="{ACCF94AC-2742-4730-B97A-66469EDABEBD}"/>
              </a:ext>
            </a:extLst>
          </p:cNvPr>
          <p:cNvSpPr>
            <a:spLocks xmlns:a="http://schemas.openxmlformats.org/drawingml/2006/main" noGrp="1"/>
          </p:cNvSpPr>
          <p:nvPr/>
        </p:nvSpPr>
        <p:spPr>
          <a:xfrm xmlns:a="http://schemas.openxmlformats.org/drawingml/2006/main">
            <a:off x="8267700" y="4676775"/>
            <a:ext cx="3124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A9B7AD"/>
                </a:solidFill>
                <a:latin typeface="Segoe UI"/>
                <a:ea typeface="Segoe UI"/>
                <a:cs typeface="Segoe UI"/>
              </a:defRPr>
            </a:defPPr>
          </a:lstStyle>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Medir activación, uso repetido,</a:t>
            </a:r>
          </a:p>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utilidad percibida y confianza</a:t>
            </a:r>
          </a:p>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antes de fijar precios.</a:t>
            </a:r>
          </a:p>
        </p:txBody>
      </p:sp>
      <p:sp>
        <p:nvSpPr>
          <p:cNvPr id="24" name="s9-price">
            <a:extLst xmlns:a="http://schemas.openxmlformats.org/drawingml/2006/main">
              <a:ext uri="{FF2B5EF4-FFF2-40B4-BE49-F238E27FC236}">
                <a16:creationId xmlns:a16="http://schemas.microsoft.com/office/drawing/2014/main" id="{1CC25CD4-2149-42C4-84F4-56700E3E8662}"/>
              </a:ext>
            </a:extLst>
          </p:cNvPr>
          <p:cNvSpPr>
            <a:spLocks xmlns:a="http://schemas.openxmlformats.org/drawingml/2006/main" noGrp="1"/>
          </p:cNvSpPr>
          <p:nvPr/>
        </p:nvSpPr>
        <p:spPr>
          <a:xfrm xmlns:a="http://schemas.openxmlformats.org/drawingml/2006/main">
            <a:off x="685800" y="5876925"/>
            <a:ext cx="1047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F1B96A"/>
                </a:solidFill>
                <a:latin typeface="Segoe UI"/>
                <a:ea typeface="Segoe UI"/>
                <a:cs typeface="Segoe UI"/>
              </a:defRPr>
            </a:defPPr>
          </a:lstStyle>
          <a:p xmlns:a="http://schemas.openxmlformats.org/drawingml/2006/main">
            <a:pPr algn="l">
              <a:lnSpc>
                <a:spcPct val="102000"/>
              </a:lnSpc>
              <a:buNone/>
              <a:defRPr sz="1275" b="1">
                <a:solidFill>
                  <a:srgbClr val="F1B96A"/>
                </a:solidFill>
                <a:latin typeface="Segoe UI"/>
                <a:ea typeface="Segoe UI"/>
                <a:cs typeface="Segoe UI"/>
              </a:defRPr>
            </a:pPr>
            <a:r>
              <a:rPr sz="1275" b="1">
                <a:solidFill>
                  <a:srgbClr val="F1B96A"/>
                </a:solidFill>
                <a:latin typeface="Segoe UI"/>
                <a:ea typeface="Segoe UI"/>
                <a:cs typeface="Segoe UI"/>
              </a:rPr>
              <a:t>Precio, conversión y retención: sin validar; no se proyectan ingresos.</a:t>
            </a:r>
          </a:p>
        </p:txBody>
      </p:sp>
    </p:spTree>
    <p:extLst>
      <p:ext uri="{BB962C8B-B14F-4D97-AF65-F5344CB8AC3E}">
        <p14:creationId xmlns:p14="http://schemas.microsoft.com/office/powerpoint/2010/main" val="869416564"/>
      </p:ext>
    </p:extLst>
  </p:cSld>
</p:sld>
</file>

<file path=ppt/slides/slide10.xml><?xml version="1.0" encoding="utf-8"?>
<p:sld xmlns:p="http://schemas.openxmlformats.org/presentationml/2006/main">
  <p:cSld>
    <p:bg>
      <p:bgPr>
        <a:solidFill xmlns:a="http://schemas.openxmlformats.org/drawingml/2006/main">
          <a:srgbClr val="07100E"/>
        </a:solidFill>
      </p:bgPr>
    </p:bg>
    <p:spTree>
      <p:nvGrpSpPr>
        <p:cNvPr id="1" name=""/>
        <p:cNvGrpSpPr/>
        <p:nvPr/>
      </p:nvGrpSpPr>
      <p:grpSpPr>
        <a:xfrm xmlns:a="http://schemas.openxmlformats.org/drawingml/2006/main"/>
      </p:grpSpPr>
      <p:sp>
        <p:nvSpPr>
          <p:cNvPr id="28" name="wordmark">
            <a:extLst xmlns:a="http://schemas.openxmlformats.org/drawingml/2006/main">
              <a:ext uri="{FF2B5EF4-FFF2-40B4-BE49-F238E27FC236}">
                <a16:creationId xmlns:a16="http://schemas.microsoft.com/office/drawing/2014/main" id="{A472C904-966A-409A-89A7-EED8F769607A}"/>
              </a:ext>
            </a:extLst>
          </p:cNvPr>
          <p:cNvSpPr>
            <a:spLocks xmlns:a="http://schemas.openxmlformats.org/drawingml/2006/main" noGrp="1"/>
          </p:cNvSpPr>
          <p:nvPr/>
        </p:nvSpPr>
        <p:spPr>
          <a:xfrm xmlns:a="http://schemas.openxmlformats.org/drawingml/2006/main">
            <a:off x="685800" y="2857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4E2C7"/>
                </a:solidFill>
                <a:latin typeface="Segoe UI"/>
                <a:ea typeface="Segoe UI"/>
                <a:cs typeface="Segoe UI"/>
              </a:defRPr>
            </a:defPPr>
          </a:lstStyle>
          <a:p xmlns:a="http://schemas.openxmlformats.org/drawingml/2006/main">
            <a:pPr algn="l">
              <a:lnSpc>
                <a:spcPct val="102000"/>
              </a:lnSpc>
              <a:buNone/>
              <a:defRPr sz="1125" b="1">
                <a:solidFill>
                  <a:srgbClr val="74E2C7"/>
                </a:solidFill>
                <a:latin typeface="Segoe UI"/>
                <a:ea typeface="Segoe UI"/>
                <a:cs typeface="Segoe UI"/>
              </a:defRPr>
            </a:pPr>
            <a:r>
              <a:rPr sz="1125" b="1">
                <a:solidFill>
                  <a:srgbClr val="74E2C7"/>
                </a:solidFill>
                <a:latin typeface="Segoe UI"/>
                <a:ea typeface="Segoe UI"/>
                <a:cs typeface="Segoe UI"/>
              </a:rPr>
              <a:t>BIOPULSE</a:t>
            </a:r>
          </a:p>
        </p:txBody>
      </p:sp>
      <p:sp>
        <p:nvSpPr>
          <p:cNvPr id="2" name="section">
            <a:extLst xmlns:a="http://schemas.openxmlformats.org/drawingml/2006/main">
              <a:ext uri="{FF2B5EF4-FFF2-40B4-BE49-F238E27FC236}">
                <a16:creationId xmlns:a16="http://schemas.microsoft.com/office/drawing/2014/main" id="{56259B82-A2EE-4725-B4F9-89644148C5E7}"/>
              </a:ext>
            </a:extLst>
          </p:cNvPr>
          <p:cNvSpPr>
            <a:spLocks xmlns:a="http://schemas.openxmlformats.org/drawingml/2006/main" noGrp="1"/>
          </p:cNvSpPr>
          <p:nvPr/>
        </p:nvSpPr>
        <p:spPr>
          <a:xfrm xmlns:a="http://schemas.openxmlformats.org/drawingml/2006/main">
            <a:off x="8620125" y="2857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708177"/>
                </a:solidFill>
                <a:latin typeface="Segoe UI"/>
                <a:ea typeface="Segoe UI"/>
                <a:cs typeface="Segoe UI"/>
              </a:defRPr>
            </a:defPPr>
          </a:lstStyle>
          <a:p xmlns:a="http://schemas.openxmlformats.org/drawingml/2006/main">
            <a:pPr algn="r">
              <a:lnSpc>
                <a:spcPct val="102000"/>
              </a:lnSpc>
              <a:buNone/>
              <a:defRPr sz="975" b="1">
                <a:solidFill>
                  <a:srgbClr val="708177"/>
                </a:solidFill>
                <a:latin typeface="Segoe UI"/>
                <a:ea typeface="Segoe UI"/>
                <a:cs typeface="Segoe UI"/>
              </a:defRPr>
            </a:pPr>
            <a:r>
              <a:rPr sz="975" b="1">
                <a:solidFill>
                  <a:srgbClr val="708177"/>
                </a:solidFill>
                <a:latin typeface="Segoe UI"/>
                <a:ea typeface="Segoe UI"/>
                <a:cs typeface="Segoe UI"/>
              </a:rPr>
              <a:t>SIGUIENTE ETAPA</a:t>
            </a:r>
          </a:p>
        </p:txBody>
      </p:sp>
      <p:sp>
        <p:nvSpPr>
          <p:cNvPr id="3" name="">
            <a:extLst xmlns:a="http://schemas.openxmlformats.org/drawingml/2006/main">
              <a:ext uri="{FF2B5EF4-FFF2-40B4-BE49-F238E27FC236}">
                <a16:creationId xmlns:a16="http://schemas.microsoft.com/office/drawing/2014/main" id="{6780EC5A-5039-4064-B83A-85BA5F7E1E8B}"/>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26362E"/>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D4442048-97EC-40CC-B40F-FDBB94FAF155}"/>
              </a:ext>
            </a:extLst>
          </p:cNvPr>
          <p:cNvSpPr>
            <a:spLocks xmlns:a="http://schemas.openxmlformats.org/drawingml/2006/main" noGrp="1"/>
          </p:cNvSpPr>
          <p:nvPr/>
        </p:nvSpPr>
        <p:spPr>
          <a:xfrm xmlns:a="http://schemas.openxmlformats.org/drawingml/2006/main">
            <a:off x="685800" y="64865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a:solidFill>
                  <a:srgbClr val="708177"/>
                </a:solidFill>
                <a:latin typeface="Segoe UI"/>
                <a:ea typeface="Segoe UI"/>
                <a:cs typeface="Segoe UI"/>
              </a:defRPr>
            </a:defPPr>
          </a:lstStyle>
          <a:p xmlns:a="http://schemas.openxmlformats.org/drawingml/2006/main">
            <a:pPr algn="l">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BIOPULSE 2.0  •  PITCH DE INVERSIÓN  •  OCT 2026</a:t>
            </a:r>
          </a:p>
        </p:txBody>
      </p:sp>
      <p:sp>
        <p:nvSpPr>
          <p:cNvPr id="5" name="footer-page">
            <a:extLst xmlns:a="http://schemas.openxmlformats.org/drawingml/2006/main">
              <a:ext uri="{FF2B5EF4-FFF2-40B4-BE49-F238E27FC236}">
                <a16:creationId xmlns:a16="http://schemas.microsoft.com/office/drawing/2014/main" id="{AFA762FA-4630-402D-AAC5-224A87F267DC}"/>
              </a:ext>
            </a:extLst>
          </p:cNvPr>
          <p:cNvSpPr>
            <a:spLocks xmlns:a="http://schemas.openxmlformats.org/drawingml/2006/main" noGrp="1"/>
          </p:cNvSpPr>
          <p:nvPr/>
        </p:nvSpPr>
        <p:spPr>
          <a:xfrm xmlns:a="http://schemas.openxmlformats.org/drawingml/2006/main">
            <a:off x="10572750" y="6486525"/>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708177"/>
                </a:solidFill>
                <a:latin typeface="Segoe UI"/>
                <a:ea typeface="Segoe UI"/>
                <a:cs typeface="Segoe UI"/>
              </a:defRPr>
            </a:defPPr>
          </a:lstStyle>
          <a:p xmlns:a="http://schemas.openxmlformats.org/drawingml/2006/main">
            <a:pPr algn="r">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10 / 11</a:t>
            </a:r>
          </a:p>
        </p:txBody>
      </p:sp>
      <p:sp>
        <p:nvSpPr>
          <p:cNvPr id="6" name="s10-kicker">
            <a:extLst xmlns:a="http://schemas.openxmlformats.org/drawingml/2006/main">
              <a:ext uri="{FF2B5EF4-FFF2-40B4-BE49-F238E27FC236}">
                <a16:creationId xmlns:a16="http://schemas.microsoft.com/office/drawing/2014/main" id="{69B89E66-DA17-49E6-B05C-3ABE046267E6}"/>
              </a:ext>
            </a:extLst>
          </p:cNvPr>
          <p:cNvSpPr>
            <a:spLocks xmlns:a="http://schemas.openxmlformats.org/drawingml/2006/main" noGrp="1"/>
          </p:cNvSpPr>
          <p:nvPr/>
        </p:nvSpPr>
        <p:spPr>
          <a:xfrm xmlns:a="http://schemas.openxmlformats.org/drawingml/2006/main">
            <a:off x="685800" y="81915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D0F36A"/>
                </a:solidFill>
                <a:latin typeface="Segoe UI"/>
                <a:ea typeface="Segoe UI"/>
                <a:cs typeface="Segoe UI"/>
              </a:defRPr>
            </a:defPPr>
          </a:lstStyle>
          <a:p xmlns:a="http://schemas.openxmlformats.org/drawingml/2006/main">
            <a:pPr algn="l">
              <a:lnSpc>
                <a:spcPct val="102000"/>
              </a:lnSpc>
              <a:buNone/>
              <a:defRPr sz="1050" b="1">
                <a:solidFill>
                  <a:srgbClr val="D0F36A"/>
                </a:solidFill>
                <a:latin typeface="Segoe UI"/>
                <a:ea typeface="Segoe UI"/>
                <a:cs typeface="Segoe UI"/>
              </a:defRPr>
            </a:pPr>
            <a:r>
              <a:rPr sz="1050" b="1">
                <a:solidFill>
                  <a:srgbClr val="D0F36A"/>
                </a:solidFill>
                <a:latin typeface="Segoe UI"/>
                <a:ea typeface="Segoe UI"/>
                <a:cs typeface="Segoe UI"/>
              </a:rPr>
              <a:t>EL CAPITAL ACELERA LA VALIDACIÓN</a:t>
            </a:r>
          </a:p>
        </p:txBody>
      </p:sp>
      <p:sp>
        <p:nvSpPr>
          <p:cNvPr id="7" name="s10-title">
            <a:extLst xmlns:a="http://schemas.openxmlformats.org/drawingml/2006/main">
              <a:ext uri="{FF2B5EF4-FFF2-40B4-BE49-F238E27FC236}">
                <a16:creationId xmlns:a16="http://schemas.microsoft.com/office/drawing/2014/main" id="{23561FF2-21CB-4A38-9E1C-B9CAD228533F}"/>
              </a:ext>
            </a:extLst>
          </p:cNvPr>
          <p:cNvSpPr>
            <a:spLocks xmlns:a="http://schemas.openxmlformats.org/drawingml/2006/main" noGrp="1"/>
          </p:cNvSpPr>
          <p:nvPr/>
        </p:nvSpPr>
        <p:spPr>
          <a:xfrm xmlns:a="http://schemas.openxmlformats.org/drawingml/2006/main">
            <a:off x="685800" y="1219200"/>
            <a:ext cx="9525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450" b="1">
                <a:solidFill>
                  <a:srgbClr val="F4F7F2"/>
                </a:solidFill>
                <a:latin typeface="Segoe UI"/>
                <a:ea typeface="Segoe UI"/>
                <a:cs typeface="Segoe UI"/>
              </a:defRPr>
            </a:defPPr>
          </a:lstStyle>
          <a:p xmlns:a="http://schemas.openxmlformats.org/drawingml/2006/main">
            <a:pPr algn="l">
              <a:lnSpc>
                <a:spcPct val="102000"/>
              </a:lnSpc>
              <a:buNone/>
              <a:defRPr sz="3450" b="1">
                <a:solidFill>
                  <a:srgbClr val="F4F7F2"/>
                </a:solidFill>
                <a:latin typeface="Segoe UI"/>
                <a:ea typeface="Segoe UI"/>
                <a:cs typeface="Segoe UI"/>
              </a:defRPr>
            </a:pPr>
            <a:r>
              <a:rPr sz="3450" b="1">
                <a:solidFill>
                  <a:srgbClr val="F4F7F2"/>
                </a:solidFill>
                <a:latin typeface="Segoe UI"/>
                <a:ea typeface="Segoe UI"/>
                <a:cs typeface="Segoe UI"/>
              </a:rPr>
              <a:t>Tres hitos para ganar evidencia.</a:t>
            </a:r>
          </a:p>
        </p:txBody>
      </p:sp>
      <p:sp>
        <p:nvSpPr>
          <p:cNvPr id="8" name="s10-step-0">
            <a:extLst xmlns:a="http://schemas.openxmlformats.org/drawingml/2006/main">
              <a:ext uri="{FF2B5EF4-FFF2-40B4-BE49-F238E27FC236}">
                <a16:creationId xmlns:a16="http://schemas.microsoft.com/office/drawing/2014/main" id="{9C178979-6169-4CDB-955E-7C986A5EAC47}"/>
              </a:ext>
            </a:extLst>
          </p:cNvPr>
          <p:cNvSpPr>
            <a:spLocks xmlns:a="http://schemas.openxmlformats.org/drawingml/2006/main" noGrp="1"/>
          </p:cNvSpPr>
          <p:nvPr/>
        </p:nvSpPr>
        <p:spPr>
          <a:xfrm xmlns:a="http://schemas.openxmlformats.org/drawingml/2006/main">
            <a:off x="685800" y="2409825"/>
            <a:ext cx="2857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F1B96A"/>
                </a:solidFill>
                <a:latin typeface="Segoe UI"/>
                <a:ea typeface="Segoe UI"/>
                <a:cs typeface="Segoe UI"/>
              </a:defRPr>
            </a:defPPr>
          </a:lstStyle>
          <a:p xmlns:a="http://schemas.openxmlformats.org/drawingml/2006/main">
            <a:pPr algn="l">
              <a:lnSpc>
                <a:spcPct val="102000"/>
              </a:lnSpc>
              <a:buNone/>
              <a:defRPr sz="1125" b="1">
                <a:solidFill>
                  <a:srgbClr val="F1B96A"/>
                </a:solidFill>
                <a:latin typeface="Segoe UI"/>
                <a:ea typeface="Segoe UI"/>
                <a:cs typeface="Segoe UI"/>
              </a:defRPr>
            </a:pPr>
            <a:r>
              <a:rPr sz="1125" b="1">
                <a:solidFill>
                  <a:srgbClr val="F1B96A"/>
                </a:solidFill>
                <a:latin typeface="Segoe UI"/>
                <a:ea typeface="Segoe UI"/>
                <a:cs typeface="Segoe UI"/>
              </a:rPr>
              <a:t>AHORA</a:t>
            </a:r>
          </a:p>
        </p:txBody>
      </p:sp>
      <p:sp>
        <p:nvSpPr>
          <p:cNvPr id="9" name="">
            <a:extLst xmlns:a="http://schemas.openxmlformats.org/drawingml/2006/main">
              <a:ext uri="{FF2B5EF4-FFF2-40B4-BE49-F238E27FC236}">
                <a16:creationId xmlns:a16="http://schemas.microsoft.com/office/drawing/2014/main" id="{F3A94CD8-44E0-4851-AE22-125FD2B149C2}"/>
              </a:ext>
            </a:extLst>
          </p:cNvPr>
          <p:cNvSpPr>
            <a:spLocks xmlns:a="http://schemas.openxmlformats.org/drawingml/2006/main" noGrp="1"/>
          </p:cNvSpPr>
          <p:nvPr/>
        </p:nvSpPr>
        <p:spPr>
          <a:xfrm xmlns:a="http://schemas.openxmlformats.org/drawingml/2006/main">
            <a:off x="685800" y="2790825"/>
            <a:ext cx="3048000" cy="28575"/>
          </a:xfrm>
          <a:prstGeom xmlns:a="http://schemas.openxmlformats.org/drawingml/2006/main" prst="rect">
            <a:avLst/>
          </a:prstGeom>
          <a:solidFill xmlns:a="http://schemas.openxmlformats.org/drawingml/2006/main">
            <a:srgbClr val="F1B96A"/>
          </a:solidFill>
          <a:ln xmlns:a="http://schemas.openxmlformats.org/drawingml/2006/main" w="0">
            <a:noFill/>
            <a:prstDash val="solid"/>
          </a:ln>
        </p:spPr>
      </p:sp>
      <p:sp>
        <p:nvSpPr>
          <p:cNvPr id="10" name="s10-head-0">
            <a:extLst xmlns:a="http://schemas.openxmlformats.org/drawingml/2006/main">
              <a:ext uri="{FF2B5EF4-FFF2-40B4-BE49-F238E27FC236}">
                <a16:creationId xmlns:a16="http://schemas.microsoft.com/office/drawing/2014/main" id="{13BB0135-A72F-4C7A-A95B-E2521721478B}"/>
              </a:ext>
            </a:extLst>
          </p:cNvPr>
          <p:cNvSpPr>
            <a:spLocks xmlns:a="http://schemas.openxmlformats.org/drawingml/2006/main" noGrp="1"/>
          </p:cNvSpPr>
          <p:nvPr/>
        </p:nvSpPr>
        <p:spPr>
          <a:xfrm xmlns:a="http://schemas.openxmlformats.org/drawingml/2006/main">
            <a:off x="685800" y="309562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4F7F2"/>
                </a:solidFill>
                <a:latin typeface="Segoe UI"/>
                <a:ea typeface="Segoe UI"/>
                <a:cs typeface="Segoe UI"/>
              </a:defRPr>
            </a:defPPr>
          </a:lstStyle>
          <a:p xmlns:a="http://schemas.openxmlformats.org/drawingml/2006/main">
            <a:pPr algn="l">
              <a:lnSpc>
                <a:spcPct val="102000"/>
              </a:lnSpc>
              <a:buNone/>
              <a:defRPr sz="1875" b="1">
                <a:solidFill>
                  <a:srgbClr val="F4F7F2"/>
                </a:solidFill>
                <a:latin typeface="Segoe UI"/>
                <a:ea typeface="Segoe UI"/>
                <a:cs typeface="Segoe UI"/>
              </a:defRPr>
            </a:pPr>
            <a:r>
              <a:rPr sz="1875" b="1">
                <a:solidFill>
                  <a:srgbClr val="F4F7F2"/>
                </a:solidFill>
                <a:latin typeface="Segoe UI"/>
                <a:ea typeface="Segoe UI"/>
                <a:cs typeface="Segoe UI"/>
              </a:rPr>
              <a:t>Cerrar el MVP</a:t>
            </a:r>
          </a:p>
        </p:txBody>
      </p:sp>
      <p:sp>
        <p:nvSpPr>
          <p:cNvPr id="11" name="s10-body-0">
            <a:extLst xmlns:a="http://schemas.openxmlformats.org/drawingml/2006/main">
              <a:ext uri="{FF2B5EF4-FFF2-40B4-BE49-F238E27FC236}">
                <a16:creationId xmlns:a16="http://schemas.microsoft.com/office/drawing/2014/main" id="{B55C7A67-C078-40DA-A393-DAF628654590}"/>
              </a:ext>
            </a:extLst>
          </p:cNvPr>
          <p:cNvSpPr>
            <a:spLocks xmlns:a="http://schemas.openxmlformats.org/drawingml/2006/main" noGrp="1"/>
          </p:cNvSpPr>
          <p:nvPr/>
        </p:nvSpPr>
        <p:spPr>
          <a:xfrm xmlns:a="http://schemas.openxmlformats.org/drawingml/2006/main">
            <a:off x="685800" y="3714750"/>
            <a:ext cx="31432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A9B7AD"/>
                </a:solidFill>
                <a:latin typeface="Segoe UI"/>
                <a:ea typeface="Segoe UI"/>
                <a:cs typeface="Segoe UI"/>
              </a:defRPr>
            </a:defPPr>
          </a:lstStyle>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Compilar y probar en Xcode,</a:t>
            </a:r>
          </a:p>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validar permisos, datos reales,</a:t>
            </a:r>
          </a:p>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accesibilidad y errores.</a:t>
            </a:r>
          </a:p>
        </p:txBody>
      </p:sp>
      <p:sp>
        <p:nvSpPr>
          <p:cNvPr id="12" name="">
            <a:extLst xmlns:a="http://schemas.openxmlformats.org/drawingml/2006/main">
              <a:ext uri="{FF2B5EF4-FFF2-40B4-BE49-F238E27FC236}">
                <a16:creationId xmlns:a16="http://schemas.microsoft.com/office/drawing/2014/main" id="{7EC07A24-8299-49F1-A1D9-7E95DDFE5270}"/>
              </a:ext>
            </a:extLst>
          </p:cNvPr>
          <p:cNvSpPr>
            <a:spLocks xmlns:a="http://schemas.openxmlformats.org/drawingml/2006/main" noGrp="1"/>
          </p:cNvSpPr>
          <p:nvPr/>
        </p:nvSpPr>
        <p:spPr>
          <a:xfrm xmlns:a="http://schemas.openxmlformats.org/drawingml/2006/main">
            <a:off x="685800" y="4781550"/>
            <a:ext cx="2095500" cy="285750"/>
          </a:xfrm>
          <a:prstGeom xmlns:a="http://schemas.openxmlformats.org/drawingml/2006/main" prst="roundRect">
            <a:avLst>
              <a:gd name="adj" fmla="val 50000"/>
            </a:avLst>
          </a:prstGeom>
          <a:solidFill xmlns:a="http://schemas.openxmlformats.org/drawingml/2006/main">
            <a:srgbClr val="14231D"/>
          </a:solidFill>
          <a:ln xmlns:a="http://schemas.openxmlformats.org/drawingml/2006/main" w="9525">
            <a:solidFill>
              <a:srgbClr val="F1B96A">
                <a:alpha val="43922"/>
              </a:srgbClr>
            </a:solidFill>
            <a:prstDash val="solid"/>
          </a:ln>
        </p:spPr>
      </p:sp>
      <p:sp>
        <p:nvSpPr>
          <p:cNvPr id="13" name="label-trabajo pend">
            <a:extLst xmlns:a="http://schemas.openxmlformats.org/drawingml/2006/main">
              <a:ext uri="{FF2B5EF4-FFF2-40B4-BE49-F238E27FC236}">
                <a16:creationId xmlns:a16="http://schemas.microsoft.com/office/drawing/2014/main" id="{8BFBF26E-16CB-4476-A973-918E2F94A0D6}"/>
              </a:ext>
            </a:extLst>
          </p:cNvPr>
          <p:cNvSpPr>
            <a:spLocks xmlns:a="http://schemas.openxmlformats.org/drawingml/2006/main" noGrp="1"/>
          </p:cNvSpPr>
          <p:nvPr/>
        </p:nvSpPr>
        <p:spPr>
          <a:xfrm xmlns:a="http://schemas.openxmlformats.org/drawingml/2006/main">
            <a:off x="800100" y="4791075"/>
            <a:ext cx="18669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F1B96A"/>
                </a:solidFill>
                <a:latin typeface="Segoe UI"/>
                <a:ea typeface="Segoe UI"/>
                <a:cs typeface="Segoe UI"/>
              </a:defRPr>
            </a:defPPr>
          </a:lstStyle>
          <a:p xmlns:a="http://schemas.openxmlformats.org/drawingml/2006/main">
            <a:pPr algn="l">
              <a:lnSpc>
                <a:spcPct val="102000"/>
              </a:lnSpc>
              <a:buNone/>
              <a:defRPr sz="975" b="1">
                <a:solidFill>
                  <a:srgbClr val="F1B96A"/>
                </a:solidFill>
                <a:latin typeface="Segoe UI"/>
                <a:ea typeface="Segoe UI"/>
                <a:cs typeface="Segoe UI"/>
              </a:defRPr>
            </a:pPr>
            <a:r>
              <a:rPr sz="975" b="1">
                <a:solidFill>
                  <a:srgbClr val="F1B96A"/>
                </a:solidFill>
                <a:latin typeface="Segoe UI"/>
                <a:ea typeface="Segoe UI"/>
                <a:cs typeface="Segoe UI"/>
              </a:rPr>
              <a:t>TRABAJO PENDIENTE</a:t>
            </a:r>
          </a:p>
        </p:txBody>
      </p:sp>
      <p:sp>
        <p:nvSpPr>
          <p:cNvPr id="14" name="s10-step-1">
            <a:extLst xmlns:a="http://schemas.openxmlformats.org/drawingml/2006/main">
              <a:ext uri="{FF2B5EF4-FFF2-40B4-BE49-F238E27FC236}">
                <a16:creationId xmlns:a16="http://schemas.microsoft.com/office/drawing/2014/main" id="{01A612F9-8980-4DCC-A3CC-6434801ADFF8}"/>
              </a:ext>
            </a:extLst>
          </p:cNvPr>
          <p:cNvSpPr>
            <a:spLocks xmlns:a="http://schemas.openxmlformats.org/drawingml/2006/main" noGrp="1"/>
          </p:cNvSpPr>
          <p:nvPr/>
        </p:nvSpPr>
        <p:spPr>
          <a:xfrm xmlns:a="http://schemas.openxmlformats.org/drawingml/2006/main">
            <a:off x="4495800" y="2409825"/>
            <a:ext cx="2857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4E2C7"/>
                </a:solidFill>
                <a:latin typeface="Segoe UI"/>
                <a:ea typeface="Segoe UI"/>
                <a:cs typeface="Segoe UI"/>
              </a:defRPr>
            </a:defPPr>
          </a:lstStyle>
          <a:p xmlns:a="http://schemas.openxmlformats.org/drawingml/2006/main">
            <a:pPr algn="l">
              <a:lnSpc>
                <a:spcPct val="102000"/>
              </a:lnSpc>
              <a:buNone/>
              <a:defRPr sz="1125" b="1">
                <a:solidFill>
                  <a:srgbClr val="74E2C7"/>
                </a:solidFill>
                <a:latin typeface="Segoe UI"/>
                <a:ea typeface="Segoe UI"/>
                <a:cs typeface="Segoe UI"/>
              </a:defRPr>
            </a:pPr>
            <a:r>
              <a:rPr sz="1125" b="1">
                <a:solidFill>
                  <a:srgbClr val="74E2C7"/>
                </a:solidFill>
                <a:latin typeface="Segoe UI"/>
                <a:ea typeface="Segoe UI"/>
                <a:cs typeface="Segoe UI"/>
              </a:rPr>
              <a:t>SIGUIENTE</a:t>
            </a:r>
          </a:p>
        </p:txBody>
      </p:sp>
      <p:sp>
        <p:nvSpPr>
          <p:cNvPr id="15" name="">
            <a:extLst xmlns:a="http://schemas.openxmlformats.org/drawingml/2006/main">
              <a:ext uri="{FF2B5EF4-FFF2-40B4-BE49-F238E27FC236}">
                <a16:creationId xmlns:a16="http://schemas.microsoft.com/office/drawing/2014/main" id="{0C9EC332-32CA-4B10-A33B-356C16F9108D}"/>
              </a:ext>
            </a:extLst>
          </p:cNvPr>
          <p:cNvSpPr>
            <a:spLocks xmlns:a="http://schemas.openxmlformats.org/drawingml/2006/main" noGrp="1"/>
          </p:cNvSpPr>
          <p:nvPr/>
        </p:nvSpPr>
        <p:spPr>
          <a:xfrm xmlns:a="http://schemas.openxmlformats.org/drawingml/2006/main">
            <a:off x="4495800" y="2790825"/>
            <a:ext cx="3048000" cy="28575"/>
          </a:xfrm>
          <a:prstGeom xmlns:a="http://schemas.openxmlformats.org/drawingml/2006/main" prst="rect">
            <a:avLst/>
          </a:prstGeom>
          <a:solidFill xmlns:a="http://schemas.openxmlformats.org/drawingml/2006/main">
            <a:srgbClr val="74E2C7"/>
          </a:solidFill>
          <a:ln xmlns:a="http://schemas.openxmlformats.org/drawingml/2006/main" w="0">
            <a:noFill/>
            <a:prstDash val="solid"/>
          </a:ln>
        </p:spPr>
      </p:sp>
      <p:sp>
        <p:nvSpPr>
          <p:cNvPr id="16" name="s10-head-1">
            <a:extLst xmlns:a="http://schemas.openxmlformats.org/drawingml/2006/main">
              <a:ext uri="{FF2B5EF4-FFF2-40B4-BE49-F238E27FC236}">
                <a16:creationId xmlns:a16="http://schemas.microsoft.com/office/drawing/2014/main" id="{827A1D8B-8F59-45FB-BBDF-DDF3863200A7}"/>
              </a:ext>
            </a:extLst>
          </p:cNvPr>
          <p:cNvSpPr>
            <a:spLocks xmlns:a="http://schemas.openxmlformats.org/drawingml/2006/main" noGrp="1"/>
          </p:cNvSpPr>
          <p:nvPr/>
        </p:nvSpPr>
        <p:spPr>
          <a:xfrm xmlns:a="http://schemas.openxmlformats.org/drawingml/2006/main">
            <a:off x="4495800" y="309562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4F7F2"/>
                </a:solidFill>
                <a:latin typeface="Segoe UI"/>
                <a:ea typeface="Segoe UI"/>
                <a:cs typeface="Segoe UI"/>
              </a:defRPr>
            </a:defPPr>
          </a:lstStyle>
          <a:p xmlns:a="http://schemas.openxmlformats.org/drawingml/2006/main">
            <a:pPr algn="l">
              <a:lnSpc>
                <a:spcPct val="102000"/>
              </a:lnSpc>
              <a:buNone/>
              <a:defRPr sz="1875" b="1">
                <a:solidFill>
                  <a:srgbClr val="F4F7F2"/>
                </a:solidFill>
                <a:latin typeface="Segoe UI"/>
                <a:ea typeface="Segoe UI"/>
                <a:cs typeface="Segoe UI"/>
              </a:defRPr>
            </a:pPr>
            <a:r>
              <a:rPr sz="1875" b="1">
                <a:solidFill>
                  <a:srgbClr val="F4F7F2"/>
                </a:solidFill>
                <a:latin typeface="Segoe UI"/>
                <a:ea typeface="Segoe UI"/>
                <a:cs typeface="Segoe UI"/>
              </a:rPr>
              <a:t>Piloto controlado</a:t>
            </a:r>
          </a:p>
        </p:txBody>
      </p:sp>
      <p:sp>
        <p:nvSpPr>
          <p:cNvPr id="17" name="s10-body-1">
            <a:extLst xmlns:a="http://schemas.openxmlformats.org/drawingml/2006/main">
              <a:ext uri="{FF2B5EF4-FFF2-40B4-BE49-F238E27FC236}">
                <a16:creationId xmlns:a16="http://schemas.microsoft.com/office/drawing/2014/main" id="{009E546F-32D4-4F4E-8FB2-FB13F976962E}"/>
              </a:ext>
            </a:extLst>
          </p:cNvPr>
          <p:cNvSpPr>
            <a:spLocks xmlns:a="http://schemas.openxmlformats.org/drawingml/2006/main" noGrp="1"/>
          </p:cNvSpPr>
          <p:nvPr/>
        </p:nvSpPr>
        <p:spPr>
          <a:xfrm xmlns:a="http://schemas.openxmlformats.org/drawingml/2006/main">
            <a:off x="4495800" y="3714750"/>
            <a:ext cx="31432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A9B7AD"/>
                </a:solidFill>
                <a:latin typeface="Segoe UI"/>
                <a:ea typeface="Segoe UI"/>
                <a:cs typeface="Segoe UI"/>
              </a:defRPr>
            </a:defPPr>
          </a:lstStyle>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Observar uso, comprensión,</a:t>
            </a:r>
          </a:p>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confianza y utilidad con</a:t>
            </a:r>
          </a:p>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usuarios del segmento inicial.</a:t>
            </a:r>
          </a:p>
        </p:txBody>
      </p:sp>
      <p:sp>
        <p:nvSpPr>
          <p:cNvPr id="18" name="">
            <a:extLst xmlns:a="http://schemas.openxmlformats.org/drawingml/2006/main">
              <a:ext uri="{FF2B5EF4-FFF2-40B4-BE49-F238E27FC236}">
                <a16:creationId xmlns:a16="http://schemas.microsoft.com/office/drawing/2014/main" id="{F2C1F022-7B4D-4631-B7DD-FD020E90B7CB}"/>
              </a:ext>
            </a:extLst>
          </p:cNvPr>
          <p:cNvSpPr>
            <a:spLocks xmlns:a="http://schemas.openxmlformats.org/drawingml/2006/main" noGrp="1"/>
          </p:cNvSpPr>
          <p:nvPr/>
        </p:nvSpPr>
        <p:spPr>
          <a:xfrm xmlns:a="http://schemas.openxmlformats.org/drawingml/2006/main">
            <a:off x="4495800" y="4781550"/>
            <a:ext cx="2095500" cy="285750"/>
          </a:xfrm>
          <a:prstGeom xmlns:a="http://schemas.openxmlformats.org/drawingml/2006/main" prst="roundRect">
            <a:avLst>
              <a:gd name="adj" fmla="val 50000"/>
            </a:avLst>
          </a:prstGeom>
          <a:solidFill xmlns:a="http://schemas.openxmlformats.org/drawingml/2006/main">
            <a:srgbClr val="14231D"/>
          </a:solidFill>
          <a:ln xmlns:a="http://schemas.openxmlformats.org/drawingml/2006/main" w="9525">
            <a:solidFill>
              <a:srgbClr val="74E2C7">
                <a:alpha val="43922"/>
              </a:srgbClr>
            </a:solidFill>
            <a:prstDash val="solid"/>
          </a:ln>
        </p:spPr>
      </p:sp>
      <p:sp>
        <p:nvSpPr>
          <p:cNvPr id="19" name="label-meta propues">
            <a:extLst xmlns:a="http://schemas.openxmlformats.org/drawingml/2006/main">
              <a:ext uri="{FF2B5EF4-FFF2-40B4-BE49-F238E27FC236}">
                <a16:creationId xmlns:a16="http://schemas.microsoft.com/office/drawing/2014/main" id="{54B05DDF-C24B-4622-8E09-FBE76FE48324}"/>
              </a:ext>
            </a:extLst>
          </p:cNvPr>
          <p:cNvSpPr>
            <a:spLocks xmlns:a="http://schemas.openxmlformats.org/drawingml/2006/main" noGrp="1"/>
          </p:cNvSpPr>
          <p:nvPr/>
        </p:nvSpPr>
        <p:spPr>
          <a:xfrm xmlns:a="http://schemas.openxmlformats.org/drawingml/2006/main">
            <a:off x="4610100" y="4791075"/>
            <a:ext cx="18669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74E2C7"/>
                </a:solidFill>
                <a:latin typeface="Segoe UI"/>
                <a:ea typeface="Segoe UI"/>
                <a:cs typeface="Segoe UI"/>
              </a:defRPr>
            </a:defPPr>
          </a:lstStyle>
          <a:p xmlns:a="http://schemas.openxmlformats.org/drawingml/2006/main">
            <a:pPr algn="l">
              <a:lnSpc>
                <a:spcPct val="102000"/>
              </a:lnSpc>
              <a:buNone/>
              <a:defRPr sz="975" b="1">
                <a:solidFill>
                  <a:srgbClr val="74E2C7"/>
                </a:solidFill>
                <a:latin typeface="Segoe UI"/>
                <a:ea typeface="Segoe UI"/>
                <a:cs typeface="Segoe UI"/>
              </a:defRPr>
            </a:pPr>
            <a:r>
              <a:rPr sz="975" b="1">
                <a:solidFill>
                  <a:srgbClr val="74E2C7"/>
                </a:solidFill>
                <a:latin typeface="Segoe UI"/>
                <a:ea typeface="Segoe UI"/>
                <a:cs typeface="Segoe UI"/>
              </a:rPr>
              <a:t>META PROPUESTA</a:t>
            </a:r>
          </a:p>
        </p:txBody>
      </p:sp>
      <p:sp>
        <p:nvSpPr>
          <p:cNvPr id="20" name="s10-step-2">
            <a:extLst xmlns:a="http://schemas.openxmlformats.org/drawingml/2006/main">
              <a:ext uri="{FF2B5EF4-FFF2-40B4-BE49-F238E27FC236}">
                <a16:creationId xmlns:a16="http://schemas.microsoft.com/office/drawing/2014/main" id="{E233F194-92C8-4366-8719-32D97722929C}"/>
              </a:ext>
            </a:extLst>
          </p:cNvPr>
          <p:cNvSpPr>
            <a:spLocks xmlns:a="http://schemas.openxmlformats.org/drawingml/2006/main" noGrp="1"/>
          </p:cNvSpPr>
          <p:nvPr/>
        </p:nvSpPr>
        <p:spPr>
          <a:xfrm xmlns:a="http://schemas.openxmlformats.org/drawingml/2006/main">
            <a:off x="8305800" y="2409825"/>
            <a:ext cx="2857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D0F36A"/>
                </a:solidFill>
                <a:latin typeface="Segoe UI"/>
                <a:ea typeface="Segoe UI"/>
                <a:cs typeface="Segoe UI"/>
              </a:defRPr>
            </a:defPPr>
          </a:lstStyle>
          <a:p xmlns:a="http://schemas.openxmlformats.org/drawingml/2006/main">
            <a:pPr algn="l">
              <a:lnSpc>
                <a:spcPct val="102000"/>
              </a:lnSpc>
              <a:buNone/>
              <a:defRPr sz="1125" b="1">
                <a:solidFill>
                  <a:srgbClr val="D0F36A"/>
                </a:solidFill>
                <a:latin typeface="Segoe UI"/>
                <a:ea typeface="Segoe UI"/>
                <a:cs typeface="Segoe UI"/>
              </a:defRPr>
            </a:pPr>
            <a:r>
              <a:rPr sz="1125" b="1">
                <a:solidFill>
                  <a:srgbClr val="D0F36A"/>
                </a:solidFill>
                <a:latin typeface="Segoe UI"/>
                <a:ea typeface="Segoe UI"/>
                <a:cs typeface="Segoe UI"/>
              </a:rPr>
              <a:t>DESPUÉS</a:t>
            </a:r>
          </a:p>
        </p:txBody>
      </p:sp>
      <p:sp>
        <p:nvSpPr>
          <p:cNvPr id="21" name="">
            <a:extLst xmlns:a="http://schemas.openxmlformats.org/drawingml/2006/main">
              <a:ext uri="{FF2B5EF4-FFF2-40B4-BE49-F238E27FC236}">
                <a16:creationId xmlns:a16="http://schemas.microsoft.com/office/drawing/2014/main" id="{97537BF7-C3DD-445B-95E1-3DF3437D2A72}"/>
              </a:ext>
            </a:extLst>
          </p:cNvPr>
          <p:cNvSpPr>
            <a:spLocks xmlns:a="http://schemas.openxmlformats.org/drawingml/2006/main" noGrp="1"/>
          </p:cNvSpPr>
          <p:nvPr/>
        </p:nvSpPr>
        <p:spPr>
          <a:xfrm xmlns:a="http://schemas.openxmlformats.org/drawingml/2006/main">
            <a:off x="8305800" y="2790825"/>
            <a:ext cx="3048000" cy="28575"/>
          </a:xfrm>
          <a:prstGeom xmlns:a="http://schemas.openxmlformats.org/drawingml/2006/main" prst="rect">
            <a:avLst/>
          </a:prstGeom>
          <a:solidFill xmlns:a="http://schemas.openxmlformats.org/drawingml/2006/main">
            <a:srgbClr val="D0F36A"/>
          </a:solidFill>
          <a:ln xmlns:a="http://schemas.openxmlformats.org/drawingml/2006/main" w="0">
            <a:noFill/>
            <a:prstDash val="solid"/>
          </a:ln>
        </p:spPr>
      </p:sp>
      <p:sp>
        <p:nvSpPr>
          <p:cNvPr id="22" name="s10-head-2">
            <a:extLst xmlns:a="http://schemas.openxmlformats.org/drawingml/2006/main">
              <a:ext uri="{FF2B5EF4-FFF2-40B4-BE49-F238E27FC236}">
                <a16:creationId xmlns:a16="http://schemas.microsoft.com/office/drawing/2014/main" id="{04163C73-E0E9-4944-83FD-B8191537ED13}"/>
              </a:ext>
            </a:extLst>
          </p:cNvPr>
          <p:cNvSpPr>
            <a:spLocks xmlns:a="http://schemas.openxmlformats.org/drawingml/2006/main" noGrp="1"/>
          </p:cNvSpPr>
          <p:nvPr/>
        </p:nvSpPr>
        <p:spPr>
          <a:xfrm xmlns:a="http://schemas.openxmlformats.org/drawingml/2006/main">
            <a:off x="8305800" y="309562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4F7F2"/>
                </a:solidFill>
                <a:latin typeface="Segoe UI"/>
                <a:ea typeface="Segoe UI"/>
                <a:cs typeface="Segoe UI"/>
              </a:defRPr>
            </a:defPPr>
          </a:lstStyle>
          <a:p xmlns:a="http://schemas.openxmlformats.org/drawingml/2006/main">
            <a:pPr algn="l">
              <a:lnSpc>
                <a:spcPct val="102000"/>
              </a:lnSpc>
              <a:buNone/>
              <a:defRPr sz="1875" b="1">
                <a:solidFill>
                  <a:srgbClr val="F4F7F2"/>
                </a:solidFill>
                <a:latin typeface="Segoe UI"/>
                <a:ea typeface="Segoe UI"/>
                <a:cs typeface="Segoe UI"/>
              </a:defRPr>
            </a:pPr>
            <a:r>
              <a:rPr sz="1875" b="1">
                <a:solidFill>
                  <a:srgbClr val="F4F7F2"/>
                </a:solidFill>
                <a:latin typeface="Segoe UI"/>
                <a:ea typeface="Segoe UI"/>
                <a:cs typeface="Segoe UI"/>
              </a:rPr>
              <a:t>Decidir con datos</a:t>
            </a:r>
          </a:p>
        </p:txBody>
      </p:sp>
      <p:sp>
        <p:nvSpPr>
          <p:cNvPr id="23" name="s10-body-2">
            <a:extLst xmlns:a="http://schemas.openxmlformats.org/drawingml/2006/main">
              <a:ext uri="{FF2B5EF4-FFF2-40B4-BE49-F238E27FC236}">
                <a16:creationId xmlns:a16="http://schemas.microsoft.com/office/drawing/2014/main" id="{4D57E037-0F4E-4EA0-9075-902239269900}"/>
              </a:ext>
            </a:extLst>
          </p:cNvPr>
          <p:cNvSpPr>
            <a:spLocks xmlns:a="http://schemas.openxmlformats.org/drawingml/2006/main" noGrp="1"/>
          </p:cNvSpPr>
          <p:nvPr/>
        </p:nvSpPr>
        <p:spPr>
          <a:xfrm xmlns:a="http://schemas.openxmlformats.org/drawingml/2006/main">
            <a:off x="8305800" y="3714750"/>
            <a:ext cx="31432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A9B7AD"/>
                </a:solidFill>
                <a:latin typeface="Segoe UI"/>
                <a:ea typeface="Segoe UI"/>
                <a:cs typeface="Segoe UI"/>
              </a:defRPr>
            </a:defPPr>
          </a:lstStyle>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Revisar precio, retención,</a:t>
            </a:r>
          </a:p>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expansión y si algún modelo</a:t>
            </a:r>
          </a:p>
          <a:p xmlns:a="http://schemas.openxmlformats.org/drawingml/2006/main">
            <a:pPr algn="l">
              <a:lnSpc>
                <a:spcPct val="102000"/>
              </a:lnSpc>
              <a:buNone/>
              <a:defRPr sz="1350" b="0">
                <a:solidFill>
                  <a:srgbClr val="A9B7AD"/>
                </a:solidFill>
                <a:latin typeface="Segoe UI"/>
                <a:ea typeface="Segoe UI"/>
                <a:cs typeface="Segoe UI"/>
              </a:defRPr>
            </a:pPr>
            <a:r>
              <a:rPr sz="1350" b="0">
                <a:solidFill>
                  <a:srgbClr val="A9B7AD"/>
                </a:solidFill>
                <a:latin typeface="Segoe UI"/>
                <a:ea typeface="Segoe UI"/>
                <a:cs typeface="Segoe UI"/>
              </a:rPr>
              <a:t>ML merece avanzar.</a:t>
            </a:r>
          </a:p>
        </p:txBody>
      </p:sp>
      <p:sp>
        <p:nvSpPr>
          <p:cNvPr id="24" name="">
            <a:extLst xmlns:a="http://schemas.openxmlformats.org/drawingml/2006/main">
              <a:ext uri="{FF2B5EF4-FFF2-40B4-BE49-F238E27FC236}">
                <a16:creationId xmlns:a16="http://schemas.microsoft.com/office/drawing/2014/main" id="{53A10F06-215F-4322-A6E8-77C34E501EC7}"/>
              </a:ext>
            </a:extLst>
          </p:cNvPr>
          <p:cNvSpPr>
            <a:spLocks xmlns:a="http://schemas.openxmlformats.org/drawingml/2006/main" noGrp="1"/>
          </p:cNvSpPr>
          <p:nvPr/>
        </p:nvSpPr>
        <p:spPr>
          <a:xfrm xmlns:a="http://schemas.openxmlformats.org/drawingml/2006/main">
            <a:off x="8305800" y="4781550"/>
            <a:ext cx="2095500" cy="285750"/>
          </a:xfrm>
          <a:prstGeom xmlns:a="http://schemas.openxmlformats.org/drawingml/2006/main" prst="roundRect">
            <a:avLst>
              <a:gd name="adj" fmla="val 50000"/>
            </a:avLst>
          </a:prstGeom>
          <a:solidFill xmlns:a="http://schemas.openxmlformats.org/drawingml/2006/main">
            <a:srgbClr val="14231D"/>
          </a:solidFill>
          <a:ln xmlns:a="http://schemas.openxmlformats.org/drawingml/2006/main" w="9525">
            <a:solidFill>
              <a:srgbClr val="D0F36A">
                <a:alpha val="43922"/>
              </a:srgbClr>
            </a:solidFill>
            <a:prstDash val="solid"/>
          </a:ln>
        </p:spPr>
      </p:sp>
      <p:sp>
        <p:nvSpPr>
          <p:cNvPr id="25" name="label-meta propues">
            <a:extLst xmlns:a="http://schemas.openxmlformats.org/drawingml/2006/main">
              <a:ext uri="{FF2B5EF4-FFF2-40B4-BE49-F238E27FC236}">
                <a16:creationId xmlns:a16="http://schemas.microsoft.com/office/drawing/2014/main" id="{5ACBE22A-F5EB-4228-9F12-D2FF3A01F701}"/>
              </a:ext>
            </a:extLst>
          </p:cNvPr>
          <p:cNvSpPr>
            <a:spLocks xmlns:a="http://schemas.openxmlformats.org/drawingml/2006/main" noGrp="1"/>
          </p:cNvSpPr>
          <p:nvPr/>
        </p:nvSpPr>
        <p:spPr>
          <a:xfrm xmlns:a="http://schemas.openxmlformats.org/drawingml/2006/main">
            <a:off x="8420100" y="4791075"/>
            <a:ext cx="18669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D0F36A"/>
                </a:solidFill>
                <a:latin typeface="Segoe UI"/>
                <a:ea typeface="Segoe UI"/>
                <a:cs typeface="Segoe UI"/>
              </a:defRPr>
            </a:defPPr>
          </a:lstStyle>
          <a:p xmlns:a="http://schemas.openxmlformats.org/drawingml/2006/main">
            <a:pPr algn="l">
              <a:lnSpc>
                <a:spcPct val="102000"/>
              </a:lnSpc>
              <a:buNone/>
              <a:defRPr sz="975" b="1">
                <a:solidFill>
                  <a:srgbClr val="D0F36A"/>
                </a:solidFill>
                <a:latin typeface="Segoe UI"/>
                <a:ea typeface="Segoe UI"/>
                <a:cs typeface="Segoe UI"/>
              </a:defRPr>
            </a:pPr>
            <a:r>
              <a:rPr sz="975" b="1">
                <a:solidFill>
                  <a:srgbClr val="D0F36A"/>
                </a:solidFill>
                <a:latin typeface="Segoe UI"/>
                <a:ea typeface="Segoe UI"/>
                <a:cs typeface="Segoe UI"/>
              </a:rPr>
              <a:t>META PROPUESTA</a:t>
            </a:r>
          </a:p>
        </p:txBody>
      </p:sp>
      <p:sp>
        <p:nvSpPr>
          <p:cNvPr id="26" name="">
            <a:extLst xmlns:a="http://schemas.openxmlformats.org/drawingml/2006/main">
              <a:ext uri="{FF2B5EF4-FFF2-40B4-BE49-F238E27FC236}">
                <a16:creationId xmlns:a16="http://schemas.microsoft.com/office/drawing/2014/main" id="{14027F40-58A4-4E5A-9219-BDBB6DD30602}"/>
              </a:ext>
            </a:extLst>
          </p:cNvPr>
          <p:cNvSpPr>
            <a:spLocks xmlns:a="http://schemas.openxmlformats.org/drawingml/2006/main" noGrp="1"/>
          </p:cNvSpPr>
          <p:nvPr/>
        </p:nvSpPr>
        <p:spPr>
          <a:xfrm xmlns:a="http://schemas.openxmlformats.org/drawingml/2006/main">
            <a:off x="685800" y="5524500"/>
            <a:ext cx="10820400" cy="514350"/>
          </a:xfrm>
          <a:prstGeom xmlns:a="http://schemas.openxmlformats.org/drawingml/2006/main" prst="roundRect">
            <a:avLst>
              <a:gd name="adj" fmla="val 25926"/>
            </a:avLst>
          </a:prstGeom>
          <a:solidFill xmlns:a="http://schemas.openxmlformats.org/drawingml/2006/main">
            <a:srgbClr val="15231C"/>
          </a:solidFill>
          <a:ln xmlns:a="http://schemas.openxmlformats.org/drawingml/2006/main" w="9525">
            <a:solidFill>
              <a:srgbClr val="415740"/>
            </a:solidFill>
            <a:prstDash val="solid"/>
          </a:ln>
        </p:spPr>
      </p:sp>
      <p:sp>
        <p:nvSpPr>
          <p:cNvPr id="27" name="s10-funds">
            <a:extLst xmlns:a="http://schemas.openxmlformats.org/drawingml/2006/main">
              <a:ext uri="{FF2B5EF4-FFF2-40B4-BE49-F238E27FC236}">
                <a16:creationId xmlns:a16="http://schemas.microsoft.com/office/drawing/2014/main" id="{1FD40EDC-224F-4F3F-9437-1545CBBA6E4C}"/>
              </a:ext>
            </a:extLst>
          </p:cNvPr>
          <p:cNvSpPr>
            <a:spLocks xmlns:a="http://schemas.openxmlformats.org/drawingml/2006/main" noGrp="1"/>
          </p:cNvSpPr>
          <p:nvPr/>
        </p:nvSpPr>
        <p:spPr>
          <a:xfrm xmlns:a="http://schemas.openxmlformats.org/drawingml/2006/main">
            <a:off x="914400" y="5600700"/>
            <a:ext cx="10363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F4F7F2"/>
                </a:solidFill>
                <a:latin typeface="Segoe UI"/>
                <a:ea typeface="Segoe UI"/>
                <a:cs typeface="Segoe UI"/>
              </a:defRPr>
            </a:defPPr>
          </a:lstStyle>
          <a:p xmlns:a="http://schemas.openxmlformats.org/drawingml/2006/main">
            <a:pPr algn="l">
              <a:lnSpc>
                <a:spcPct val="102000"/>
              </a:lnSpc>
              <a:buNone/>
              <a:defRPr sz="1425" b="1">
                <a:solidFill>
                  <a:srgbClr val="F4F7F2"/>
                </a:solidFill>
                <a:latin typeface="Segoe UI"/>
                <a:ea typeface="Segoe UI"/>
                <a:cs typeface="Segoe UI"/>
              </a:defRPr>
            </a:pPr>
            <a:r>
              <a:rPr sz="1425" b="1">
                <a:solidFill>
                  <a:srgbClr val="F4F7F2"/>
                </a:solidFill>
                <a:latin typeface="Segoe UI"/>
                <a:ea typeface="Segoe UI"/>
                <a:cs typeface="Segoe UI"/>
              </a:rPr>
              <a:t>Uso propuesto de inversión: QA y beta · piloto · validación de producto y mercado</a:t>
            </a:r>
          </a:p>
        </p:txBody>
      </p:sp>
    </p:spTree>
    <p:extLst>
      <p:ext uri="{BB962C8B-B14F-4D97-AF65-F5344CB8AC3E}">
        <p14:creationId xmlns:p14="http://schemas.microsoft.com/office/powerpoint/2010/main" val="1932642325"/>
      </p:ext>
    </p:extLst>
  </p:cSld>
</p:sld>
</file>

<file path=ppt/slides/slide11.xml><?xml version="1.0" encoding="utf-8"?>
<p:sld xmlns:p="http://schemas.openxmlformats.org/presentationml/2006/main">
  <p:cSld>
    <p:bg>
      <p:bgPr>
        <a:solidFill xmlns:a="http://schemas.openxmlformats.org/drawingml/2006/main">
          <a:srgbClr val="07100E"/>
        </a:solidFill>
      </p:bgPr>
    </p:bg>
    <p:spTree>
      <p:nvGrpSpPr>
        <p:cNvPr id="1" name=""/>
        <p:cNvGrpSpPr/>
        <p:nvPr/>
      </p:nvGrpSpPr>
      <p:grpSpPr>
        <a:xfrm xmlns:a="http://schemas.openxmlformats.org/drawingml/2006/main"/>
      </p:grpSpPr>
      <p:sp>
        <p:nvSpPr>
          <p:cNvPr id="25" name="wordmark">
            <a:extLst xmlns:a="http://schemas.openxmlformats.org/drawingml/2006/main">
              <a:ext uri="{FF2B5EF4-FFF2-40B4-BE49-F238E27FC236}">
                <a16:creationId xmlns:a16="http://schemas.microsoft.com/office/drawing/2014/main" id="{EE921E8D-A611-494E-8067-BD88A2274EFD}"/>
              </a:ext>
            </a:extLst>
          </p:cNvPr>
          <p:cNvSpPr>
            <a:spLocks xmlns:a="http://schemas.openxmlformats.org/drawingml/2006/main" noGrp="1"/>
          </p:cNvSpPr>
          <p:nvPr/>
        </p:nvSpPr>
        <p:spPr>
          <a:xfrm xmlns:a="http://schemas.openxmlformats.org/drawingml/2006/main">
            <a:off x="685800" y="2857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4E2C7"/>
                </a:solidFill>
                <a:latin typeface="Segoe UI"/>
                <a:ea typeface="Segoe UI"/>
                <a:cs typeface="Segoe UI"/>
              </a:defRPr>
            </a:defPPr>
          </a:lstStyle>
          <a:p xmlns:a="http://schemas.openxmlformats.org/drawingml/2006/main">
            <a:pPr algn="l">
              <a:lnSpc>
                <a:spcPct val="102000"/>
              </a:lnSpc>
              <a:buNone/>
              <a:defRPr sz="1125" b="1">
                <a:solidFill>
                  <a:srgbClr val="74E2C7"/>
                </a:solidFill>
                <a:latin typeface="Segoe UI"/>
                <a:ea typeface="Segoe UI"/>
                <a:cs typeface="Segoe UI"/>
              </a:defRPr>
            </a:pPr>
            <a:r>
              <a:rPr sz="1125" b="1">
                <a:solidFill>
                  <a:srgbClr val="74E2C7"/>
                </a:solidFill>
                <a:latin typeface="Segoe UI"/>
                <a:ea typeface="Segoe UI"/>
                <a:cs typeface="Segoe UI"/>
              </a:rPr>
              <a:t>BIOPULSE</a:t>
            </a:r>
          </a:p>
        </p:txBody>
      </p:sp>
      <p:sp>
        <p:nvSpPr>
          <p:cNvPr id="2" name="section">
            <a:extLst xmlns:a="http://schemas.openxmlformats.org/drawingml/2006/main">
              <a:ext uri="{FF2B5EF4-FFF2-40B4-BE49-F238E27FC236}">
                <a16:creationId xmlns:a16="http://schemas.microsoft.com/office/drawing/2014/main" id="{53F307EC-A99A-4AD6-8D54-81B589391C45}"/>
              </a:ext>
            </a:extLst>
          </p:cNvPr>
          <p:cNvSpPr>
            <a:spLocks xmlns:a="http://schemas.openxmlformats.org/drawingml/2006/main" noGrp="1"/>
          </p:cNvSpPr>
          <p:nvPr/>
        </p:nvSpPr>
        <p:spPr>
          <a:xfrm xmlns:a="http://schemas.openxmlformats.org/drawingml/2006/main">
            <a:off x="8620125" y="2857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708177"/>
                </a:solidFill>
                <a:latin typeface="Segoe UI"/>
                <a:ea typeface="Segoe UI"/>
                <a:cs typeface="Segoe UI"/>
              </a:defRPr>
            </a:defPPr>
          </a:lstStyle>
          <a:p xmlns:a="http://schemas.openxmlformats.org/drawingml/2006/main">
            <a:pPr algn="r">
              <a:lnSpc>
                <a:spcPct val="102000"/>
              </a:lnSpc>
              <a:buNone/>
              <a:defRPr sz="975" b="1">
                <a:solidFill>
                  <a:srgbClr val="708177"/>
                </a:solidFill>
                <a:latin typeface="Segoe UI"/>
                <a:ea typeface="Segoe UI"/>
                <a:cs typeface="Segoe UI"/>
              </a:defRPr>
            </a:pPr>
            <a:r>
              <a:rPr sz="975" b="1">
                <a:solidFill>
                  <a:srgbClr val="708177"/>
                </a:solidFill>
                <a:latin typeface="Segoe UI"/>
                <a:ea typeface="Segoe UI"/>
                <a:cs typeface="Segoe UI"/>
              </a:rPr>
              <a:t>LA INVITACIÓN</a:t>
            </a:r>
          </a:p>
        </p:txBody>
      </p:sp>
      <p:sp>
        <p:nvSpPr>
          <p:cNvPr id="3" name="">
            <a:extLst xmlns:a="http://schemas.openxmlformats.org/drawingml/2006/main">
              <a:ext uri="{FF2B5EF4-FFF2-40B4-BE49-F238E27FC236}">
                <a16:creationId xmlns:a16="http://schemas.microsoft.com/office/drawing/2014/main" id="{D528B371-B5B1-4D0F-8BD6-D6D7087216E3}"/>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26362E"/>
          </a:solidFill>
          <a:ln xmlns:a="http://schemas.openxmlformats.org/drawingml/2006/main" w="0">
            <a:noFill/>
            <a:prstDash val="solid"/>
          </a:ln>
        </p:spPr>
      </p:sp>
      <p:sp>
        <p:nvSpPr>
          <p:cNvPr id="4" name="footer-left">
            <a:extLst xmlns:a="http://schemas.openxmlformats.org/drawingml/2006/main">
              <a:ext uri="{FF2B5EF4-FFF2-40B4-BE49-F238E27FC236}">
                <a16:creationId xmlns:a16="http://schemas.microsoft.com/office/drawing/2014/main" id="{F174F396-2511-4971-8DDF-51086E1E1CA0}"/>
              </a:ext>
            </a:extLst>
          </p:cNvPr>
          <p:cNvSpPr>
            <a:spLocks xmlns:a="http://schemas.openxmlformats.org/drawingml/2006/main" noGrp="1"/>
          </p:cNvSpPr>
          <p:nvPr/>
        </p:nvSpPr>
        <p:spPr>
          <a:xfrm xmlns:a="http://schemas.openxmlformats.org/drawingml/2006/main">
            <a:off x="685800" y="64865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a:solidFill>
                  <a:srgbClr val="708177"/>
                </a:solidFill>
                <a:latin typeface="Segoe UI"/>
                <a:ea typeface="Segoe UI"/>
                <a:cs typeface="Segoe UI"/>
              </a:defRPr>
            </a:defPPr>
          </a:lstStyle>
          <a:p xmlns:a="http://schemas.openxmlformats.org/drawingml/2006/main">
            <a:pPr algn="l">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BIOPULSE 2.0  •  PITCH DE INVERSIÓN  •  OCT 2026</a:t>
            </a:r>
          </a:p>
        </p:txBody>
      </p:sp>
      <p:sp>
        <p:nvSpPr>
          <p:cNvPr id="5" name="footer-page">
            <a:extLst xmlns:a="http://schemas.openxmlformats.org/drawingml/2006/main">
              <a:ext uri="{FF2B5EF4-FFF2-40B4-BE49-F238E27FC236}">
                <a16:creationId xmlns:a16="http://schemas.microsoft.com/office/drawing/2014/main" id="{225E4FCA-B83D-4379-875A-4DD9FF438A1D}"/>
              </a:ext>
            </a:extLst>
          </p:cNvPr>
          <p:cNvSpPr>
            <a:spLocks xmlns:a="http://schemas.openxmlformats.org/drawingml/2006/main" noGrp="1"/>
          </p:cNvSpPr>
          <p:nvPr/>
        </p:nvSpPr>
        <p:spPr>
          <a:xfrm xmlns:a="http://schemas.openxmlformats.org/drawingml/2006/main">
            <a:off x="10572750" y="6486525"/>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708177"/>
                </a:solidFill>
                <a:latin typeface="Segoe UI"/>
                <a:ea typeface="Segoe UI"/>
                <a:cs typeface="Segoe UI"/>
              </a:defRPr>
            </a:defPPr>
          </a:lstStyle>
          <a:p xmlns:a="http://schemas.openxmlformats.org/drawingml/2006/main">
            <a:pPr algn="r">
              <a:lnSpc>
                <a:spcPct val="102000"/>
              </a:lnSpc>
              <a:buNone/>
              <a:defRPr sz="825" b="1">
                <a:solidFill>
                  <a:srgbClr val="708177"/>
                </a:solidFill>
                <a:latin typeface="Segoe UI"/>
                <a:ea typeface="Segoe UI"/>
                <a:cs typeface="Segoe UI"/>
              </a:defRPr>
            </a:pPr>
            <a:r>
              <a:rPr sz="825" b="1">
                <a:solidFill>
                  <a:srgbClr val="708177"/>
                </a:solidFill>
                <a:latin typeface="Segoe UI"/>
                <a:ea typeface="Segoe UI"/>
                <a:cs typeface="Segoe UI"/>
              </a:rPr>
              <a:t>11 / 11</a:t>
            </a:r>
          </a:p>
        </p:txBody>
      </p:sp>
      <p:sp>
        <p:nvSpPr>
          <p:cNvPr id="6" name="s11-kicker">
            <a:extLst xmlns:a="http://schemas.openxmlformats.org/drawingml/2006/main">
              <a:ext uri="{FF2B5EF4-FFF2-40B4-BE49-F238E27FC236}">
                <a16:creationId xmlns:a16="http://schemas.microsoft.com/office/drawing/2014/main" id="{A6F3CB8F-912D-4219-8714-355DA30B1B80}"/>
              </a:ext>
            </a:extLst>
          </p:cNvPr>
          <p:cNvSpPr>
            <a:spLocks xmlns:a="http://schemas.openxmlformats.org/drawingml/2006/main" noGrp="1"/>
          </p:cNvSpPr>
          <p:nvPr/>
        </p:nvSpPr>
        <p:spPr>
          <a:xfrm xmlns:a="http://schemas.openxmlformats.org/drawingml/2006/main">
            <a:off x="685800" y="8191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4E2C7"/>
                </a:solidFill>
                <a:latin typeface="Segoe UI"/>
                <a:ea typeface="Segoe UI"/>
                <a:cs typeface="Segoe UI"/>
              </a:defRPr>
            </a:defPPr>
          </a:lstStyle>
          <a:p xmlns:a="http://schemas.openxmlformats.org/drawingml/2006/main">
            <a:pPr algn="l">
              <a:lnSpc>
                <a:spcPct val="102000"/>
              </a:lnSpc>
              <a:buNone/>
              <a:defRPr sz="1050" b="1">
                <a:solidFill>
                  <a:srgbClr val="74E2C7"/>
                </a:solidFill>
                <a:latin typeface="Segoe UI"/>
                <a:ea typeface="Segoe UI"/>
                <a:cs typeface="Segoe UI"/>
              </a:defRPr>
            </a:pPr>
            <a:r>
              <a:rPr sz="1050" b="1">
                <a:solidFill>
                  <a:srgbClr val="74E2C7"/>
                </a:solidFill>
                <a:latin typeface="Segoe UI"/>
                <a:ea typeface="Segoe UI"/>
                <a:cs typeface="Segoe UI"/>
              </a:rPr>
              <a:t>BIOPULSE 2.0 · EQUIPO ESTUDIANTE</a:t>
            </a:r>
          </a:p>
        </p:txBody>
      </p:sp>
      <p:sp>
        <p:nvSpPr>
          <p:cNvPr id="7" name="s11-title">
            <a:extLst xmlns:a="http://schemas.openxmlformats.org/drawingml/2006/main">
              <a:ext uri="{FF2B5EF4-FFF2-40B4-BE49-F238E27FC236}">
                <a16:creationId xmlns:a16="http://schemas.microsoft.com/office/drawing/2014/main" id="{13AB00AF-84B4-4A7A-83B0-0660003926DC}"/>
              </a:ext>
            </a:extLst>
          </p:cNvPr>
          <p:cNvSpPr>
            <a:spLocks xmlns:a="http://schemas.openxmlformats.org/drawingml/2006/main" noGrp="1"/>
          </p:cNvSpPr>
          <p:nvPr/>
        </p:nvSpPr>
        <p:spPr>
          <a:xfrm xmlns:a="http://schemas.openxmlformats.org/drawingml/2006/main">
            <a:off x="685800" y="1257300"/>
            <a:ext cx="6477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F4F7F2"/>
                </a:solidFill>
                <a:latin typeface="Segoe UI"/>
                <a:ea typeface="Segoe UI"/>
                <a:cs typeface="Segoe UI"/>
              </a:defRPr>
            </a:defPPr>
          </a:lstStyle>
          <a:p xmlns:a="http://schemas.openxmlformats.org/drawingml/2006/main">
            <a:pPr algn="l">
              <a:lnSpc>
                <a:spcPct val="102000"/>
              </a:lnSpc>
              <a:buNone/>
              <a:defRPr sz="3450" b="1">
                <a:solidFill>
                  <a:srgbClr val="F4F7F2"/>
                </a:solidFill>
                <a:latin typeface="Segoe UI"/>
                <a:ea typeface="Segoe UI"/>
                <a:cs typeface="Segoe UI"/>
              </a:defRPr>
            </a:pPr>
            <a:r>
              <a:rPr sz="3450" b="1">
                <a:solidFill>
                  <a:srgbClr val="F4F7F2"/>
                </a:solidFill>
                <a:latin typeface="Segoe UI"/>
                <a:ea typeface="Segoe UI"/>
                <a:cs typeface="Segoe UI"/>
              </a:rPr>
              <a:t>Invertir para convertir</a:t>
            </a:r>
          </a:p>
          <a:p xmlns:a="http://schemas.openxmlformats.org/drawingml/2006/main">
            <a:pPr algn="l">
              <a:lnSpc>
                <a:spcPct val="102000"/>
              </a:lnSpc>
              <a:buNone/>
              <a:defRPr sz="3450" b="1">
                <a:solidFill>
                  <a:srgbClr val="F4F7F2"/>
                </a:solidFill>
                <a:latin typeface="Segoe UI"/>
                <a:ea typeface="Segoe UI"/>
                <a:cs typeface="Segoe UI"/>
              </a:defRPr>
            </a:pPr>
            <a:r>
              <a:rPr sz="3450" b="1">
                <a:solidFill>
                  <a:srgbClr val="F4F7F2"/>
                </a:solidFill>
                <a:latin typeface="Segoe UI"/>
                <a:ea typeface="Segoe UI"/>
                <a:cs typeface="Segoe UI"/>
              </a:rPr>
              <a:t>una buena pregunta en</a:t>
            </a:r>
          </a:p>
          <a:p xmlns:a="http://schemas.openxmlformats.org/drawingml/2006/main">
            <a:pPr algn="l">
              <a:lnSpc>
                <a:spcPct val="102000"/>
              </a:lnSpc>
              <a:buNone/>
              <a:defRPr sz="3450" b="1">
                <a:solidFill>
                  <a:srgbClr val="F4F7F2"/>
                </a:solidFill>
                <a:latin typeface="Segoe UI"/>
                <a:ea typeface="Segoe UI"/>
                <a:cs typeface="Segoe UI"/>
              </a:defRPr>
            </a:pPr>
            <a:r>
              <a:rPr sz="3450" b="1">
                <a:solidFill>
                  <a:srgbClr val="F4F7F2"/>
                </a:solidFill>
                <a:latin typeface="Segoe UI"/>
                <a:ea typeface="Segoe UI"/>
                <a:cs typeface="Segoe UI"/>
              </a:rPr>
              <a:t>un producto validado.</a:t>
            </a:r>
          </a:p>
        </p:txBody>
      </p:sp>
      <p:sp>
        <p:nvSpPr>
          <p:cNvPr id="8" name="s11-ask">
            <a:extLst xmlns:a="http://schemas.openxmlformats.org/drawingml/2006/main">
              <a:ext uri="{FF2B5EF4-FFF2-40B4-BE49-F238E27FC236}">
                <a16:creationId xmlns:a16="http://schemas.microsoft.com/office/drawing/2014/main" id="{B32897A3-FB95-4E33-9AD7-C83D0442242F}"/>
              </a:ext>
            </a:extLst>
          </p:cNvPr>
          <p:cNvSpPr>
            <a:spLocks xmlns:a="http://schemas.openxmlformats.org/drawingml/2006/main" noGrp="1"/>
          </p:cNvSpPr>
          <p:nvPr/>
        </p:nvSpPr>
        <p:spPr>
          <a:xfrm xmlns:a="http://schemas.openxmlformats.org/drawingml/2006/main">
            <a:off x="704850" y="3390900"/>
            <a:ext cx="6191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D0F36A"/>
                </a:solidFill>
                <a:latin typeface="Segoe UI"/>
                <a:ea typeface="Segoe UI"/>
                <a:cs typeface="Segoe UI"/>
              </a:defRPr>
            </a:defPPr>
          </a:lstStyle>
          <a:p xmlns:a="http://schemas.openxmlformats.org/drawingml/2006/main">
            <a:pPr algn="l">
              <a:lnSpc>
                <a:spcPct val="102000"/>
              </a:lnSpc>
              <a:buNone/>
              <a:defRPr sz="1725" b="1">
                <a:solidFill>
                  <a:srgbClr val="D0F36A"/>
                </a:solidFill>
                <a:latin typeface="Segoe UI"/>
                <a:ea typeface="Segoe UI"/>
                <a:cs typeface="Segoe UI"/>
              </a:defRPr>
            </a:pPr>
            <a:r>
              <a:rPr sz="1725" b="1">
                <a:solidFill>
                  <a:srgbClr val="D0F36A"/>
                </a:solidFill>
                <a:latin typeface="Segoe UI"/>
                <a:ea typeface="Segoe UI"/>
                <a:cs typeface="Segoe UI"/>
              </a:rPr>
              <a:t>Buscamos inversión para cerrar el MVP, probarlo con usuarios y validar el modelo de negocio.</a:t>
            </a:r>
          </a:p>
        </p:txBody>
      </p:sp>
      <p:sp>
        <p:nvSpPr>
          <p:cNvPr id="9" name="">
            <a:extLst xmlns:a="http://schemas.openxmlformats.org/drawingml/2006/main">
              <a:ext uri="{FF2B5EF4-FFF2-40B4-BE49-F238E27FC236}">
                <a16:creationId xmlns:a16="http://schemas.microsoft.com/office/drawing/2014/main" id="{8A4F2EC1-4065-41AC-8197-00ADC5F15A92}"/>
              </a:ext>
            </a:extLst>
          </p:cNvPr>
          <p:cNvSpPr>
            <a:spLocks xmlns:a="http://schemas.openxmlformats.org/drawingml/2006/main" noGrp="1"/>
          </p:cNvSpPr>
          <p:nvPr/>
        </p:nvSpPr>
        <p:spPr>
          <a:xfrm xmlns:a="http://schemas.openxmlformats.org/drawingml/2006/main">
            <a:off x="704850" y="4495800"/>
            <a:ext cx="5924550" cy="19050"/>
          </a:xfrm>
          <a:prstGeom xmlns:a="http://schemas.openxmlformats.org/drawingml/2006/main" prst="rect">
            <a:avLst/>
          </a:prstGeom>
          <a:solidFill xmlns:a="http://schemas.openxmlformats.org/drawingml/2006/main">
            <a:srgbClr val="31433A"/>
          </a:solidFill>
          <a:ln xmlns:a="http://schemas.openxmlformats.org/drawingml/2006/main" w="0">
            <a:noFill/>
            <a:prstDash val="solid"/>
          </a:ln>
        </p:spPr>
      </p:sp>
      <p:sp>
        <p:nvSpPr>
          <p:cNvPr id="10" name="s11-team-label">
            <a:extLst xmlns:a="http://schemas.openxmlformats.org/drawingml/2006/main">
              <a:ext uri="{FF2B5EF4-FFF2-40B4-BE49-F238E27FC236}">
                <a16:creationId xmlns:a16="http://schemas.microsoft.com/office/drawing/2014/main" id="{86488E34-C571-430E-BFA3-750A4F6AFA86}"/>
              </a:ext>
            </a:extLst>
          </p:cNvPr>
          <p:cNvSpPr>
            <a:spLocks xmlns:a="http://schemas.openxmlformats.org/drawingml/2006/main" noGrp="1"/>
          </p:cNvSpPr>
          <p:nvPr/>
        </p:nvSpPr>
        <p:spPr>
          <a:xfrm xmlns:a="http://schemas.openxmlformats.org/drawingml/2006/main">
            <a:off x="704850" y="471487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74E2C7"/>
                </a:solidFill>
                <a:latin typeface="Segoe UI"/>
                <a:ea typeface="Segoe UI"/>
                <a:cs typeface="Segoe UI"/>
              </a:defRPr>
            </a:defPPr>
          </a:lstStyle>
          <a:p xmlns:a="http://schemas.openxmlformats.org/drawingml/2006/main">
            <a:pPr algn="l">
              <a:lnSpc>
                <a:spcPct val="102000"/>
              </a:lnSpc>
              <a:buNone/>
              <a:defRPr sz="975" b="1">
                <a:solidFill>
                  <a:srgbClr val="74E2C7"/>
                </a:solidFill>
                <a:latin typeface="Segoe UI"/>
                <a:ea typeface="Segoe UI"/>
                <a:cs typeface="Segoe UI"/>
              </a:defRPr>
            </a:pPr>
            <a:r>
              <a:rPr sz="975" b="1">
                <a:solidFill>
                  <a:srgbClr val="74E2C7"/>
                </a:solidFill>
                <a:latin typeface="Segoe UI"/>
                <a:ea typeface="Segoe UI"/>
                <a:cs typeface="Segoe UI"/>
              </a:rPr>
              <a:t>EQUIPO</a:t>
            </a:r>
          </a:p>
        </p:txBody>
      </p:sp>
      <p:sp>
        <p:nvSpPr>
          <p:cNvPr id="11" name="s11-team">
            <a:extLst xmlns:a="http://schemas.openxmlformats.org/drawingml/2006/main">
              <a:ext uri="{FF2B5EF4-FFF2-40B4-BE49-F238E27FC236}">
                <a16:creationId xmlns:a16="http://schemas.microsoft.com/office/drawing/2014/main" id="{62F0AC2D-C819-4B29-BFA6-F407F2075954}"/>
              </a:ext>
            </a:extLst>
          </p:cNvPr>
          <p:cNvSpPr>
            <a:spLocks xmlns:a="http://schemas.openxmlformats.org/drawingml/2006/main" noGrp="1"/>
          </p:cNvSpPr>
          <p:nvPr/>
        </p:nvSpPr>
        <p:spPr>
          <a:xfrm xmlns:a="http://schemas.openxmlformats.org/drawingml/2006/main">
            <a:off x="704850" y="5029200"/>
            <a:ext cx="609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4F7F2"/>
                </a:solidFill>
                <a:latin typeface="Segoe UI"/>
                <a:ea typeface="Segoe UI"/>
                <a:cs typeface="Segoe UI"/>
              </a:defRPr>
            </a:defPPr>
          </a:lstStyle>
          <a:p xmlns:a="http://schemas.openxmlformats.org/drawingml/2006/main">
            <a:pPr algn="l">
              <a:lnSpc>
                <a:spcPct val="102000"/>
              </a:lnSpc>
              <a:buNone/>
              <a:defRPr sz="1875" b="1">
                <a:solidFill>
                  <a:srgbClr val="F4F7F2"/>
                </a:solidFill>
                <a:latin typeface="Segoe UI"/>
                <a:ea typeface="Segoe UI"/>
                <a:cs typeface="Segoe UI"/>
              </a:defRPr>
            </a:pPr>
            <a:r>
              <a:rPr sz="1875" b="1">
                <a:solidFill>
                  <a:srgbClr val="F4F7F2"/>
                </a:solidFill>
                <a:latin typeface="Segoe UI"/>
                <a:ea typeface="Segoe UI"/>
                <a:cs typeface="Segoe UI"/>
              </a:rPr>
              <a:t>Emilio  ·  Miguel  ·  Lucas</a:t>
            </a:r>
          </a:p>
        </p:txBody>
      </p:sp>
      <p:sp>
        <p:nvSpPr>
          <p:cNvPr id="12" name="s11-team-note">
            <a:extLst xmlns:a="http://schemas.openxmlformats.org/drawingml/2006/main">
              <a:ext uri="{FF2B5EF4-FFF2-40B4-BE49-F238E27FC236}">
                <a16:creationId xmlns:a16="http://schemas.microsoft.com/office/drawing/2014/main" id="{4904AE9D-53EE-47D3-9699-16DB1EE3E7D2}"/>
              </a:ext>
            </a:extLst>
          </p:cNvPr>
          <p:cNvSpPr>
            <a:spLocks xmlns:a="http://schemas.openxmlformats.org/drawingml/2006/main" noGrp="1"/>
          </p:cNvSpPr>
          <p:nvPr/>
        </p:nvSpPr>
        <p:spPr>
          <a:xfrm xmlns:a="http://schemas.openxmlformats.org/drawingml/2006/main">
            <a:off x="704850" y="54864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A9B7AD"/>
                </a:solidFill>
                <a:latin typeface="Segoe UI"/>
                <a:ea typeface="Segoe UI"/>
                <a:cs typeface="Segoe UI"/>
              </a:defRPr>
            </a:defPPr>
          </a:lstStyle>
          <a:p xmlns:a="http://schemas.openxmlformats.org/drawingml/2006/main">
            <a:pPr algn="l">
              <a:lnSpc>
                <a:spcPct val="102000"/>
              </a:lnSpc>
              <a:buNone/>
              <a:defRPr sz="1275" b="0">
                <a:solidFill>
                  <a:srgbClr val="A9B7AD"/>
                </a:solidFill>
                <a:latin typeface="Segoe UI"/>
                <a:ea typeface="Segoe UI"/>
                <a:cs typeface="Segoe UI"/>
              </a:defRPr>
            </a:pPr>
            <a:r>
              <a:rPr sz="1275" b="0">
                <a:solidFill>
                  <a:srgbClr val="A9B7AD"/>
                </a:solidFill>
                <a:latin typeface="Segoe UI"/>
                <a:ea typeface="Segoe UI"/>
                <a:cs typeface="Segoe UI"/>
              </a:rPr>
              <a:t>Tres estudiantes construyendo BioPulse 2.0.</a:t>
            </a:r>
          </a:p>
        </p:txBody>
      </p:sp>
      <p:sp>
        <p:nvSpPr>
          <p:cNvPr id="13" name="">
            <a:extLst xmlns:a="http://schemas.openxmlformats.org/drawingml/2006/main">
              <a:ext uri="{FF2B5EF4-FFF2-40B4-BE49-F238E27FC236}">
                <a16:creationId xmlns:a16="http://schemas.microsoft.com/office/drawing/2014/main" id="{710E3728-69D6-4A1F-8909-76BCE5DC1762}"/>
              </a:ext>
            </a:extLst>
          </p:cNvPr>
          <p:cNvSpPr>
            <a:spLocks xmlns:a="http://schemas.openxmlformats.org/drawingml/2006/main" noGrp="1"/>
          </p:cNvSpPr>
          <p:nvPr/>
        </p:nvSpPr>
        <p:spPr>
          <a:xfrm xmlns:a="http://schemas.openxmlformats.org/drawingml/2006/main">
            <a:off x="7810500" y="1333500"/>
            <a:ext cx="3429000" cy="4267200"/>
          </a:xfrm>
          <a:prstGeom xmlns:a="http://schemas.openxmlformats.org/drawingml/2006/main" prst="roundRect">
            <a:avLst>
              <a:gd name="adj" fmla="val 6667"/>
            </a:avLst>
          </a:prstGeom>
          <a:solidFill xmlns:a="http://schemas.openxmlformats.org/drawingml/2006/main">
            <a:srgbClr val="112019"/>
          </a:solidFill>
          <a:ln xmlns:a="http://schemas.openxmlformats.org/drawingml/2006/main" w="9525">
            <a:solidFill>
              <a:srgbClr val="526B4A"/>
            </a:solidFill>
            <a:prstDash val="solid"/>
          </a:ln>
        </p:spPr>
      </p:sp>
      <p:sp>
        <p:nvSpPr>
          <p:cNvPr id="14" name="">
            <a:extLst xmlns:a="http://schemas.openxmlformats.org/drawingml/2006/main">
              <a:ext uri="{FF2B5EF4-FFF2-40B4-BE49-F238E27FC236}">
                <a16:creationId xmlns:a16="http://schemas.microsoft.com/office/drawing/2014/main" id="{4B295E4D-B754-45B6-83F4-0CDE0F1A871E}"/>
              </a:ext>
            </a:extLst>
          </p:cNvPr>
          <p:cNvSpPr>
            <a:spLocks xmlns:a="http://schemas.openxmlformats.org/drawingml/2006/main" noGrp="1"/>
          </p:cNvSpPr>
          <p:nvPr/>
        </p:nvSpPr>
        <p:spPr>
          <a:xfrm xmlns:a="http://schemas.openxmlformats.org/drawingml/2006/main">
            <a:off x="8115300" y="1657350"/>
            <a:ext cx="2381250" cy="285750"/>
          </a:xfrm>
          <a:prstGeom xmlns:a="http://schemas.openxmlformats.org/drawingml/2006/main" prst="roundRect">
            <a:avLst>
              <a:gd name="adj" fmla="val 50000"/>
            </a:avLst>
          </a:prstGeom>
          <a:solidFill xmlns:a="http://schemas.openxmlformats.org/drawingml/2006/main">
            <a:srgbClr val="14231D"/>
          </a:solidFill>
          <a:ln xmlns:a="http://schemas.openxmlformats.org/drawingml/2006/main" w="9525">
            <a:solidFill>
              <a:srgbClr val="D0F36A">
                <a:alpha val="43922"/>
              </a:srgbClr>
            </a:solidFill>
            <a:prstDash val="solid"/>
          </a:ln>
        </p:spPr>
      </p:sp>
      <p:sp>
        <p:nvSpPr>
          <p:cNvPr id="15" name="label-CONVERSACIÓN">
            <a:extLst xmlns:a="http://schemas.openxmlformats.org/drawingml/2006/main">
              <a:ext uri="{FF2B5EF4-FFF2-40B4-BE49-F238E27FC236}">
                <a16:creationId xmlns:a16="http://schemas.microsoft.com/office/drawing/2014/main" id="{782EF18E-4FCA-4791-A82E-BAA7DEC54DC3}"/>
              </a:ext>
            </a:extLst>
          </p:cNvPr>
          <p:cNvSpPr>
            <a:spLocks xmlns:a="http://schemas.openxmlformats.org/drawingml/2006/main" noGrp="1"/>
          </p:cNvSpPr>
          <p:nvPr/>
        </p:nvSpPr>
        <p:spPr>
          <a:xfrm xmlns:a="http://schemas.openxmlformats.org/drawingml/2006/main">
            <a:off x="8229600" y="1666875"/>
            <a:ext cx="2152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D0F36A"/>
                </a:solidFill>
                <a:latin typeface="Segoe UI"/>
                <a:ea typeface="Segoe UI"/>
                <a:cs typeface="Segoe UI"/>
              </a:defRPr>
            </a:defPPr>
          </a:lstStyle>
          <a:p xmlns:a="http://schemas.openxmlformats.org/drawingml/2006/main">
            <a:pPr algn="l">
              <a:lnSpc>
                <a:spcPct val="102000"/>
              </a:lnSpc>
              <a:buNone/>
              <a:defRPr sz="975" b="1">
                <a:solidFill>
                  <a:srgbClr val="D0F36A"/>
                </a:solidFill>
                <a:latin typeface="Segoe UI"/>
                <a:ea typeface="Segoe UI"/>
                <a:cs typeface="Segoe UI"/>
              </a:defRPr>
            </a:pPr>
            <a:r>
              <a:rPr sz="975" b="1">
                <a:solidFill>
                  <a:srgbClr val="D0F36A"/>
                </a:solidFill>
                <a:latin typeface="Segoe UI"/>
                <a:ea typeface="Segoe UI"/>
                <a:cs typeface="Segoe UI"/>
              </a:rPr>
              <a:t>CONVERSACIÓN ABIERTA</a:t>
            </a:r>
          </a:p>
        </p:txBody>
      </p:sp>
      <p:sp>
        <p:nvSpPr>
          <p:cNvPr id="16" name="s11-cta">
            <a:extLst xmlns:a="http://schemas.openxmlformats.org/drawingml/2006/main">
              <a:ext uri="{FF2B5EF4-FFF2-40B4-BE49-F238E27FC236}">
                <a16:creationId xmlns:a16="http://schemas.microsoft.com/office/drawing/2014/main" id="{B12C7527-1131-4CB7-866F-1F41728E664D}"/>
              </a:ext>
            </a:extLst>
          </p:cNvPr>
          <p:cNvSpPr>
            <a:spLocks xmlns:a="http://schemas.openxmlformats.org/drawingml/2006/main" noGrp="1"/>
          </p:cNvSpPr>
          <p:nvPr/>
        </p:nvSpPr>
        <p:spPr>
          <a:xfrm xmlns:a="http://schemas.openxmlformats.org/drawingml/2006/main">
            <a:off x="8115300" y="2247900"/>
            <a:ext cx="2857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F4F7F2"/>
                </a:solidFill>
                <a:latin typeface="Segoe UI"/>
                <a:ea typeface="Segoe UI"/>
                <a:cs typeface="Segoe UI"/>
              </a:defRPr>
            </a:defPPr>
          </a:lstStyle>
          <a:p xmlns:a="http://schemas.openxmlformats.org/drawingml/2006/main">
            <a:pPr algn="l">
              <a:lnSpc>
                <a:spcPct val="102000"/>
              </a:lnSpc>
              <a:buNone/>
              <a:defRPr sz="2850" b="1">
                <a:solidFill>
                  <a:srgbClr val="F4F7F2"/>
                </a:solidFill>
                <a:latin typeface="Segoe UI"/>
                <a:ea typeface="Segoe UI"/>
                <a:cs typeface="Segoe UI"/>
              </a:defRPr>
            </a:pPr>
            <a:r>
              <a:rPr sz="2850" b="1">
                <a:solidFill>
                  <a:srgbClr val="F4F7F2"/>
                </a:solidFill>
                <a:latin typeface="Segoe UI"/>
                <a:ea typeface="Segoe UI"/>
                <a:cs typeface="Segoe UI"/>
              </a:rPr>
              <a:t>Hablemos</a:t>
            </a:r>
          </a:p>
          <a:p xmlns:a="http://schemas.openxmlformats.org/drawingml/2006/main">
            <a:pPr algn="l">
              <a:lnSpc>
                <a:spcPct val="102000"/>
              </a:lnSpc>
              <a:buNone/>
              <a:defRPr sz="2850" b="1">
                <a:solidFill>
                  <a:srgbClr val="F4F7F2"/>
                </a:solidFill>
                <a:latin typeface="Segoe UI"/>
                <a:ea typeface="Segoe UI"/>
                <a:cs typeface="Segoe UI"/>
              </a:defRPr>
            </a:pPr>
            <a:r>
              <a:rPr sz="2850" b="1">
                <a:solidFill>
                  <a:srgbClr val="F4F7F2"/>
                </a:solidFill>
                <a:latin typeface="Segoe UI"/>
                <a:ea typeface="Segoe UI"/>
                <a:cs typeface="Segoe UI"/>
              </a:rPr>
              <a:t>de inversión.</a:t>
            </a:r>
          </a:p>
        </p:txBody>
      </p:sp>
      <p:sp>
        <p:nvSpPr>
          <p:cNvPr id="17" name="s11-use">
            <a:extLst xmlns:a="http://schemas.openxmlformats.org/drawingml/2006/main">
              <a:ext uri="{FF2B5EF4-FFF2-40B4-BE49-F238E27FC236}">
                <a16:creationId xmlns:a16="http://schemas.microsoft.com/office/drawing/2014/main" id="{96698DA0-4187-408F-951F-DD25F9589DE2}"/>
              </a:ext>
            </a:extLst>
          </p:cNvPr>
          <p:cNvSpPr>
            <a:spLocks xmlns:a="http://schemas.openxmlformats.org/drawingml/2006/main" noGrp="1"/>
          </p:cNvSpPr>
          <p:nvPr/>
        </p:nvSpPr>
        <p:spPr>
          <a:xfrm xmlns:a="http://schemas.openxmlformats.org/drawingml/2006/main">
            <a:off x="8115300" y="36671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74E2C7"/>
                </a:solidFill>
                <a:latin typeface="Segoe UI"/>
                <a:ea typeface="Segoe UI"/>
                <a:cs typeface="Segoe UI"/>
              </a:defRPr>
            </a:defPPr>
          </a:lstStyle>
          <a:p xmlns:a="http://schemas.openxmlformats.org/drawingml/2006/main">
            <a:pPr algn="l">
              <a:lnSpc>
                <a:spcPct val="102000"/>
              </a:lnSpc>
              <a:buNone/>
              <a:defRPr sz="1200" b="1">
                <a:solidFill>
                  <a:srgbClr val="74E2C7"/>
                </a:solidFill>
                <a:latin typeface="Segoe UI"/>
                <a:ea typeface="Segoe UI"/>
                <a:cs typeface="Segoe UI"/>
              </a:defRPr>
            </a:pPr>
            <a:r>
              <a:rPr sz="1200" b="1">
                <a:solidFill>
                  <a:srgbClr val="74E2C7"/>
                </a:solidFill>
                <a:latin typeface="Segoe UI"/>
                <a:ea typeface="Segoe UI"/>
                <a:cs typeface="Segoe UI"/>
              </a:rPr>
              <a:t>Capital para:</a:t>
            </a:r>
          </a:p>
        </p:txBody>
      </p:sp>
      <p:sp>
        <p:nvSpPr>
          <p:cNvPr id="18" name="">
            <a:extLst xmlns:a="http://schemas.openxmlformats.org/drawingml/2006/main">
              <a:ext uri="{FF2B5EF4-FFF2-40B4-BE49-F238E27FC236}">
                <a16:creationId xmlns:a16="http://schemas.microsoft.com/office/drawing/2014/main" id="{6617057C-5985-493D-A530-400C984CF408}"/>
              </a:ext>
            </a:extLst>
          </p:cNvPr>
          <p:cNvSpPr>
            <a:spLocks xmlns:a="http://schemas.openxmlformats.org/drawingml/2006/main" noGrp="1"/>
          </p:cNvSpPr>
          <p:nvPr/>
        </p:nvSpPr>
        <p:spPr>
          <a:xfrm xmlns:a="http://schemas.openxmlformats.org/drawingml/2006/main">
            <a:off x="8115300" y="4152900"/>
            <a:ext cx="76200" cy="76200"/>
          </a:xfrm>
          <a:prstGeom xmlns:a="http://schemas.openxmlformats.org/drawingml/2006/main" prst="roundRect">
            <a:avLst>
              <a:gd name="adj" fmla="val 50000"/>
            </a:avLst>
          </a:prstGeom>
          <a:solidFill xmlns:a="http://schemas.openxmlformats.org/drawingml/2006/main">
            <a:srgbClr val="D0F36A"/>
          </a:solidFill>
          <a:ln xmlns:a="http://schemas.openxmlformats.org/drawingml/2006/main" w="0">
            <a:noFill/>
            <a:prstDash val="solid"/>
          </a:ln>
        </p:spPr>
      </p:sp>
      <p:sp>
        <p:nvSpPr>
          <p:cNvPr id="19" name="s11-use-0">
            <a:extLst xmlns:a="http://schemas.openxmlformats.org/drawingml/2006/main">
              <a:ext uri="{FF2B5EF4-FFF2-40B4-BE49-F238E27FC236}">
                <a16:creationId xmlns:a16="http://schemas.microsoft.com/office/drawing/2014/main" id="{9EE76610-A227-41AD-807E-22EC2FE23B9F}"/>
              </a:ext>
            </a:extLst>
          </p:cNvPr>
          <p:cNvSpPr>
            <a:spLocks xmlns:a="http://schemas.openxmlformats.org/drawingml/2006/main" noGrp="1"/>
          </p:cNvSpPr>
          <p:nvPr/>
        </p:nvSpPr>
        <p:spPr>
          <a:xfrm xmlns:a="http://schemas.openxmlformats.org/drawingml/2006/main">
            <a:off x="8324850" y="4076700"/>
            <a:ext cx="2343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F4F7F2"/>
                </a:solidFill>
                <a:latin typeface="Segoe UI"/>
                <a:ea typeface="Segoe UI"/>
                <a:cs typeface="Segoe UI"/>
              </a:defRPr>
            </a:defPPr>
          </a:lstStyle>
          <a:p xmlns:a="http://schemas.openxmlformats.org/drawingml/2006/main">
            <a:pPr algn="l">
              <a:lnSpc>
                <a:spcPct val="102000"/>
              </a:lnSpc>
              <a:buNone/>
              <a:defRPr sz="1275" b="0">
                <a:solidFill>
                  <a:srgbClr val="F4F7F2"/>
                </a:solidFill>
                <a:latin typeface="Segoe UI"/>
                <a:ea typeface="Segoe UI"/>
                <a:cs typeface="Segoe UI"/>
              </a:defRPr>
            </a:pPr>
            <a:r>
              <a:rPr sz="1275" b="0">
                <a:solidFill>
                  <a:srgbClr val="F4F7F2"/>
                </a:solidFill>
                <a:latin typeface="Segoe UI"/>
                <a:ea typeface="Segoe UI"/>
                <a:cs typeface="Segoe UI"/>
              </a:rPr>
              <a:t>QA en iOS</a:t>
            </a:r>
          </a:p>
        </p:txBody>
      </p:sp>
      <p:sp>
        <p:nvSpPr>
          <p:cNvPr id="20" name="">
            <a:extLst xmlns:a="http://schemas.openxmlformats.org/drawingml/2006/main">
              <a:ext uri="{FF2B5EF4-FFF2-40B4-BE49-F238E27FC236}">
                <a16:creationId xmlns:a16="http://schemas.microsoft.com/office/drawing/2014/main" id="{0067E07B-A79C-49C0-BB47-759B550EE874}"/>
              </a:ext>
            </a:extLst>
          </p:cNvPr>
          <p:cNvSpPr>
            <a:spLocks xmlns:a="http://schemas.openxmlformats.org/drawingml/2006/main" noGrp="1"/>
          </p:cNvSpPr>
          <p:nvPr/>
        </p:nvSpPr>
        <p:spPr>
          <a:xfrm xmlns:a="http://schemas.openxmlformats.org/drawingml/2006/main">
            <a:off x="8115300" y="4552950"/>
            <a:ext cx="76200" cy="76200"/>
          </a:xfrm>
          <a:prstGeom xmlns:a="http://schemas.openxmlformats.org/drawingml/2006/main" prst="roundRect">
            <a:avLst>
              <a:gd name="adj" fmla="val 50000"/>
            </a:avLst>
          </a:prstGeom>
          <a:solidFill xmlns:a="http://schemas.openxmlformats.org/drawingml/2006/main">
            <a:srgbClr val="D0F36A"/>
          </a:solidFill>
          <a:ln xmlns:a="http://schemas.openxmlformats.org/drawingml/2006/main" w="0">
            <a:noFill/>
            <a:prstDash val="solid"/>
          </a:ln>
        </p:spPr>
      </p:sp>
      <p:sp>
        <p:nvSpPr>
          <p:cNvPr id="21" name="s11-use-1">
            <a:extLst xmlns:a="http://schemas.openxmlformats.org/drawingml/2006/main">
              <a:ext uri="{FF2B5EF4-FFF2-40B4-BE49-F238E27FC236}">
                <a16:creationId xmlns:a16="http://schemas.microsoft.com/office/drawing/2014/main" id="{05577816-FA3D-49F1-8F88-32441877BE28}"/>
              </a:ext>
            </a:extLst>
          </p:cNvPr>
          <p:cNvSpPr>
            <a:spLocks xmlns:a="http://schemas.openxmlformats.org/drawingml/2006/main" noGrp="1"/>
          </p:cNvSpPr>
          <p:nvPr/>
        </p:nvSpPr>
        <p:spPr>
          <a:xfrm xmlns:a="http://schemas.openxmlformats.org/drawingml/2006/main">
            <a:off x="8324850" y="4476750"/>
            <a:ext cx="2343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F4F7F2"/>
                </a:solidFill>
                <a:latin typeface="Segoe UI"/>
                <a:ea typeface="Segoe UI"/>
                <a:cs typeface="Segoe UI"/>
              </a:defRPr>
            </a:defPPr>
          </a:lstStyle>
          <a:p xmlns:a="http://schemas.openxmlformats.org/drawingml/2006/main">
            <a:pPr algn="l">
              <a:lnSpc>
                <a:spcPct val="102000"/>
              </a:lnSpc>
              <a:buNone/>
              <a:defRPr sz="1275" b="0">
                <a:solidFill>
                  <a:srgbClr val="F4F7F2"/>
                </a:solidFill>
                <a:latin typeface="Segoe UI"/>
                <a:ea typeface="Segoe UI"/>
                <a:cs typeface="Segoe UI"/>
              </a:defRPr>
            </a:pPr>
            <a:r>
              <a:rPr sz="1275" b="0">
                <a:solidFill>
                  <a:srgbClr val="F4F7F2"/>
                </a:solidFill>
                <a:latin typeface="Segoe UI"/>
                <a:ea typeface="Segoe UI"/>
                <a:cs typeface="Segoe UI"/>
              </a:rPr>
              <a:t>Piloto con usuarios</a:t>
            </a:r>
          </a:p>
        </p:txBody>
      </p:sp>
      <p:sp>
        <p:nvSpPr>
          <p:cNvPr id="22" name="">
            <a:extLst xmlns:a="http://schemas.openxmlformats.org/drawingml/2006/main">
              <a:ext uri="{FF2B5EF4-FFF2-40B4-BE49-F238E27FC236}">
                <a16:creationId xmlns:a16="http://schemas.microsoft.com/office/drawing/2014/main" id="{CE8F2708-04DD-406A-B84E-850F13A8465A}"/>
              </a:ext>
            </a:extLst>
          </p:cNvPr>
          <p:cNvSpPr>
            <a:spLocks xmlns:a="http://schemas.openxmlformats.org/drawingml/2006/main" noGrp="1"/>
          </p:cNvSpPr>
          <p:nvPr/>
        </p:nvSpPr>
        <p:spPr>
          <a:xfrm xmlns:a="http://schemas.openxmlformats.org/drawingml/2006/main">
            <a:off x="8115300" y="4953000"/>
            <a:ext cx="76200" cy="76200"/>
          </a:xfrm>
          <a:prstGeom xmlns:a="http://schemas.openxmlformats.org/drawingml/2006/main" prst="roundRect">
            <a:avLst>
              <a:gd name="adj" fmla="val 50000"/>
            </a:avLst>
          </a:prstGeom>
          <a:solidFill xmlns:a="http://schemas.openxmlformats.org/drawingml/2006/main">
            <a:srgbClr val="D0F36A"/>
          </a:solidFill>
          <a:ln xmlns:a="http://schemas.openxmlformats.org/drawingml/2006/main" w="0">
            <a:noFill/>
            <a:prstDash val="solid"/>
          </a:ln>
        </p:spPr>
      </p:sp>
      <p:sp>
        <p:nvSpPr>
          <p:cNvPr id="23" name="s11-use-2">
            <a:extLst xmlns:a="http://schemas.openxmlformats.org/drawingml/2006/main">
              <a:ext uri="{FF2B5EF4-FFF2-40B4-BE49-F238E27FC236}">
                <a16:creationId xmlns:a16="http://schemas.microsoft.com/office/drawing/2014/main" id="{23B7BD9C-2A3B-4745-8A58-C5F009844042}"/>
              </a:ext>
            </a:extLst>
          </p:cNvPr>
          <p:cNvSpPr>
            <a:spLocks xmlns:a="http://schemas.openxmlformats.org/drawingml/2006/main" noGrp="1"/>
          </p:cNvSpPr>
          <p:nvPr/>
        </p:nvSpPr>
        <p:spPr>
          <a:xfrm xmlns:a="http://schemas.openxmlformats.org/drawingml/2006/main">
            <a:off x="8324850" y="4876800"/>
            <a:ext cx="2343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F4F7F2"/>
                </a:solidFill>
                <a:latin typeface="Segoe UI"/>
                <a:ea typeface="Segoe UI"/>
                <a:cs typeface="Segoe UI"/>
              </a:defRPr>
            </a:defPPr>
          </a:lstStyle>
          <a:p xmlns:a="http://schemas.openxmlformats.org/drawingml/2006/main">
            <a:pPr algn="l">
              <a:lnSpc>
                <a:spcPct val="102000"/>
              </a:lnSpc>
              <a:buNone/>
              <a:defRPr sz="1275" b="0">
                <a:solidFill>
                  <a:srgbClr val="F4F7F2"/>
                </a:solidFill>
                <a:latin typeface="Segoe UI"/>
                <a:ea typeface="Segoe UI"/>
                <a:cs typeface="Segoe UI"/>
              </a:defRPr>
            </a:pPr>
            <a:r>
              <a:rPr sz="1275" b="0">
                <a:solidFill>
                  <a:srgbClr val="F4F7F2"/>
                </a:solidFill>
                <a:latin typeface="Segoe UI"/>
                <a:ea typeface="Segoe UI"/>
                <a:cs typeface="Segoe UI"/>
              </a:rPr>
              <a:t>Validación de mercado</a:t>
            </a:r>
          </a:p>
        </p:txBody>
      </p:sp>
      <p:sp>
        <p:nvSpPr>
          <p:cNvPr id="24" name="s11-terms">
            <a:extLst xmlns:a="http://schemas.openxmlformats.org/drawingml/2006/main">
              <a:ext uri="{FF2B5EF4-FFF2-40B4-BE49-F238E27FC236}">
                <a16:creationId xmlns:a16="http://schemas.microsoft.com/office/drawing/2014/main" id="{E7CB89BA-DC30-4C5A-89B9-ECD9BB638945}"/>
              </a:ext>
            </a:extLst>
          </p:cNvPr>
          <p:cNvSpPr>
            <a:spLocks xmlns:a="http://schemas.openxmlformats.org/drawingml/2006/main" noGrp="1"/>
          </p:cNvSpPr>
          <p:nvPr/>
        </p:nvSpPr>
        <p:spPr>
          <a:xfrm xmlns:a="http://schemas.openxmlformats.org/drawingml/2006/main">
            <a:off x="8115300" y="52768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F1B96A"/>
                </a:solidFill>
                <a:latin typeface="Segoe UI"/>
                <a:ea typeface="Segoe UI"/>
                <a:cs typeface="Segoe UI"/>
              </a:defRPr>
            </a:defPPr>
          </a:lstStyle>
          <a:p xmlns:a="http://schemas.openxmlformats.org/drawingml/2006/main">
            <a:pPr algn="l">
              <a:lnSpc>
                <a:spcPct val="102000"/>
              </a:lnSpc>
              <a:buNone/>
              <a:defRPr sz="1050" b="1">
                <a:solidFill>
                  <a:srgbClr val="F1B96A"/>
                </a:solidFill>
                <a:latin typeface="Segoe UI"/>
                <a:ea typeface="Segoe UI"/>
                <a:cs typeface="Segoe UI"/>
              </a:defRPr>
            </a:pPr>
            <a:r>
              <a:rPr sz="1050" b="1">
                <a:solidFill>
                  <a:srgbClr val="F1B96A"/>
                </a:solidFill>
                <a:latin typeface="Segoe UI"/>
                <a:ea typeface="Segoe UI"/>
                <a:cs typeface="Segoe UI"/>
              </a:rPr>
              <a:t>Monto y términos por definir.</a:t>
            </a:r>
          </a:p>
        </p:txBody>
      </p:sp>
    </p:spTree>
    <p:extLst>
      <p:ext uri="{BB962C8B-B14F-4D97-AF65-F5344CB8AC3E}">
        <p14:creationId xmlns:p14="http://schemas.microsoft.com/office/powerpoint/2010/main" val="1592762427"/>
      </p:ext>
    </p:extLst>
  </p:cSld>
</p:sld>
</file>

<file path=ppt/theme/theme1.xml><?xml version="1.0" encoding="utf-8"?>
<a:theme xmlns:a="http://schemas.openxmlformats.org/drawingml/2006/main" name="ChatGPT">
  <a:themeElements>
    <a:clrScheme name="BioPulse Forest">
      <a:dk1>
        <a:srgbClr val="000000"/>
      </a:dk1>
      <a:lt1>
        <a:srgbClr val="FFFFFF"/>
      </a:lt1>
      <a:dk2>
        <a:srgbClr val="07100E"/>
      </a:dk2>
      <a:lt2>
        <a:srgbClr val="E6EEE8"/>
      </a:lt2>
      <a:accent1>
        <a:srgbClr val="D0F36A"/>
      </a:accent1>
      <a:accent2>
        <a:srgbClr val="74E2C7"/>
      </a:accent2>
      <a:accent3>
        <a:srgbClr val="91C9E8"/>
      </a:accent3>
      <a:accent4>
        <a:srgbClr val="F1B96A"/>
      </a:accent4>
      <a:accent5>
        <a:srgbClr val="E98678"/>
      </a:accent5>
      <a:accent6>
        <a:srgbClr val="A8D7A3"/>
      </a:accent6>
      <a:hlink>
        <a:srgbClr val="74E2C7"/>
      </a:hlink>
      <a:folHlink>
        <a:srgbClr val="91C9E8"/>
      </a:folHlink>
    </a:clrScheme>
    <a:fontScheme name="">
      <a:majorFont>
        <a:latin typeface="Segoe UI"/>
        <a:ea typeface=""/>
        <a:cs typeface=""/>
      </a:majorFont>
      <a:minorFont>
        <a:latin typeface="Segoe UI"/>
        <a:ea typeface=""/>
        <a:cs typeface=""/>
      </a:minorFont>
    </a:fontScheme>
    <a:fmtScheme name="BioPulse Fores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2026-10-16T15:47:37.5940000Z</dcterms:created>
  <dcterms:modified xsi:type="dcterms:W3CDTF">2026-10-16T15:47:37.5950000Z</dcterms:modified>
</coreProperties>
</file>