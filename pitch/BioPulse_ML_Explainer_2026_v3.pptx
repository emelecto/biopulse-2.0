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558bef0f5543a4" /><Relationship Type="http://schemas.openxmlformats.org/officeDocument/2006/relationships/extended-properties" Target="/docProps/app.xml" Id="Rba748b3a1065447e" /><Relationship Type="http://schemas.openxmlformats.org/officeDocument/2006/relationships/officeDocument" Target="/ppt/presentation.xml" Id="R0038dd5cb96b47c1" /></Relationships>
</file>

<file path=ppt/presentation.xml><?xml version="1.0" encoding="utf-8"?>
<p:presentation xmlns:p="http://schemas.openxmlformats.org/presentationml/2006/main">
  <p:sldMasterIdLst>
    <p:sldMasterId xmlns:r="http://schemas.openxmlformats.org/officeDocument/2006/relationships" id="2147483648" r:id="Ra25f1ae46eb64cb9"/>
  </p:sldMasterIdLst>
  <p:notesMasterIdLst>
    <p:notesMasterId xmlns:r="http://schemas.openxmlformats.org/officeDocument/2006/relationships" r:id="R9e31b6269f7f48c6"/>
  </p:notesMasterIdLst>
  <p:sldIdLst>
    <p:sldId xmlns:r="http://schemas.openxmlformats.org/officeDocument/2006/relationships" id="256" r:id="R2d9bad12ce824f6c"/>
    <p:sldId xmlns:r="http://schemas.openxmlformats.org/officeDocument/2006/relationships" id="257" r:id="R09b1ab27e93e4d46"/>
    <p:sldId xmlns:r="http://schemas.openxmlformats.org/officeDocument/2006/relationships" id="258" r:id="Rf4aeb25b585049c6"/>
    <p:sldId xmlns:r="http://schemas.openxmlformats.org/officeDocument/2006/relationships" id="259" r:id="R0adda3dedd184ed8"/>
    <p:sldId xmlns:r="http://schemas.openxmlformats.org/officeDocument/2006/relationships" id="260" r:id="R8a4ad2c746054760"/>
    <p:sldId xmlns:r="http://schemas.openxmlformats.org/officeDocument/2006/relationships" id="261" r:id="R26726edd4c474653"/>
    <p:sldId xmlns:r="http://schemas.openxmlformats.org/officeDocument/2006/relationships" id="262" r:id="R50ad7172443f4dd2"/>
    <p:sldId xmlns:r="http://schemas.openxmlformats.org/officeDocument/2006/relationships" id="263" r:id="R6a1e0799c12845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9d174f02d04a07" /><Relationship Type="http://schemas.openxmlformats.org/officeDocument/2006/relationships/slideMaster" Target="/ppt/slideMasters/slideMaster1.xml" Id="Ra25f1ae46eb64cb9" /><Relationship Type="http://schemas.openxmlformats.org/officeDocument/2006/relationships/notesMaster" Target="/ppt/notesMasters/notesMaster1.xml" Id="R9e31b6269f7f48c6" /><Relationship Type="http://schemas.openxmlformats.org/officeDocument/2006/relationships/presProps" Target="/ppt/presProps.xml" Id="R617474122f14440a" /><Relationship Type="http://schemas.openxmlformats.org/officeDocument/2006/relationships/tableStyles" Target="/ppt/tableStyles.xml" Id="R9ac9b3ab76914af5" /><Relationship Type="http://schemas.openxmlformats.org/officeDocument/2006/relationships/slide" Target="/ppt/slides/slide1.xml" Id="R2d9bad12ce824f6c" /><Relationship Type="http://schemas.openxmlformats.org/officeDocument/2006/relationships/slide" Target="/ppt/slides/slide2.xml" Id="R09b1ab27e93e4d46" /><Relationship Type="http://schemas.openxmlformats.org/officeDocument/2006/relationships/slide" Target="/ppt/slides/slide3.xml" Id="Rf4aeb25b585049c6" /><Relationship Type="http://schemas.openxmlformats.org/officeDocument/2006/relationships/slide" Target="/ppt/slides/slide4.xml" Id="R0adda3dedd184ed8" /><Relationship Type="http://schemas.openxmlformats.org/officeDocument/2006/relationships/slide" Target="/ppt/slides/slide5.xml" Id="R8a4ad2c746054760" /><Relationship Type="http://schemas.openxmlformats.org/officeDocument/2006/relationships/slide" Target="/ppt/slides/slide6.xml" Id="R26726edd4c474653" /><Relationship Type="http://schemas.openxmlformats.org/officeDocument/2006/relationships/slide" Target="/ppt/slides/slide7.xml" Id="R50ad7172443f4dd2" /><Relationship Type="http://schemas.openxmlformats.org/officeDocument/2006/relationships/slide" Target="/ppt/slides/slide8.xml" Id="R6a1e0799c12845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d170f55c4244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71450" dist="0" dir="0">
              <a:srgbClr val="A9E8CB">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89341276074c7b" /><Relationship Type="http://schemas.openxmlformats.org/officeDocument/2006/relationships/notesMaster" Target="/ppt/notesMasters/notesMaster1.xml" Id="R1298a6de93df4a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e97dc2bc9e40a3" /><Relationship Type="http://schemas.openxmlformats.org/officeDocument/2006/relationships/notesMaster" Target="/ppt/notesMasters/notesMaster1.xml" Id="Rfad8f000bae24d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343ab2c0114c2f" /><Relationship Type="http://schemas.openxmlformats.org/officeDocument/2006/relationships/notesMaster" Target="/ppt/notesMasters/notesMaster1.xml" Id="R6086d86a8d634c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bf1433185540e6" /><Relationship Type="http://schemas.openxmlformats.org/officeDocument/2006/relationships/notesMaster" Target="/ppt/notesMasters/notesMaster1.xml" Id="R200d65ac795444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40377b2f644beb" /><Relationship Type="http://schemas.openxmlformats.org/officeDocument/2006/relationships/notesMaster" Target="/ppt/notesMasters/notesMaster1.xml" Id="R13da3ade66a14d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df40c93b484416" /><Relationship Type="http://schemas.openxmlformats.org/officeDocument/2006/relationships/notesMaster" Target="/ppt/notesMasters/notesMaster1.xml" Id="Rbe13aefaff3f48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0b4ea602be4821" /><Relationship Type="http://schemas.openxmlformats.org/officeDocument/2006/relationships/notesMaster" Target="/ppt/notesMasters/notesMaster1.xml" Id="R5dc29af266994b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1cef251d504ad8" /><Relationship Type="http://schemas.openxmlformats.org/officeDocument/2006/relationships/notesMaster" Target="/ppt/notesMasters/notesMaster1.xml" Id="R86b4a888219344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presentación separa tres cosas que a menudo se confunden: mediciones observadas, índices deterministas y modelos de aprendizaje automático. El producto incluye un Isolation Forest personal no supervisado que se ejecuta en el dispositivo. Las predicciones supervisadas de recuperación siguen en investigación porque el benchmark disponible no superó una referencia sencilla.</a:t>
            </a:r>
          </a:p>
          <a:p xmlns:a="http://schemas.openxmlformats.org/drawingml/2006/main">
            <a:r>
              <a:t/>
            </a:r>
          </a:p>
          <a:p xmlns:a="http://schemas.openxmlformats.org/drawingml/2006/main">
            <a:r>
              <a:t>Fuentes del proyecto: PRODUCT.md; docs/SCORE_ALGORITHMS.md; ml/ACTIVATION_REVIEW_2026-10-17.md. Imagen de portada: BioPulse/Resources/Assets.xcassets/ForestNight.imageset/forest-night.png.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la aplicación hay tres categorías. Primero, la medición: la observación que Apple Health o el usuario aportó. Segundo, los índices BioScore y Sleep Score, que son fórmulas deterministas versionadas como personal-v1. Tercero, un modelo no supervisado que detecta combinaciones aisladas respecto al historial individual. La señal llamada “cambio personal” en Tendencias también proviene de una regla, no de aprendizaje automático. Este vocabulario debe mantenerse en cualquier exposición o demo.</a:t>
            </a:r>
          </a:p>
          <a:p xmlns:a="http://schemas.openxmlformats.org/drawingml/2006/main">
            <a:r>
              <a:t/>
            </a:r>
          </a:p>
          <a:p xmlns:a="http://schemas.openxmlformats.org/drawingml/2006/main">
            <a:r>
              <a:t>Fuentes: docs/SCORE_ALGORITHMS.md; BioPulse/Sources/App/ExploreViews.swift; PRODUCT.md.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Isolation Forest es un método no supervisado para encontrar observaciones atípicas. A diferencia de un clasificador entrenado con etiquetas de “enfermo” y “sano”, construye árboles de divisiones aleatorias. Si una observación queda aislada con pocos cortes, su longitud promedio de recorrido resulta menor y el score de anomalía aumenta.</a:t>
            </a:r>
          </a:p>
          <a:p xmlns:a="http://schemas.openxmlformats.org/drawingml/2006/main">
            <a:r>
              <a:t/>
            </a:r>
          </a:p>
          <a:p xmlns:a="http://schemas.openxmlformats.org/drawingml/2006/main">
            <a:r>
              <a:t>La versión personal de BioPulse construye 100 árboles. Cada uno toma una muestra de hasta 32 días completos y limita su profundidad aproximadamente a log2 del tamaño de muestra. El diagrama de esta diapositiva explica el concepto: no representa datos de usuario ni una ejecución real.</a:t>
            </a:r>
          </a:p>
          <a:p xmlns:a="http://schemas.openxmlformats.org/drawingml/2006/main">
            <a:r>
              <a:t/>
            </a:r>
          </a:p>
          <a:p xmlns:a="http://schemas.openxmlformats.org/drawingml/2006/main">
            <a:r>
              <a:t>Fuente primaria del algoritmo: Fei Tony Liu, Kai Ming Ting y Zhi-Hua Zhou, “Isolation Forest”, IEEE ICDM 2008, DOI 10.1109/ICDM.2008.17: https://doi.org/10.1109/ICDM.2008.17. Implementación BioPulse: BioPulse/Sources/BioPulseDomain/PersonalAnomalyForest.swift.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evaluación recibe observaciones diarias que cumplen las tres entradas: HRV SDNN en milisegundos, pulso en reposo en latidos por minuto y energía activa en kilocalorías. El código descarta filas con valores no válidos. Busca la observación del día objetivo y forma el historial solo con días anteriores dentro de una ventana de 90 días.</a:t>
            </a:r>
          </a:p>
          <a:p xmlns:a="http://schemas.openxmlformats.org/drawingml/2006/main">
            <a:r>
              <a:t/>
            </a:r>
          </a:p>
          <a:p xmlns:a="http://schemas.openxmlformats.org/drawingml/2006/main">
            <a:r>
              <a:t>Sin la observación completa del día evaluado no calcula resultado. Si hay menos de 30 días completos previos, devuelve “Datos insuficientes”. La app consulta el historial de HealthKit o puede usar CSV local; el algoritmo no sube las mediciones a un servidor. El día objetivo no participa en su propio conjunto de referencia.</a:t>
            </a:r>
          </a:p>
          <a:p xmlns:a="http://schemas.openxmlformats.org/drawingml/2006/main">
            <a:r>
              <a:t/>
            </a:r>
          </a:p>
          <a:p xmlns:a="http://schemas.openxmlformats.org/drawingml/2006/main">
            <a:r>
              <a:t>Fuentes: BioPulse/Sources/BioPulseDomain/PersonalAnomalyForest.swift; BioPulse/Sources/App/WellnessScoreAdapter.swift; docs/D-055 / decisión sobre importación local de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cada árbol el algoritmo mide h(x), el número de divisiones que necesita para aislar la observación. Luego promedia ese recorrido entre árboles. La normalización c(n) depende del tamaño de muestra. La fórmula clásica convierte un recorrido corto en un score de anomalía más alto. El producto multiplica por 100, redondea y limita el valor al rango de 0 a 100.</a:t>
            </a:r>
          </a:p>
          <a:p xmlns:a="http://schemas.openxmlformats.org/drawingml/2006/main">
            <a:r>
              <a:t/>
            </a:r>
          </a:p>
          <a:p xmlns:a="http://schemas.openxmlformats.org/drawingml/2006/main">
            <a:r>
              <a:t>El número no es una probabilidad. No existe en BioPulse un umbral validado que diga “normal”, “alto riesgo” o “enfermo”. Una combinación estadísticamente atípica puede reflejar muchas cosas, incluso variación de las mediciones. Por eso no debe usarse para diagnóstico, tratamiento ni urgencias.</a:t>
            </a:r>
          </a:p>
          <a:p xmlns:a="http://schemas.openxmlformats.org/drawingml/2006/main">
            <a:r>
              <a:t/>
            </a:r>
          </a:p>
          <a:p xmlns:a="http://schemas.openxmlformats.org/drawingml/2006/main">
            <a:r>
              <a:t>Fuentes: implementation and user copy in BioPulse/Sources/BioPulseDomain/PersonalAnomalyForest.swift; original method: Liu, Ting &amp; Zhou (2008), https://doi.org/10.1109/ICDM.2008.17.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modelo ya está invocado en la pantalla Tendencias de iOS. El resultado incluye la versión isolation-forest-personal-v1, el número de días de referencia y una explicación de que es un índice de atipicidad, no una probabilidad. Cuando no hay suficientes datos, el estado visible explica qué falta.</a:t>
            </a:r>
          </a:p>
          <a:p xmlns:a="http://schemas.openxmlformats.org/drawingml/2006/main">
            <a:r>
              <a:t/>
            </a:r>
          </a:p>
          <a:p xmlns:a="http://schemas.openxmlformats.org/drawingml/2006/main">
            <a:r>
              <a:t>Las pruebas automatizadas verifican el contrato del código: umbral de 30 días, ausencia de objetivo, orden relativo esperado para un fixture sintético extremo, filtrado de una entrada inválida y respuesta neutral en un historial constante. El CI del repositorio compila el proyecto iOS y ejecuta pruebas de dominio. Esas pruebas muestran que el código hace lo esperado en escenarios diseñados; no miden sensibilidad, especificidad, falsos positivos ni beneficio para personas reales.</a:t>
            </a:r>
          </a:p>
          <a:p xmlns:a="http://schemas.openxmlformats.org/drawingml/2006/main">
            <a:r>
              <a:t/>
            </a:r>
          </a:p>
          <a:p xmlns:a="http://schemas.openxmlformats.org/drawingml/2006/main">
            <a:r>
              <a:t>Fuentes: BioPulse/Sources/App/ExploreViews.swift; BioPulse/Tests/BioPulseDomainTests/PersonalAnomalyForestTests.swift; último workflow de iOS en GitHub Actions, run 39303119107.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experimento es distinto al Isolation Forest activo. Aquí se intentó predecir un resultado futuro independiente: el readiness que la persona reportó para el día siguiente en PMSys. Se usaron datos Fitbit del día anterior y se separaron personas y tiempo.</a:t>
            </a:r>
          </a:p>
          <a:p xmlns:a="http://schemas.openxmlformats.org/drawingml/2006/main">
            <a:r>
              <a:t/>
            </a:r>
          </a:p>
          <a:p xmlns:a="http://schemas.openxmlformats.org/drawingml/2006/main">
            <a:r>
              <a:t>En 1.268 pares de 16 participantes, el holdout fijo tuvo 482 filas de 12 personas para entrenamiento y 199 filas de cuatro personas no vistas para prueba. La mediana de entrenamiento logró MAE 1,4824. El valor autorreportado del día anterior también tuvo MAE 1,4824. Ridge obtuvo 1,7064 y gradient boosting 2,0065. Menor MAE es mejor, por lo que los modelos candidatos no justificaron la activación. Los R² fueron −0,0583 para mediana, −0,2863 para persistencia, −0,2949 para Ridge y −0,8688 para boosting.</a:t>
            </a:r>
          </a:p>
          <a:p xmlns:a="http://schemas.openxmlformats.org/drawingml/2006/main">
            <a:r>
              <a:t/>
            </a:r>
          </a:p>
          <a:p xmlns:a="http://schemas.openxmlformats.org/drawingml/2006/main">
            <a:r>
              <a:t>Es un único holdout pequeño, con dispositivo Fitbit y cuatro personas de prueba. No predice Apple Watch, no valida un score clínico y no debe extrapolarse a la población objetivo. La licencia del conjunto también requiere aclaración antes de uso comercial.</a:t>
            </a:r>
          </a:p>
          <a:p xmlns:a="http://schemas.openxmlformats.org/drawingml/2006/main">
            <a:r>
              <a:t/>
            </a:r>
          </a:p>
          <a:p xmlns:a="http://schemas.openxmlformats.org/drawingml/2006/main">
            <a:r>
              <a:t>Fuentes: ml/ACTIVATION_REVIEW_2026-10-17.md; PMData, Simula, https://datasets.simula.no/pmdata/; artículo original del dataset citado en el informe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decisión actual es mantener el modelo de anomalías como exploratorio y no afirmar que BioPulse predice recuperación. Para dar ese paso necesitamos acordar una variable objetivo futura que se mida independientemente. Por ejemplo, una pregunta corta y estructurada sobre recuperación que la persona responda a la mañana siguiente. La etiqueta no debe ser BioScore, Sleep Score ni otra fórmula derivada de las mismas señales de entrada.</a:t>
            </a:r>
          </a:p>
          <a:p xmlns:a="http://schemas.openxmlformats.org/drawingml/2006/main">
            <a:r>
              <a:t/>
            </a:r>
          </a:p>
          <a:p xmlns:a="http://schemas.openxmlformats.org/drawingml/2006/main">
            <a:r>
              <a:t>Después hacen falta datos de varias personas con autorización y uso permitido, registros de Apple Watch en la población objetivo, separación por persona y tiempo, referencia simple, evaluación en una cohorte independiente, análisis de cobertura y errores por subgrupo. Si el candidato no supera de forma consistente la referencia o produce una salida confusa, no se integra. La vía clínica requeriría evidencia clínica, calibración, revisión especializada y requisitos regulatorios aparte.</a:t>
            </a:r>
          </a:p>
          <a:p xmlns:a="http://schemas.openxmlformats.org/drawingml/2006/main">
            <a:r>
              <a:t/>
            </a:r>
          </a:p>
          <a:p xmlns:a="http://schemas.openxmlformats.org/drawingml/2006/main">
            <a:r>
              <a:t>Fuentes: ml/README.md; ml/ACTIVATION_REVIEW_2026-10-17.md; docs/SCORE_ALGORITHMS.md; PRODUCT.md.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ec721a24df45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1e4f5ba9a04b2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2f748e43ff4cd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c41d7fa55fd47c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6fe5c3f65e044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6e4e60a6e748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4571E3-78ED-4253-BA62-759CA9334FA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BE4DCB-95F5-47EF-91BB-12CFED3D2A0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417487A-9F1B-41C6-A5D6-BAE9862999B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27F6CF-C94B-4B41-8296-9F7118F330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7D9492-9B28-4C06-8161-33B8C0D799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6F0C33F-8CC1-4471-927F-996DE2F5CF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42FF32-C46F-4ECD-B365-C0012E0223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E01A36D-7BC6-4597-AD1C-666AE7D9BE8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EC9DE4-3D64-4B5C-AA61-05FEF0B872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4B0D5F-FFE9-44AA-BE95-DBA361AE70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bbcf649c3e4e8e" /><Relationship Type="http://schemas.openxmlformats.org/officeDocument/2006/relationships/slideLayout" Target="/ppt/slideLayouts/slideLayout1.xml" Id="R9529aa91fa6f4b8b" /><Relationship Type="http://schemas.openxmlformats.org/officeDocument/2006/relationships/slideLayout" Target="/ppt/slideLayouts/slideLayout2.xml" Id="R621b5567b6984b7b" /><Relationship Type="http://schemas.openxmlformats.org/officeDocument/2006/relationships/slideLayout" Target="/ppt/slideLayouts/slideLayout3.xml" Id="R40d006049ad846e3" /><Relationship Type="http://schemas.openxmlformats.org/officeDocument/2006/relationships/slideLayout" Target="/ppt/slideLayouts/slideLayout4.xml" Id="R90a9971014d643b3" /><Relationship Type="http://schemas.openxmlformats.org/officeDocument/2006/relationships/slideLayout" Target="/ppt/slideLayouts/slideLayout5.xml" Id="R820133c972554a29" /><Relationship Type="http://schemas.openxmlformats.org/officeDocument/2006/relationships/slideLayout" Target="/ppt/slideLayouts/slideLayout6.xml" Id="Rd6cc8b3a081745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29aa91fa6f4b8b"/>
    <p:sldLayoutId xmlns:r="http://schemas.openxmlformats.org/officeDocument/2006/relationships" id="2147483650" r:id="R621b5567b6984b7b"/>
    <p:sldLayoutId xmlns:r="http://schemas.openxmlformats.org/officeDocument/2006/relationships" id="2147483651" r:id="R40d006049ad846e3"/>
    <p:sldLayoutId xmlns:r="http://schemas.openxmlformats.org/officeDocument/2006/relationships" id="2147483652" r:id="R90a9971014d643b3"/>
    <p:sldLayoutId xmlns:r="http://schemas.openxmlformats.org/officeDocument/2006/relationships" id="2147483653" r:id="R820133c972554a29"/>
    <p:sldLayoutId xmlns:r="http://schemas.openxmlformats.org/officeDocument/2006/relationships" id="2147483654" r:id="Rd6cc8b3a081745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71450" dist="0" dir="0">
              <a:srgbClr val="A9E8CB">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66c4fb5b72f4221" /><Relationship Type="http://schemas.openxmlformats.org/officeDocument/2006/relationships/image" Target="/ppt/media/image.png" Id="R2cb978c42cf1449f" /><Relationship Type="http://schemas.openxmlformats.org/officeDocument/2006/relationships/notesSlide" Target="/ppt/notesSlides/notesSlide1.xml" Id="R2de521553c7c48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a195baa2b6c46d8" /><Relationship Type="http://schemas.openxmlformats.org/officeDocument/2006/relationships/notesSlide" Target="/ppt/notesSlides/notesSlide2.xml" Id="R3fd826fdf89a41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8adeec746094f48" /><Relationship Type="http://schemas.openxmlformats.org/officeDocument/2006/relationships/notesSlide" Target="/ppt/notesSlides/notesSlide3.xml" Id="Rbd6480c076b843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5e7f8bee68944ec" /><Relationship Type="http://schemas.openxmlformats.org/officeDocument/2006/relationships/notesSlide" Target="/ppt/notesSlides/notesSlide4.xml" Id="R5462b5639eab41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2c7dbde09914ea6" /><Relationship Type="http://schemas.openxmlformats.org/officeDocument/2006/relationships/notesSlide" Target="/ppt/notesSlides/notesSlide5.xml" Id="R9a932e3dff5e4c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10c7c0f247c4be6" /><Relationship Type="http://schemas.openxmlformats.org/officeDocument/2006/relationships/notesSlide" Target="/ppt/notesSlides/notesSlide6.xml" Id="R46e8e41ad5d94d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e107b12cab4ff8" /><Relationship Type="http://schemas.openxmlformats.org/officeDocument/2006/relationships/notesSlide" Target="/ppt/notesSlides/notesSlide7.xml" Id="Rd6ec091477f04c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4cdb6074d044514" /><Relationship Type="http://schemas.openxmlformats.org/officeDocument/2006/relationships/notesSlide" Target="/ppt/notesSlides/notesSlide8.xml" Id="Rad260e95aec74285" /></Relationships>
</file>

<file path=ppt/slides/slide1.xml><?xml version="1.0" encoding="utf-8"?>
<p:sld xmlns:p="http://schemas.openxmlformats.org/presentationml/2006/main">
  <p:cSld>
    <p:bg>
      <p:bgPr>
        <a:solidFill xmlns:a="http://schemas.openxmlformats.org/drawingml/2006/main">
          <a:srgbClr val="071A24"/>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6A284BF-3B20-4AB2-BE35-42F091A292CC}"/>
              </a:ext>
            </a:extLst>
          </p:cNvPr>
          <p:cNvPicPr>
            <a:picLocks xmlns:a="http://schemas.openxmlformats.org/drawingml/2006/main" noChangeAspect="1"/>
          </p:cNvPicPr>
          <p:nvPr/>
        </p:nvPicPr>
        <p:blipFill>
          <a:blip xmlns:r="http://schemas.openxmlformats.org/officeDocument/2006/relationships" xmlns:a="http://schemas.openxmlformats.org/drawingml/2006/main" r:embed="R2cb978c42cf1449f"/>
          <a:srcRect xmlns:a="http://schemas.openxmlformats.org/drawingml/2006/main" l="0" t="6757" r="0" b="6757"/>
          <a:stretch xmlns:a="http://schemas.openxmlformats.org/drawingml/2006/main">
            <a:fillRect l="0" t="0" r="0" b="0"/>
          </a:stretch>
        </p:blipFill>
        <p:spPr>
          <a:xfrm xmlns:a="http://schemas.openxmlformats.org/drawingml/2006/main">
            <a:off x="6905625" y="0"/>
            <a:ext cx="52863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F51ABA8-6617-41DE-8C80-DFC10EDE8CD0}"/>
              </a:ext>
            </a:extLst>
          </p:cNvPr>
          <p:cNvSpPr>
            <a:spLocks xmlns:a="http://schemas.openxmlformats.org/drawingml/2006/main" noGrp="1"/>
          </p:cNvSpPr>
          <p:nvPr/>
        </p:nvSpPr>
        <p:spPr>
          <a:xfrm xmlns:a="http://schemas.openxmlformats.org/drawingml/2006/main">
            <a:off x="0" y="0"/>
            <a:ext cx="7715250" cy="6858000"/>
          </a:xfrm>
          <a:prstGeom xmlns:a="http://schemas.openxmlformats.org/drawingml/2006/main" prst="rect">
            <a:avLst/>
          </a:prstGeom>
          <a:gradFill xmlns:a="http://schemas.openxmlformats.org/drawingml/2006/main">
            <a:gsLst>
              <a:gs pos="0">
                <a:srgbClr val="071A24"/>
              </a:gs>
              <a:gs pos="64000">
                <a:srgbClr val="071A24">
                  <a:alpha val="96000"/>
                </a:srgbClr>
              </a:gs>
              <a:gs pos="100000">
                <a:srgbClr val="071A24">
                  <a:alpha val="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BFA444D-5433-4F5A-A04E-8D5DCD5E0834}"/>
              </a:ext>
            </a:extLst>
          </p:cNvPr>
          <p:cNvSpPr>
            <a:spLocks xmlns:a="http://schemas.openxmlformats.org/drawingml/2006/main" noGrp="1"/>
          </p:cNvSpPr>
          <p:nvPr/>
        </p:nvSpPr>
        <p:spPr>
          <a:xfrm xmlns:a="http://schemas.openxmlformats.org/drawingml/2006/main">
            <a:off x="685800" y="819150"/>
            <a:ext cx="361950" cy="361950"/>
          </a:xfrm>
          <a:prstGeom xmlns:a="http://schemas.openxmlformats.org/drawingml/2006/main" prst="ellipse">
            <a:avLst/>
          </a:prstGeom>
          <a:solidFill xmlns:a="http://schemas.openxmlformats.org/drawingml/2006/main">
            <a:srgbClr val="A9E8C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C8E7087-90E1-44BC-ABB9-F46FEBEA8C26}"/>
              </a:ext>
            </a:extLst>
          </p:cNvPr>
          <p:cNvSpPr>
            <a:spLocks xmlns:a="http://schemas.openxmlformats.org/drawingml/2006/main" noGrp="1"/>
          </p:cNvSpPr>
          <p:nvPr/>
        </p:nvSpPr>
        <p:spPr>
          <a:xfrm xmlns:a="http://schemas.openxmlformats.org/drawingml/2006/main">
            <a:off x="685800" y="847725"/>
            <a:ext cx="361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i="0">
                <a:solidFill>
                  <a:srgbClr val="071A24"/>
                </a:solidFill>
                <a:latin typeface="Segoe UI"/>
                <a:ea typeface="Segoe UI"/>
                <a:cs typeface="Segoe UI"/>
              </a:defRPr>
            </a:defPPr>
            <a:lvl1pPr algn="ctr">
              <a:defRPr sz="1650" b="1" i="0">
                <a:solidFill>
                  <a:srgbClr val="071A24"/>
                </a:solidFill>
                <a:latin typeface="Segoe UI"/>
                <a:ea typeface="Segoe UI"/>
                <a:cs typeface="Segoe UI"/>
              </a:defRPr>
            </a:lvl1pPr>
            <a:lvl2pPr algn="ctr">
              <a:defRPr sz="1650" b="1" i="0">
                <a:solidFill>
                  <a:srgbClr val="071A24"/>
                </a:solidFill>
                <a:latin typeface="Segoe UI"/>
                <a:ea typeface="Segoe UI"/>
                <a:cs typeface="Segoe UI"/>
              </a:defRPr>
            </a:lvl2pPr>
            <a:lvl3pPr algn="ctr">
              <a:defRPr sz="1650" b="1" i="0">
                <a:solidFill>
                  <a:srgbClr val="071A24"/>
                </a:solidFill>
                <a:latin typeface="Segoe UI"/>
                <a:ea typeface="Segoe UI"/>
                <a:cs typeface="Segoe UI"/>
              </a:defRPr>
            </a:lvl3pPr>
            <a:lvl4pPr algn="ctr">
              <a:defRPr sz="1650" b="1" i="0">
                <a:solidFill>
                  <a:srgbClr val="071A24"/>
                </a:solidFill>
                <a:latin typeface="Segoe UI"/>
                <a:ea typeface="Segoe UI"/>
                <a:cs typeface="Segoe UI"/>
              </a:defRPr>
            </a:lvl4pPr>
            <a:lvl5pPr algn="ctr">
              <a:defRPr sz="1650" b="1" i="0">
                <a:solidFill>
                  <a:srgbClr val="071A24"/>
                </a:solidFill>
                <a:latin typeface="Segoe UI"/>
                <a:ea typeface="Segoe UI"/>
                <a:cs typeface="Segoe UI"/>
              </a:defRPr>
            </a:lvl5pPr>
            <a:lvl6pPr algn="ctr">
              <a:defRPr sz="1650" b="1" i="0">
                <a:solidFill>
                  <a:srgbClr val="071A24"/>
                </a:solidFill>
                <a:latin typeface="Segoe UI"/>
                <a:ea typeface="Segoe UI"/>
                <a:cs typeface="Segoe UI"/>
              </a:defRPr>
            </a:lvl6pPr>
            <a:lvl7pPr algn="ctr">
              <a:defRPr sz="1650" b="1" i="0">
                <a:solidFill>
                  <a:srgbClr val="071A24"/>
                </a:solidFill>
                <a:latin typeface="Segoe UI"/>
                <a:ea typeface="Segoe UI"/>
                <a:cs typeface="Segoe UI"/>
              </a:defRPr>
            </a:lvl7pPr>
            <a:lvl8pPr algn="ctr">
              <a:defRPr sz="1650" b="1" i="0">
                <a:solidFill>
                  <a:srgbClr val="071A24"/>
                </a:solidFill>
                <a:latin typeface="Segoe UI"/>
                <a:ea typeface="Segoe UI"/>
                <a:cs typeface="Segoe UI"/>
              </a:defRPr>
            </a:lvl8pPr>
            <a:lvl9pPr algn="ctr">
              <a:defRPr sz="1650" b="1" i="0">
                <a:solidFill>
                  <a:srgbClr val="071A24"/>
                </a:solidFill>
                <a:latin typeface="Segoe UI"/>
                <a:ea typeface="Segoe UI"/>
                <a:cs typeface="Segoe UI"/>
              </a:defRPr>
            </a:lvl9pPr>
          </a:lstStyle>
          <a:p xmlns:a="http://schemas.openxmlformats.org/drawingml/2006/main">
            <a:pPr algn="ctr">
              <a:defRPr sz="1650" b="1" i="0">
                <a:solidFill>
                  <a:srgbClr val="071A24"/>
                </a:solidFill>
                <a:latin typeface="Segoe UI"/>
                <a:ea typeface="Segoe UI"/>
                <a:cs typeface="Segoe UI"/>
              </a:defRPr>
            </a:pPr>
            <a:r>
              <a:rPr sz="1650" b="1" i="0">
                <a:solidFill>
                  <a:srgbClr val="071A24"/>
                </a:solidFill>
                <a:latin typeface="Segoe UI"/>
                <a:ea typeface="Segoe UI"/>
                <a:cs typeface="Segoe UI"/>
              </a:rPr>
              <a:t>B</a:t>
            </a:r>
          </a:p>
        </p:txBody>
      </p:sp>
      <p:sp>
        <p:nvSpPr>
          <p:cNvPr id="5" name="">
            <a:extLst xmlns:a="http://schemas.openxmlformats.org/drawingml/2006/main">
              <a:ext uri="{FF2B5EF4-FFF2-40B4-BE49-F238E27FC236}">
                <a16:creationId xmlns:a16="http://schemas.microsoft.com/office/drawing/2014/main" id="{98AF4EAA-A640-4305-AC85-2667DD11A405}"/>
              </a:ext>
            </a:extLst>
          </p:cNvPr>
          <p:cNvSpPr>
            <a:spLocks xmlns:a="http://schemas.openxmlformats.org/drawingml/2006/main" noGrp="1"/>
          </p:cNvSpPr>
          <p:nvPr/>
        </p:nvSpPr>
        <p:spPr>
          <a:xfrm xmlns:a="http://schemas.openxmlformats.org/drawingml/2006/main">
            <a:off x="1190625" y="8667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i="0">
                <a:solidFill>
                  <a:srgbClr val="F1F7F3"/>
                </a:solidFill>
                <a:latin typeface="Segoe UI"/>
                <a:ea typeface="Segoe UI"/>
                <a:cs typeface="Segoe UI"/>
              </a:defRPr>
            </a:defPPr>
            <a:lvl1pPr algn="l">
              <a:defRPr sz="1275" b="1" i="0">
                <a:solidFill>
                  <a:srgbClr val="F1F7F3"/>
                </a:solidFill>
                <a:latin typeface="Segoe UI"/>
                <a:ea typeface="Segoe UI"/>
                <a:cs typeface="Segoe UI"/>
              </a:defRPr>
            </a:lvl1pPr>
            <a:lvl2pPr algn="l">
              <a:defRPr sz="1275" b="1" i="0">
                <a:solidFill>
                  <a:srgbClr val="F1F7F3"/>
                </a:solidFill>
                <a:latin typeface="Segoe UI"/>
                <a:ea typeface="Segoe UI"/>
                <a:cs typeface="Segoe UI"/>
              </a:defRPr>
            </a:lvl2pPr>
            <a:lvl3pPr algn="l">
              <a:defRPr sz="1275" b="1" i="0">
                <a:solidFill>
                  <a:srgbClr val="F1F7F3"/>
                </a:solidFill>
                <a:latin typeface="Segoe UI"/>
                <a:ea typeface="Segoe UI"/>
                <a:cs typeface="Segoe UI"/>
              </a:defRPr>
            </a:lvl3pPr>
            <a:lvl4pPr algn="l">
              <a:defRPr sz="1275" b="1" i="0">
                <a:solidFill>
                  <a:srgbClr val="F1F7F3"/>
                </a:solidFill>
                <a:latin typeface="Segoe UI"/>
                <a:ea typeface="Segoe UI"/>
                <a:cs typeface="Segoe UI"/>
              </a:defRPr>
            </a:lvl4pPr>
            <a:lvl5pPr algn="l">
              <a:defRPr sz="1275" b="1" i="0">
                <a:solidFill>
                  <a:srgbClr val="F1F7F3"/>
                </a:solidFill>
                <a:latin typeface="Segoe UI"/>
                <a:ea typeface="Segoe UI"/>
                <a:cs typeface="Segoe UI"/>
              </a:defRPr>
            </a:lvl5pPr>
            <a:lvl6pPr algn="l">
              <a:defRPr sz="1275" b="1" i="0">
                <a:solidFill>
                  <a:srgbClr val="F1F7F3"/>
                </a:solidFill>
                <a:latin typeface="Segoe UI"/>
                <a:ea typeface="Segoe UI"/>
                <a:cs typeface="Segoe UI"/>
              </a:defRPr>
            </a:lvl6pPr>
            <a:lvl7pPr algn="l">
              <a:defRPr sz="1275" b="1" i="0">
                <a:solidFill>
                  <a:srgbClr val="F1F7F3"/>
                </a:solidFill>
                <a:latin typeface="Segoe UI"/>
                <a:ea typeface="Segoe UI"/>
                <a:cs typeface="Segoe UI"/>
              </a:defRPr>
            </a:lvl7pPr>
            <a:lvl8pPr algn="l">
              <a:defRPr sz="1275" b="1" i="0">
                <a:solidFill>
                  <a:srgbClr val="F1F7F3"/>
                </a:solidFill>
                <a:latin typeface="Segoe UI"/>
                <a:ea typeface="Segoe UI"/>
                <a:cs typeface="Segoe UI"/>
              </a:defRPr>
            </a:lvl8pPr>
            <a:lvl9pPr algn="l">
              <a:defRPr sz="1275" b="1" i="0">
                <a:solidFill>
                  <a:srgbClr val="F1F7F3"/>
                </a:solidFill>
                <a:latin typeface="Segoe UI"/>
                <a:ea typeface="Segoe UI"/>
                <a:cs typeface="Segoe UI"/>
              </a:defRPr>
            </a:lvl9pPr>
          </a:lstStyle>
          <a:p xmlns:a="http://schemas.openxmlformats.org/drawingml/2006/main">
            <a:pPr algn="l">
              <a:defRPr sz="1275" b="1" i="0">
                <a:solidFill>
                  <a:srgbClr val="F1F7F3"/>
                </a:solidFill>
                <a:latin typeface="Segoe UI"/>
                <a:ea typeface="Segoe UI"/>
                <a:cs typeface="Segoe UI"/>
              </a:defRPr>
            </a:pPr>
            <a:r>
              <a:rPr sz="1275" b="1" i="0">
                <a:solidFill>
                  <a:srgbClr val="F1F7F3"/>
                </a:solidFill>
                <a:latin typeface="Segoe UI"/>
                <a:ea typeface="Segoe UI"/>
                <a:cs typeface="Segoe UI"/>
              </a:rPr>
              <a:t>BIOPULSE</a:t>
            </a:r>
          </a:p>
        </p:txBody>
      </p:sp>
      <p:sp>
        <p:nvSpPr>
          <p:cNvPr id="6" name="">
            <a:extLst xmlns:a="http://schemas.openxmlformats.org/drawingml/2006/main">
              <a:ext uri="{FF2B5EF4-FFF2-40B4-BE49-F238E27FC236}">
                <a16:creationId xmlns:a16="http://schemas.microsoft.com/office/drawing/2014/main" id="{F82A37BC-F3AE-4834-8C5F-8EF60F919734}"/>
              </a:ext>
            </a:extLst>
          </p:cNvPr>
          <p:cNvSpPr>
            <a:spLocks xmlns:a="http://schemas.openxmlformats.org/drawingml/2006/main" noGrp="1"/>
          </p:cNvSpPr>
          <p:nvPr/>
        </p:nvSpPr>
        <p:spPr>
          <a:xfrm xmlns:a="http://schemas.openxmlformats.org/drawingml/2006/main">
            <a:off x="704850" y="1952625"/>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A9E8CB"/>
                </a:solidFill>
                <a:latin typeface="Segoe UI"/>
                <a:ea typeface="Segoe UI"/>
                <a:cs typeface="Segoe UI"/>
              </a:defRPr>
            </a:defPPr>
            <a:lvl1pPr algn="l">
              <a:defRPr sz="975" b="1" i="0">
                <a:solidFill>
                  <a:srgbClr val="A9E8CB"/>
                </a:solidFill>
                <a:latin typeface="Segoe UI"/>
                <a:ea typeface="Segoe UI"/>
                <a:cs typeface="Segoe UI"/>
              </a:defRPr>
            </a:lvl1pPr>
            <a:lvl2pPr algn="l">
              <a:defRPr sz="975" b="1" i="0">
                <a:solidFill>
                  <a:srgbClr val="A9E8CB"/>
                </a:solidFill>
                <a:latin typeface="Segoe UI"/>
                <a:ea typeface="Segoe UI"/>
                <a:cs typeface="Segoe UI"/>
              </a:defRPr>
            </a:lvl2pPr>
            <a:lvl3pPr algn="l">
              <a:defRPr sz="975" b="1" i="0">
                <a:solidFill>
                  <a:srgbClr val="A9E8CB"/>
                </a:solidFill>
                <a:latin typeface="Segoe UI"/>
                <a:ea typeface="Segoe UI"/>
                <a:cs typeface="Segoe UI"/>
              </a:defRPr>
            </a:lvl3pPr>
            <a:lvl4pPr algn="l">
              <a:defRPr sz="975" b="1" i="0">
                <a:solidFill>
                  <a:srgbClr val="A9E8CB"/>
                </a:solidFill>
                <a:latin typeface="Segoe UI"/>
                <a:ea typeface="Segoe UI"/>
                <a:cs typeface="Segoe UI"/>
              </a:defRPr>
            </a:lvl4pPr>
            <a:lvl5pPr algn="l">
              <a:defRPr sz="975" b="1" i="0">
                <a:solidFill>
                  <a:srgbClr val="A9E8CB"/>
                </a:solidFill>
                <a:latin typeface="Segoe UI"/>
                <a:ea typeface="Segoe UI"/>
                <a:cs typeface="Segoe UI"/>
              </a:defRPr>
            </a:lvl5pPr>
            <a:lvl6pPr algn="l">
              <a:defRPr sz="975" b="1" i="0">
                <a:solidFill>
                  <a:srgbClr val="A9E8CB"/>
                </a:solidFill>
                <a:latin typeface="Segoe UI"/>
                <a:ea typeface="Segoe UI"/>
                <a:cs typeface="Segoe UI"/>
              </a:defRPr>
            </a:lvl6pPr>
            <a:lvl7pPr algn="l">
              <a:defRPr sz="975" b="1" i="0">
                <a:solidFill>
                  <a:srgbClr val="A9E8CB"/>
                </a:solidFill>
                <a:latin typeface="Segoe UI"/>
                <a:ea typeface="Segoe UI"/>
                <a:cs typeface="Segoe UI"/>
              </a:defRPr>
            </a:lvl7pPr>
            <a:lvl8pPr algn="l">
              <a:defRPr sz="975" b="1" i="0">
                <a:solidFill>
                  <a:srgbClr val="A9E8CB"/>
                </a:solidFill>
                <a:latin typeface="Segoe UI"/>
                <a:ea typeface="Segoe UI"/>
                <a:cs typeface="Segoe UI"/>
              </a:defRPr>
            </a:lvl8pPr>
            <a:lvl9pPr algn="l">
              <a:defRPr sz="975" b="1" i="0">
                <a:solidFill>
                  <a:srgbClr val="A9E8CB"/>
                </a:solidFill>
                <a:latin typeface="Segoe UI"/>
                <a:ea typeface="Segoe UI"/>
                <a:cs typeface="Segoe UI"/>
              </a:defRPr>
            </a:lvl9pPr>
          </a:lstStyle>
          <a:p xmlns:a="http://schemas.openxmlformats.org/drawingml/2006/main">
            <a:pPr algn="l">
              <a:defRPr sz="975" b="1" i="0">
                <a:solidFill>
                  <a:srgbClr val="A9E8CB"/>
                </a:solidFill>
                <a:latin typeface="Segoe UI"/>
                <a:ea typeface="Segoe UI"/>
                <a:cs typeface="Segoe UI"/>
              </a:defRPr>
            </a:pPr>
            <a:r>
              <a:rPr sz="975" b="1" i="0">
                <a:solidFill>
                  <a:srgbClr val="A9E8CB"/>
                </a:solidFill>
                <a:latin typeface="Segoe UI"/>
                <a:ea typeface="Segoe UI"/>
                <a:cs typeface="Segoe UI"/>
              </a:rPr>
              <a:t>MODELOS DE MACHINE LEARNING</a:t>
            </a:r>
          </a:p>
        </p:txBody>
      </p:sp>
      <p:sp>
        <p:nvSpPr>
          <p:cNvPr id="7" name="">
            <a:extLst xmlns:a="http://schemas.openxmlformats.org/drawingml/2006/main">
              <a:ext uri="{FF2B5EF4-FFF2-40B4-BE49-F238E27FC236}">
                <a16:creationId xmlns:a16="http://schemas.microsoft.com/office/drawing/2014/main" id="{33754A0F-4697-4502-BAC9-B3CFCCF75591}"/>
              </a:ext>
            </a:extLst>
          </p:cNvPr>
          <p:cNvSpPr>
            <a:spLocks xmlns:a="http://schemas.openxmlformats.org/drawingml/2006/main" noGrp="1"/>
          </p:cNvSpPr>
          <p:nvPr/>
        </p:nvSpPr>
        <p:spPr>
          <a:xfrm xmlns:a="http://schemas.openxmlformats.org/drawingml/2006/main">
            <a:off x="666750" y="2457450"/>
            <a:ext cx="66675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26"/>
          </a:bodyPr>
          <a:lstStyle xmlns:a="http://schemas.openxmlformats.org/drawingml/2006/main">
            <a:defPPr algn="l">
              <a:defRPr sz="4650" b="1" i="0">
                <a:solidFill>
                  <a:srgbClr val="F1F7F3"/>
                </a:solidFill>
                <a:latin typeface="Segoe UI"/>
                <a:ea typeface="Segoe UI"/>
                <a:cs typeface="Segoe UI"/>
              </a:defRPr>
            </a:defPPr>
            <a:lvl1pPr algn="l">
              <a:defRPr sz="4650" b="1" i="0">
                <a:solidFill>
                  <a:srgbClr val="F1F7F3"/>
                </a:solidFill>
                <a:latin typeface="Segoe UI"/>
                <a:ea typeface="Segoe UI"/>
                <a:cs typeface="Segoe UI"/>
              </a:defRPr>
            </a:lvl1pPr>
            <a:lvl2pPr algn="l">
              <a:defRPr sz="4650" b="1" i="0">
                <a:solidFill>
                  <a:srgbClr val="F1F7F3"/>
                </a:solidFill>
                <a:latin typeface="Segoe UI"/>
                <a:ea typeface="Segoe UI"/>
                <a:cs typeface="Segoe UI"/>
              </a:defRPr>
            </a:lvl2pPr>
            <a:lvl3pPr algn="l">
              <a:defRPr sz="4650" b="1" i="0">
                <a:solidFill>
                  <a:srgbClr val="F1F7F3"/>
                </a:solidFill>
                <a:latin typeface="Segoe UI"/>
                <a:ea typeface="Segoe UI"/>
                <a:cs typeface="Segoe UI"/>
              </a:defRPr>
            </a:lvl3pPr>
            <a:lvl4pPr algn="l">
              <a:defRPr sz="4650" b="1" i="0">
                <a:solidFill>
                  <a:srgbClr val="F1F7F3"/>
                </a:solidFill>
                <a:latin typeface="Segoe UI"/>
                <a:ea typeface="Segoe UI"/>
                <a:cs typeface="Segoe UI"/>
              </a:defRPr>
            </a:lvl4pPr>
            <a:lvl5pPr algn="l">
              <a:defRPr sz="4650" b="1" i="0">
                <a:solidFill>
                  <a:srgbClr val="F1F7F3"/>
                </a:solidFill>
                <a:latin typeface="Segoe UI"/>
                <a:ea typeface="Segoe UI"/>
                <a:cs typeface="Segoe UI"/>
              </a:defRPr>
            </a:lvl5pPr>
            <a:lvl6pPr algn="l">
              <a:defRPr sz="4650" b="1" i="0">
                <a:solidFill>
                  <a:srgbClr val="F1F7F3"/>
                </a:solidFill>
                <a:latin typeface="Segoe UI"/>
                <a:ea typeface="Segoe UI"/>
                <a:cs typeface="Segoe UI"/>
              </a:defRPr>
            </a:lvl6pPr>
            <a:lvl7pPr algn="l">
              <a:defRPr sz="4650" b="1" i="0">
                <a:solidFill>
                  <a:srgbClr val="F1F7F3"/>
                </a:solidFill>
                <a:latin typeface="Segoe UI"/>
                <a:ea typeface="Segoe UI"/>
                <a:cs typeface="Segoe UI"/>
              </a:defRPr>
            </a:lvl7pPr>
            <a:lvl8pPr algn="l">
              <a:defRPr sz="4650" b="1" i="0">
                <a:solidFill>
                  <a:srgbClr val="F1F7F3"/>
                </a:solidFill>
                <a:latin typeface="Segoe UI"/>
                <a:ea typeface="Segoe UI"/>
                <a:cs typeface="Segoe UI"/>
              </a:defRPr>
            </a:lvl8pPr>
            <a:lvl9pPr algn="l">
              <a:defRPr sz="4650" b="1" i="0">
                <a:solidFill>
                  <a:srgbClr val="F1F7F3"/>
                </a:solidFill>
                <a:latin typeface="Segoe UI"/>
                <a:ea typeface="Segoe UI"/>
                <a:cs typeface="Segoe UI"/>
              </a:defRPr>
            </a:lvl9pPr>
          </a:lstStyle>
          <a:p xmlns:a="http://schemas.openxmlformats.org/drawingml/2006/main">
            <a:pPr algn="l">
              <a:defRPr sz="4650" b="1" i="0">
                <a:solidFill>
                  <a:srgbClr val="F1F7F3"/>
                </a:solidFill>
                <a:latin typeface="Segoe UI"/>
                <a:ea typeface="Segoe UI"/>
                <a:cs typeface="Segoe UI"/>
              </a:defRPr>
            </a:pPr>
            <a:r>
              <a:rPr sz="4650" b="1" i="0">
                <a:solidFill>
                  <a:srgbClr val="F1F7F3"/>
                </a:solidFill>
                <a:latin typeface="Segoe UI"/>
                <a:ea typeface="Segoe UI"/>
                <a:cs typeface="Segoe UI"/>
              </a:rPr>
              <a:t>Qué hace el ML</a:t>
            </a:r>
          </a:p>
          <a:p xmlns:a="http://schemas.openxmlformats.org/drawingml/2006/main">
            <a:pPr algn="l">
              <a:defRPr sz="4650" b="1" i="0">
                <a:solidFill>
                  <a:srgbClr val="F1F7F3"/>
                </a:solidFill>
                <a:latin typeface="Segoe UI"/>
                <a:ea typeface="Segoe UI"/>
                <a:cs typeface="Segoe UI"/>
              </a:defRPr>
            </a:pPr>
            <a:r>
              <a:rPr sz="4650" b="1" i="0">
                <a:solidFill>
                  <a:srgbClr val="F1F7F3"/>
                </a:solidFill>
                <a:latin typeface="Segoe UI"/>
                <a:ea typeface="Segoe UI"/>
                <a:cs typeface="Segoe UI"/>
              </a:rPr>
              <a:t>en BioPulse</a:t>
            </a:r>
          </a:p>
        </p:txBody>
      </p:sp>
      <p:sp>
        <p:nvSpPr>
          <p:cNvPr id="8" name="">
            <a:extLst xmlns:a="http://schemas.openxmlformats.org/drawingml/2006/main">
              <a:ext uri="{FF2B5EF4-FFF2-40B4-BE49-F238E27FC236}">
                <a16:creationId xmlns:a16="http://schemas.microsoft.com/office/drawing/2014/main" id="{66E8AC85-7CB1-4DA2-94A6-AE9366F01889}"/>
              </a:ext>
            </a:extLst>
          </p:cNvPr>
          <p:cNvSpPr>
            <a:spLocks xmlns:a="http://schemas.openxmlformats.org/drawingml/2006/main" noGrp="1"/>
          </p:cNvSpPr>
          <p:nvPr/>
        </p:nvSpPr>
        <p:spPr>
          <a:xfrm xmlns:a="http://schemas.openxmlformats.org/drawingml/2006/main">
            <a:off x="714375" y="4000500"/>
            <a:ext cx="557212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i="0">
                <a:solidFill>
                  <a:srgbClr val="A8C0BA"/>
                </a:solidFill>
                <a:latin typeface="Segoe UI"/>
                <a:ea typeface="Segoe UI"/>
                <a:cs typeface="Segoe UI"/>
              </a:defRPr>
            </a:defPPr>
            <a:lvl1pPr algn="l">
              <a:defRPr sz="1650" b="0" i="0">
                <a:solidFill>
                  <a:srgbClr val="A8C0BA"/>
                </a:solidFill>
                <a:latin typeface="Segoe UI"/>
                <a:ea typeface="Segoe UI"/>
                <a:cs typeface="Segoe UI"/>
              </a:defRPr>
            </a:lvl1pPr>
            <a:lvl2pPr algn="l">
              <a:defRPr sz="1650" b="0" i="0">
                <a:solidFill>
                  <a:srgbClr val="A8C0BA"/>
                </a:solidFill>
                <a:latin typeface="Segoe UI"/>
                <a:ea typeface="Segoe UI"/>
                <a:cs typeface="Segoe UI"/>
              </a:defRPr>
            </a:lvl2pPr>
            <a:lvl3pPr algn="l">
              <a:defRPr sz="1650" b="0" i="0">
                <a:solidFill>
                  <a:srgbClr val="A8C0BA"/>
                </a:solidFill>
                <a:latin typeface="Segoe UI"/>
                <a:ea typeface="Segoe UI"/>
                <a:cs typeface="Segoe UI"/>
              </a:defRPr>
            </a:lvl3pPr>
            <a:lvl4pPr algn="l">
              <a:defRPr sz="1650" b="0" i="0">
                <a:solidFill>
                  <a:srgbClr val="A8C0BA"/>
                </a:solidFill>
                <a:latin typeface="Segoe UI"/>
                <a:ea typeface="Segoe UI"/>
                <a:cs typeface="Segoe UI"/>
              </a:defRPr>
            </a:lvl4pPr>
            <a:lvl5pPr algn="l">
              <a:defRPr sz="1650" b="0" i="0">
                <a:solidFill>
                  <a:srgbClr val="A8C0BA"/>
                </a:solidFill>
                <a:latin typeface="Segoe UI"/>
                <a:ea typeface="Segoe UI"/>
                <a:cs typeface="Segoe UI"/>
              </a:defRPr>
            </a:lvl5pPr>
            <a:lvl6pPr algn="l">
              <a:defRPr sz="1650" b="0" i="0">
                <a:solidFill>
                  <a:srgbClr val="A8C0BA"/>
                </a:solidFill>
                <a:latin typeface="Segoe UI"/>
                <a:ea typeface="Segoe UI"/>
                <a:cs typeface="Segoe UI"/>
              </a:defRPr>
            </a:lvl6pPr>
            <a:lvl7pPr algn="l">
              <a:defRPr sz="1650" b="0" i="0">
                <a:solidFill>
                  <a:srgbClr val="A8C0BA"/>
                </a:solidFill>
                <a:latin typeface="Segoe UI"/>
                <a:ea typeface="Segoe UI"/>
                <a:cs typeface="Segoe UI"/>
              </a:defRPr>
            </a:lvl7pPr>
            <a:lvl8pPr algn="l">
              <a:defRPr sz="1650" b="0" i="0">
                <a:solidFill>
                  <a:srgbClr val="A8C0BA"/>
                </a:solidFill>
                <a:latin typeface="Segoe UI"/>
                <a:ea typeface="Segoe UI"/>
                <a:cs typeface="Segoe UI"/>
              </a:defRPr>
            </a:lvl8pPr>
            <a:lvl9pPr algn="l">
              <a:defRPr sz="1650" b="0" i="0">
                <a:solidFill>
                  <a:srgbClr val="A8C0BA"/>
                </a:solidFill>
                <a:latin typeface="Segoe UI"/>
                <a:ea typeface="Segoe UI"/>
                <a:cs typeface="Segoe UI"/>
              </a:defRPr>
            </a:lvl9pPr>
          </a:lstStyle>
          <a:p xmlns:a="http://schemas.openxmlformats.org/drawingml/2006/main">
            <a:pPr algn="l">
              <a:defRPr sz="1650" b="0" i="0">
                <a:solidFill>
                  <a:srgbClr val="A8C0BA"/>
                </a:solidFill>
                <a:latin typeface="Segoe UI"/>
                <a:ea typeface="Segoe UI"/>
                <a:cs typeface="Segoe UI"/>
              </a:defRPr>
            </a:pPr>
            <a:r>
              <a:rPr sz="1650" b="0" i="0">
                <a:solidFill>
                  <a:srgbClr val="A8C0BA"/>
                </a:solidFill>
                <a:latin typeface="Segoe UI"/>
                <a:ea typeface="Segoe UI"/>
                <a:cs typeface="Segoe UI"/>
              </a:rPr>
              <a:t>El modelo que funciona hoy, cómo interpreta señales personales y qué evidencia falta para predecir recuperación.</a:t>
            </a:r>
          </a:p>
        </p:txBody>
      </p:sp>
      <p:sp>
        <p:nvSpPr>
          <p:cNvPr id="9" name="">
            <a:extLst xmlns:a="http://schemas.openxmlformats.org/drawingml/2006/main">
              <a:ext uri="{FF2B5EF4-FFF2-40B4-BE49-F238E27FC236}">
                <a16:creationId xmlns:a16="http://schemas.microsoft.com/office/drawing/2014/main" id="{3F4419EA-2AB8-437B-8502-3B13BB3410EA}"/>
              </a:ext>
            </a:extLst>
          </p:cNvPr>
          <p:cNvSpPr>
            <a:spLocks xmlns:a="http://schemas.openxmlformats.org/drawingml/2006/main" noGrp="1"/>
          </p:cNvSpPr>
          <p:nvPr/>
        </p:nvSpPr>
        <p:spPr>
          <a:xfrm xmlns:a="http://schemas.openxmlformats.org/drawingml/2006/main">
            <a:off x="714375" y="5219700"/>
            <a:ext cx="2876550" cy="19050"/>
          </a:xfrm>
          <a:prstGeom xmlns:a="http://schemas.openxmlformats.org/drawingml/2006/main" prst="rect">
            <a:avLst/>
          </a:prstGeom>
          <a:solidFill xmlns:a="http://schemas.openxmlformats.org/drawingml/2006/main">
            <a:srgbClr val="A9E8C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11E3D32-B189-4FD0-9DF2-B209FF5F5D6A}"/>
              </a:ext>
            </a:extLst>
          </p:cNvPr>
          <p:cNvSpPr>
            <a:spLocks xmlns:a="http://schemas.openxmlformats.org/drawingml/2006/main" noGrp="1"/>
          </p:cNvSpPr>
          <p:nvPr/>
        </p:nvSpPr>
        <p:spPr>
          <a:xfrm xmlns:a="http://schemas.openxmlformats.org/drawingml/2006/main">
            <a:off x="714375" y="53911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0">
                <a:solidFill>
                  <a:srgbClr val="A8C0BA"/>
                </a:solidFill>
                <a:latin typeface="Segoe UI"/>
                <a:ea typeface="Segoe UI"/>
                <a:cs typeface="Segoe UI"/>
              </a:defRPr>
            </a:defPPr>
            <a:lvl1pPr algn="l">
              <a:defRPr sz="975" b="0" i="0">
                <a:solidFill>
                  <a:srgbClr val="A8C0BA"/>
                </a:solidFill>
                <a:latin typeface="Segoe UI"/>
                <a:ea typeface="Segoe UI"/>
                <a:cs typeface="Segoe UI"/>
              </a:defRPr>
            </a:lvl1pPr>
            <a:lvl2pPr algn="l">
              <a:defRPr sz="975" b="0" i="0">
                <a:solidFill>
                  <a:srgbClr val="A8C0BA"/>
                </a:solidFill>
                <a:latin typeface="Segoe UI"/>
                <a:ea typeface="Segoe UI"/>
                <a:cs typeface="Segoe UI"/>
              </a:defRPr>
            </a:lvl2pPr>
            <a:lvl3pPr algn="l">
              <a:defRPr sz="975" b="0" i="0">
                <a:solidFill>
                  <a:srgbClr val="A8C0BA"/>
                </a:solidFill>
                <a:latin typeface="Segoe UI"/>
                <a:ea typeface="Segoe UI"/>
                <a:cs typeface="Segoe UI"/>
              </a:defRPr>
            </a:lvl3pPr>
            <a:lvl4pPr algn="l">
              <a:defRPr sz="975" b="0" i="0">
                <a:solidFill>
                  <a:srgbClr val="A8C0BA"/>
                </a:solidFill>
                <a:latin typeface="Segoe UI"/>
                <a:ea typeface="Segoe UI"/>
                <a:cs typeface="Segoe UI"/>
              </a:defRPr>
            </a:lvl4pPr>
            <a:lvl5pPr algn="l">
              <a:defRPr sz="975" b="0" i="0">
                <a:solidFill>
                  <a:srgbClr val="A8C0BA"/>
                </a:solidFill>
                <a:latin typeface="Segoe UI"/>
                <a:ea typeface="Segoe UI"/>
                <a:cs typeface="Segoe UI"/>
              </a:defRPr>
            </a:lvl5pPr>
            <a:lvl6pPr algn="l">
              <a:defRPr sz="975" b="0" i="0">
                <a:solidFill>
                  <a:srgbClr val="A8C0BA"/>
                </a:solidFill>
                <a:latin typeface="Segoe UI"/>
                <a:ea typeface="Segoe UI"/>
                <a:cs typeface="Segoe UI"/>
              </a:defRPr>
            </a:lvl6pPr>
            <a:lvl7pPr algn="l">
              <a:defRPr sz="975" b="0" i="0">
                <a:solidFill>
                  <a:srgbClr val="A8C0BA"/>
                </a:solidFill>
                <a:latin typeface="Segoe UI"/>
                <a:ea typeface="Segoe UI"/>
                <a:cs typeface="Segoe UI"/>
              </a:defRPr>
            </a:lvl7pPr>
            <a:lvl8pPr algn="l">
              <a:defRPr sz="975" b="0" i="0">
                <a:solidFill>
                  <a:srgbClr val="A8C0BA"/>
                </a:solidFill>
                <a:latin typeface="Segoe UI"/>
                <a:ea typeface="Segoe UI"/>
                <a:cs typeface="Segoe UI"/>
              </a:defRPr>
            </a:lvl8pPr>
            <a:lvl9pPr algn="l">
              <a:defRPr sz="975" b="0" i="0">
                <a:solidFill>
                  <a:srgbClr val="A8C0BA"/>
                </a:solidFill>
                <a:latin typeface="Segoe UI"/>
                <a:ea typeface="Segoe UI"/>
                <a:cs typeface="Segoe UI"/>
              </a:defRPr>
            </a:lvl9pPr>
          </a:lstStyle>
          <a:p xmlns:a="http://schemas.openxmlformats.org/drawingml/2006/main">
            <a:pPr algn="l">
              <a:defRPr sz="975" b="0" i="0">
                <a:solidFill>
                  <a:srgbClr val="A8C0BA"/>
                </a:solidFill>
                <a:latin typeface="Segoe UI"/>
                <a:ea typeface="Segoe UI"/>
                <a:cs typeface="Segoe UI"/>
              </a:defRPr>
            </a:pPr>
            <a:r>
              <a:rPr sz="975" b="0" i="0">
                <a:solidFill>
                  <a:srgbClr val="A8C0BA"/>
                </a:solidFill>
                <a:latin typeface="Segoe UI"/>
                <a:ea typeface="Segoe UI"/>
                <a:cs typeface="Segoe UI"/>
              </a:rPr>
              <a:t>Producto activo · evidencia · próximos pasos</a:t>
            </a:r>
          </a:p>
        </p:txBody>
      </p:sp>
      <p:sp>
        <p:nvSpPr>
          <p:cNvPr id="11" name="">
            <a:extLst xmlns:a="http://schemas.openxmlformats.org/drawingml/2006/main">
              <a:ext uri="{FF2B5EF4-FFF2-40B4-BE49-F238E27FC236}">
                <a16:creationId xmlns:a16="http://schemas.microsoft.com/office/drawing/2014/main" id="{84770F4C-7745-44BD-93A1-2576B5D85C0F}"/>
              </a:ext>
            </a:extLst>
          </p:cNvPr>
          <p:cNvSpPr>
            <a:spLocks xmlns:a="http://schemas.openxmlformats.org/drawingml/2006/main" noGrp="1"/>
          </p:cNvSpPr>
          <p:nvPr/>
        </p:nvSpPr>
        <p:spPr>
          <a:xfrm xmlns:a="http://schemas.openxmlformats.org/drawingml/2006/main">
            <a:off x="714375" y="6486525"/>
            <a:ext cx="4762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B4C7C2"/>
                </a:solidFill>
                <a:latin typeface="Segoe UI"/>
                <a:ea typeface="Segoe UI"/>
                <a:cs typeface="Segoe UI"/>
              </a:defRPr>
            </a:defPPr>
            <a:lvl1pPr algn="l">
              <a:defRPr sz="750" b="0" i="0">
                <a:solidFill>
                  <a:srgbClr val="B4C7C2"/>
                </a:solidFill>
                <a:latin typeface="Segoe UI"/>
                <a:ea typeface="Segoe UI"/>
                <a:cs typeface="Segoe UI"/>
              </a:defRPr>
            </a:lvl1pPr>
            <a:lvl2pPr algn="l">
              <a:defRPr sz="750" b="0" i="0">
                <a:solidFill>
                  <a:srgbClr val="B4C7C2"/>
                </a:solidFill>
                <a:latin typeface="Segoe UI"/>
                <a:ea typeface="Segoe UI"/>
                <a:cs typeface="Segoe UI"/>
              </a:defRPr>
            </a:lvl2pPr>
            <a:lvl3pPr algn="l">
              <a:defRPr sz="750" b="0" i="0">
                <a:solidFill>
                  <a:srgbClr val="B4C7C2"/>
                </a:solidFill>
                <a:latin typeface="Segoe UI"/>
                <a:ea typeface="Segoe UI"/>
                <a:cs typeface="Segoe UI"/>
              </a:defRPr>
            </a:lvl3pPr>
            <a:lvl4pPr algn="l">
              <a:defRPr sz="750" b="0" i="0">
                <a:solidFill>
                  <a:srgbClr val="B4C7C2"/>
                </a:solidFill>
                <a:latin typeface="Segoe UI"/>
                <a:ea typeface="Segoe UI"/>
                <a:cs typeface="Segoe UI"/>
              </a:defRPr>
            </a:lvl4pPr>
            <a:lvl5pPr algn="l">
              <a:defRPr sz="750" b="0" i="0">
                <a:solidFill>
                  <a:srgbClr val="B4C7C2"/>
                </a:solidFill>
                <a:latin typeface="Segoe UI"/>
                <a:ea typeface="Segoe UI"/>
                <a:cs typeface="Segoe UI"/>
              </a:defRPr>
            </a:lvl5pPr>
            <a:lvl6pPr algn="l">
              <a:defRPr sz="750" b="0" i="0">
                <a:solidFill>
                  <a:srgbClr val="B4C7C2"/>
                </a:solidFill>
                <a:latin typeface="Segoe UI"/>
                <a:ea typeface="Segoe UI"/>
                <a:cs typeface="Segoe UI"/>
              </a:defRPr>
            </a:lvl6pPr>
            <a:lvl7pPr algn="l">
              <a:defRPr sz="750" b="0" i="0">
                <a:solidFill>
                  <a:srgbClr val="B4C7C2"/>
                </a:solidFill>
                <a:latin typeface="Segoe UI"/>
                <a:ea typeface="Segoe UI"/>
                <a:cs typeface="Segoe UI"/>
              </a:defRPr>
            </a:lvl7pPr>
            <a:lvl8pPr algn="l">
              <a:defRPr sz="750" b="0" i="0">
                <a:solidFill>
                  <a:srgbClr val="B4C7C2"/>
                </a:solidFill>
                <a:latin typeface="Segoe UI"/>
                <a:ea typeface="Segoe UI"/>
                <a:cs typeface="Segoe UI"/>
              </a:defRPr>
            </a:lvl8pPr>
            <a:lvl9pPr algn="l">
              <a:defRPr sz="750" b="0" i="0">
                <a:solidFill>
                  <a:srgbClr val="B4C7C2"/>
                </a:solidFill>
                <a:latin typeface="Segoe UI"/>
                <a:ea typeface="Segoe UI"/>
                <a:cs typeface="Segoe UI"/>
              </a:defRPr>
            </a:lvl9pPr>
          </a:lstStyle>
          <a:p xmlns:a="http://schemas.openxmlformats.org/drawingml/2006/main">
            <a:pPr algn="l">
              <a:defRPr sz="750" b="0" i="0">
                <a:solidFill>
                  <a:srgbClr val="B4C7C2"/>
                </a:solidFill>
                <a:latin typeface="Segoe UI"/>
                <a:ea typeface="Segoe UI"/>
                <a:cs typeface="Segoe UI"/>
              </a:defRPr>
            </a:pPr>
            <a:r>
              <a:rPr sz="750" b="0" i="0">
                <a:solidFill>
                  <a:srgbClr val="B4C7C2"/>
                </a:solidFill>
                <a:latin typeface="Segoe UI"/>
                <a:ea typeface="Segoe UI"/>
                <a:cs typeface="Segoe UI"/>
              </a:rPr>
              <a:t>BioPulse 2.0  ·  iOS y Apple Health</a:t>
            </a:r>
          </a:p>
        </p:txBody>
      </p:sp>
    </p:spTree>
    <p:extLst>
      <p:ext uri="{BB962C8B-B14F-4D97-AF65-F5344CB8AC3E}">
        <p14:creationId xmlns:p14="http://schemas.microsoft.com/office/powerpoint/2010/main" val="1926588300"/>
      </p:ext>
    </p:extLst>
  </p:cSld>
</p:sld>
</file>

<file path=ppt/slides/slide2.xml><?xml version="1.0" encoding="utf-8"?>
<p:sld xmlns:p="http://schemas.openxmlformats.org/presentationml/2006/main">
  <p:cSld>
    <p:bg>
      <p:bgPr>
        <a:solidFill xmlns:a="http://schemas.openxmlformats.org/drawingml/2006/main">
          <a:srgbClr val="071A2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051ED06-F29A-4D18-BB03-072E52644F67}"/>
              </a:ext>
            </a:extLst>
          </p:cNvPr>
          <p:cNvSpPr>
            <a:spLocks xmlns:a="http://schemas.openxmlformats.org/drawingml/2006/main" noGrp="1"/>
          </p:cNvSpPr>
          <p:nvPr/>
        </p:nvSpPr>
        <p:spPr>
          <a:xfrm xmlns:a="http://schemas.openxmlformats.org/drawingml/2006/main">
            <a:off x="704850" y="4572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BIOPULSE  /  APRENDIZAJE AUTOMÁTICO</a:t>
            </a:r>
          </a:p>
        </p:txBody>
      </p:sp>
      <p:sp>
        <p:nvSpPr>
          <p:cNvPr id="2" name="">
            <a:extLst xmlns:a="http://schemas.openxmlformats.org/drawingml/2006/main">
              <a:ext uri="{FF2B5EF4-FFF2-40B4-BE49-F238E27FC236}">
                <a16:creationId xmlns:a16="http://schemas.microsoft.com/office/drawing/2014/main" id="{A573F910-054B-4AA4-BE60-8CD91451F1CD}"/>
              </a:ext>
            </a:extLst>
          </p:cNvPr>
          <p:cNvSpPr>
            <a:spLocks xmlns:a="http://schemas.openxmlformats.org/drawingml/2006/main" noGrp="1"/>
          </p:cNvSpPr>
          <p:nvPr/>
        </p:nvSpPr>
        <p:spPr>
          <a:xfrm xmlns:a="http://schemas.openxmlformats.org/drawingml/2006/main">
            <a:off x="704850" y="876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1F7F3"/>
                </a:solidFill>
                <a:latin typeface="Segoe UI"/>
                <a:ea typeface="Segoe UI"/>
                <a:cs typeface="Segoe UI"/>
              </a:defRPr>
            </a:defPPr>
            <a:lvl1pPr algn="l">
              <a:defRPr sz="3150" b="1" i="0">
                <a:solidFill>
                  <a:srgbClr val="F1F7F3"/>
                </a:solidFill>
                <a:latin typeface="Segoe UI"/>
                <a:ea typeface="Segoe UI"/>
                <a:cs typeface="Segoe UI"/>
              </a:defRPr>
            </a:lvl1pPr>
            <a:lvl2pPr algn="l">
              <a:defRPr sz="3150" b="1" i="0">
                <a:solidFill>
                  <a:srgbClr val="F1F7F3"/>
                </a:solidFill>
                <a:latin typeface="Segoe UI"/>
                <a:ea typeface="Segoe UI"/>
                <a:cs typeface="Segoe UI"/>
              </a:defRPr>
            </a:lvl2pPr>
            <a:lvl3pPr algn="l">
              <a:defRPr sz="3150" b="1" i="0">
                <a:solidFill>
                  <a:srgbClr val="F1F7F3"/>
                </a:solidFill>
                <a:latin typeface="Segoe UI"/>
                <a:ea typeface="Segoe UI"/>
                <a:cs typeface="Segoe UI"/>
              </a:defRPr>
            </a:lvl3pPr>
            <a:lvl4pPr algn="l">
              <a:defRPr sz="3150" b="1" i="0">
                <a:solidFill>
                  <a:srgbClr val="F1F7F3"/>
                </a:solidFill>
                <a:latin typeface="Segoe UI"/>
                <a:ea typeface="Segoe UI"/>
                <a:cs typeface="Segoe UI"/>
              </a:defRPr>
            </a:lvl4pPr>
            <a:lvl5pPr algn="l">
              <a:defRPr sz="3150" b="1" i="0">
                <a:solidFill>
                  <a:srgbClr val="F1F7F3"/>
                </a:solidFill>
                <a:latin typeface="Segoe UI"/>
                <a:ea typeface="Segoe UI"/>
                <a:cs typeface="Segoe UI"/>
              </a:defRPr>
            </a:lvl5pPr>
            <a:lvl6pPr algn="l">
              <a:defRPr sz="3150" b="1" i="0">
                <a:solidFill>
                  <a:srgbClr val="F1F7F3"/>
                </a:solidFill>
                <a:latin typeface="Segoe UI"/>
                <a:ea typeface="Segoe UI"/>
                <a:cs typeface="Segoe UI"/>
              </a:defRPr>
            </a:lvl6pPr>
            <a:lvl7pPr algn="l">
              <a:defRPr sz="3150" b="1" i="0">
                <a:solidFill>
                  <a:srgbClr val="F1F7F3"/>
                </a:solidFill>
                <a:latin typeface="Segoe UI"/>
                <a:ea typeface="Segoe UI"/>
                <a:cs typeface="Segoe UI"/>
              </a:defRPr>
            </a:lvl7pPr>
            <a:lvl8pPr algn="l">
              <a:defRPr sz="3150" b="1" i="0">
                <a:solidFill>
                  <a:srgbClr val="F1F7F3"/>
                </a:solidFill>
                <a:latin typeface="Segoe UI"/>
                <a:ea typeface="Segoe UI"/>
                <a:cs typeface="Segoe UI"/>
              </a:defRPr>
            </a:lvl8pPr>
            <a:lvl9pPr algn="l">
              <a:defRPr sz="3150" b="1" i="0">
                <a:solidFill>
                  <a:srgbClr val="F1F7F3"/>
                </a:solidFill>
                <a:latin typeface="Segoe UI"/>
                <a:ea typeface="Segoe UI"/>
                <a:cs typeface="Segoe UI"/>
              </a:defRPr>
            </a:lvl9pPr>
          </a:lstStyle>
          <a:p xmlns:a="http://schemas.openxmlformats.org/drawingml/2006/main">
            <a:pPr algn="l">
              <a:defRPr sz="3150" b="1" i="0">
                <a:solidFill>
                  <a:srgbClr val="F1F7F3"/>
                </a:solidFill>
                <a:latin typeface="Segoe UI"/>
                <a:ea typeface="Segoe UI"/>
                <a:cs typeface="Segoe UI"/>
              </a:defRPr>
            </a:pPr>
            <a:r>
              <a:rPr sz="3150" b="1" i="0">
                <a:solidFill>
                  <a:srgbClr val="F1F7F3"/>
                </a:solidFill>
                <a:latin typeface="Segoe UI"/>
                <a:ea typeface="Segoe UI"/>
                <a:cs typeface="Segoe UI"/>
              </a:rPr>
              <a:t>Tres resultados distintos conviven en BioPulse</a:t>
            </a:r>
          </a:p>
        </p:txBody>
      </p:sp>
      <p:sp>
        <p:nvSpPr>
          <p:cNvPr id="3" name="">
            <a:extLst xmlns:a="http://schemas.openxmlformats.org/drawingml/2006/main">
              <a:ext uri="{FF2B5EF4-FFF2-40B4-BE49-F238E27FC236}">
                <a16:creationId xmlns:a16="http://schemas.microsoft.com/office/drawing/2014/main" id="{2810EEE5-1A48-4A65-8D60-0036D4308622}"/>
              </a:ext>
            </a:extLst>
          </p:cNvPr>
          <p:cNvSpPr>
            <a:spLocks xmlns:a="http://schemas.openxmlformats.org/drawingml/2006/main" noGrp="1"/>
          </p:cNvSpPr>
          <p:nvPr/>
        </p:nvSpPr>
        <p:spPr>
          <a:xfrm xmlns:a="http://schemas.openxmlformats.org/drawingml/2006/main">
            <a:off x="723900" y="15621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A8C0BA"/>
                </a:solidFill>
                <a:latin typeface="Segoe UI"/>
                <a:ea typeface="Segoe UI"/>
                <a:cs typeface="Segoe UI"/>
              </a:defRPr>
            </a:defPPr>
            <a:lvl1pPr algn="l">
              <a:defRPr sz="1425" b="0" i="0">
                <a:solidFill>
                  <a:srgbClr val="A8C0BA"/>
                </a:solidFill>
                <a:latin typeface="Segoe UI"/>
                <a:ea typeface="Segoe UI"/>
                <a:cs typeface="Segoe UI"/>
              </a:defRPr>
            </a:lvl1pPr>
            <a:lvl2pPr algn="l">
              <a:defRPr sz="1425" b="0" i="0">
                <a:solidFill>
                  <a:srgbClr val="A8C0BA"/>
                </a:solidFill>
                <a:latin typeface="Segoe UI"/>
                <a:ea typeface="Segoe UI"/>
                <a:cs typeface="Segoe UI"/>
              </a:defRPr>
            </a:lvl2pPr>
            <a:lvl3pPr algn="l">
              <a:defRPr sz="1425" b="0" i="0">
                <a:solidFill>
                  <a:srgbClr val="A8C0BA"/>
                </a:solidFill>
                <a:latin typeface="Segoe UI"/>
                <a:ea typeface="Segoe UI"/>
                <a:cs typeface="Segoe UI"/>
              </a:defRPr>
            </a:lvl3pPr>
            <a:lvl4pPr algn="l">
              <a:defRPr sz="1425" b="0" i="0">
                <a:solidFill>
                  <a:srgbClr val="A8C0BA"/>
                </a:solidFill>
                <a:latin typeface="Segoe UI"/>
                <a:ea typeface="Segoe UI"/>
                <a:cs typeface="Segoe UI"/>
              </a:defRPr>
            </a:lvl4pPr>
            <a:lvl5pPr algn="l">
              <a:defRPr sz="1425" b="0" i="0">
                <a:solidFill>
                  <a:srgbClr val="A8C0BA"/>
                </a:solidFill>
                <a:latin typeface="Segoe UI"/>
                <a:ea typeface="Segoe UI"/>
                <a:cs typeface="Segoe UI"/>
              </a:defRPr>
            </a:lvl5pPr>
            <a:lvl6pPr algn="l">
              <a:defRPr sz="1425" b="0" i="0">
                <a:solidFill>
                  <a:srgbClr val="A8C0BA"/>
                </a:solidFill>
                <a:latin typeface="Segoe UI"/>
                <a:ea typeface="Segoe UI"/>
                <a:cs typeface="Segoe UI"/>
              </a:defRPr>
            </a:lvl6pPr>
            <a:lvl7pPr algn="l">
              <a:defRPr sz="1425" b="0" i="0">
                <a:solidFill>
                  <a:srgbClr val="A8C0BA"/>
                </a:solidFill>
                <a:latin typeface="Segoe UI"/>
                <a:ea typeface="Segoe UI"/>
                <a:cs typeface="Segoe UI"/>
              </a:defRPr>
            </a:lvl7pPr>
            <a:lvl8pPr algn="l">
              <a:defRPr sz="1425" b="0" i="0">
                <a:solidFill>
                  <a:srgbClr val="A8C0BA"/>
                </a:solidFill>
                <a:latin typeface="Segoe UI"/>
                <a:ea typeface="Segoe UI"/>
                <a:cs typeface="Segoe UI"/>
              </a:defRPr>
            </a:lvl8pPr>
            <a:lvl9pPr algn="l">
              <a:defRPr sz="1425" b="0" i="0">
                <a:solidFill>
                  <a:srgbClr val="A8C0BA"/>
                </a:solidFill>
                <a:latin typeface="Segoe UI"/>
                <a:ea typeface="Segoe UI"/>
                <a:cs typeface="Segoe UI"/>
              </a:defRPr>
            </a:lvl9pPr>
          </a:lstStyle>
          <a:p xmlns:a="http://schemas.openxmlformats.org/drawingml/2006/main">
            <a:pPr algn="l">
              <a:defRPr sz="1425" b="0" i="0">
                <a:solidFill>
                  <a:srgbClr val="A8C0BA"/>
                </a:solidFill>
                <a:latin typeface="Segoe UI"/>
                <a:ea typeface="Segoe UI"/>
                <a:cs typeface="Segoe UI"/>
              </a:defRPr>
            </a:pPr>
            <a:r>
              <a:rPr sz="1425" b="0" i="0">
                <a:solidFill>
                  <a:srgbClr val="A8C0BA"/>
                </a:solidFill>
                <a:latin typeface="Segoe UI"/>
                <a:ea typeface="Segoe UI"/>
                <a:cs typeface="Segoe UI"/>
              </a:rPr>
              <a:t>Separarlos evita llamar “predicción” a cualquier número que aparece en pantalla.</a:t>
            </a:r>
          </a:p>
        </p:txBody>
      </p:sp>
      <p:sp>
        <p:nvSpPr>
          <p:cNvPr id="4" name="">
            <a:extLst xmlns:a="http://schemas.openxmlformats.org/drawingml/2006/main">
              <a:ext uri="{FF2B5EF4-FFF2-40B4-BE49-F238E27FC236}">
                <a16:creationId xmlns:a16="http://schemas.microsoft.com/office/drawing/2014/main" id="{86205983-36E3-428E-8A73-AB8E29147AC4}"/>
              </a:ext>
            </a:extLst>
          </p:cNvPr>
          <p:cNvSpPr>
            <a:spLocks xmlns:a="http://schemas.openxmlformats.org/drawingml/2006/main" noGrp="1"/>
          </p:cNvSpPr>
          <p:nvPr/>
        </p:nvSpPr>
        <p:spPr>
          <a:xfrm xmlns:a="http://schemas.openxmlformats.org/drawingml/2006/main">
            <a:off x="704850" y="6362700"/>
            <a:ext cx="10782300"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BBC2CE4-1520-4E80-B199-3B323FAC7BC7}"/>
              </a:ext>
            </a:extLst>
          </p:cNvPr>
          <p:cNvSpPr>
            <a:spLocks xmlns:a="http://schemas.openxmlformats.org/drawingml/2006/main" noGrp="1"/>
          </p:cNvSpPr>
          <p:nvPr/>
        </p:nvSpPr>
        <p:spPr>
          <a:xfrm xmlns:a="http://schemas.openxmlformats.org/drawingml/2006/main">
            <a:off x="704850" y="6486525"/>
            <a:ext cx="542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7E9E98"/>
                </a:solidFill>
                <a:latin typeface="Segoe UI"/>
                <a:ea typeface="Segoe UI"/>
                <a:cs typeface="Segoe UI"/>
              </a:defRPr>
            </a:defPPr>
            <a:lvl1pPr algn="l">
              <a:defRPr sz="750" b="0" i="0">
                <a:solidFill>
                  <a:srgbClr val="7E9E98"/>
                </a:solidFill>
                <a:latin typeface="Segoe UI"/>
                <a:ea typeface="Segoe UI"/>
                <a:cs typeface="Segoe UI"/>
              </a:defRPr>
            </a:lvl1pPr>
            <a:lvl2pPr algn="l">
              <a:defRPr sz="750" b="0" i="0">
                <a:solidFill>
                  <a:srgbClr val="7E9E98"/>
                </a:solidFill>
                <a:latin typeface="Segoe UI"/>
                <a:ea typeface="Segoe UI"/>
                <a:cs typeface="Segoe UI"/>
              </a:defRPr>
            </a:lvl2pPr>
            <a:lvl3pPr algn="l">
              <a:defRPr sz="750" b="0" i="0">
                <a:solidFill>
                  <a:srgbClr val="7E9E98"/>
                </a:solidFill>
                <a:latin typeface="Segoe UI"/>
                <a:ea typeface="Segoe UI"/>
                <a:cs typeface="Segoe UI"/>
              </a:defRPr>
            </a:lvl3pPr>
            <a:lvl4pPr algn="l">
              <a:defRPr sz="750" b="0" i="0">
                <a:solidFill>
                  <a:srgbClr val="7E9E98"/>
                </a:solidFill>
                <a:latin typeface="Segoe UI"/>
                <a:ea typeface="Segoe UI"/>
                <a:cs typeface="Segoe UI"/>
              </a:defRPr>
            </a:lvl4pPr>
            <a:lvl5pPr algn="l">
              <a:defRPr sz="750" b="0" i="0">
                <a:solidFill>
                  <a:srgbClr val="7E9E98"/>
                </a:solidFill>
                <a:latin typeface="Segoe UI"/>
                <a:ea typeface="Segoe UI"/>
                <a:cs typeface="Segoe UI"/>
              </a:defRPr>
            </a:lvl5pPr>
            <a:lvl6pPr algn="l">
              <a:defRPr sz="750" b="0" i="0">
                <a:solidFill>
                  <a:srgbClr val="7E9E98"/>
                </a:solidFill>
                <a:latin typeface="Segoe UI"/>
                <a:ea typeface="Segoe UI"/>
                <a:cs typeface="Segoe UI"/>
              </a:defRPr>
            </a:lvl6pPr>
            <a:lvl7pPr algn="l">
              <a:defRPr sz="750" b="0" i="0">
                <a:solidFill>
                  <a:srgbClr val="7E9E98"/>
                </a:solidFill>
                <a:latin typeface="Segoe UI"/>
                <a:ea typeface="Segoe UI"/>
                <a:cs typeface="Segoe UI"/>
              </a:defRPr>
            </a:lvl7pPr>
            <a:lvl8pPr algn="l">
              <a:defRPr sz="750" b="0" i="0">
                <a:solidFill>
                  <a:srgbClr val="7E9E98"/>
                </a:solidFill>
                <a:latin typeface="Segoe UI"/>
                <a:ea typeface="Segoe UI"/>
                <a:cs typeface="Segoe UI"/>
              </a:defRPr>
            </a:lvl8pPr>
            <a:lvl9pPr algn="l">
              <a:defRPr sz="750" b="0" i="0">
                <a:solidFill>
                  <a:srgbClr val="7E9E98"/>
                </a:solidFill>
                <a:latin typeface="Segoe UI"/>
                <a:ea typeface="Segoe UI"/>
                <a:cs typeface="Segoe UI"/>
              </a:defRPr>
            </a:lvl9pPr>
          </a:lstStyle>
          <a:p xmlns:a="http://schemas.openxmlformats.org/drawingml/2006/main">
            <a:pPr algn="l">
              <a:defRPr sz="750" b="0" i="0">
                <a:solidFill>
                  <a:srgbClr val="7E9E98"/>
                </a:solidFill>
                <a:latin typeface="Segoe UI"/>
                <a:ea typeface="Segoe UI"/>
                <a:cs typeface="Segoe UI"/>
              </a:defRPr>
            </a:pPr>
            <a:r>
              <a:rPr sz="750" b="0" i="0">
                <a:solidFill>
                  <a:srgbClr val="7E9E98"/>
                </a:solidFill>
                <a:latin typeface="Segoe UI"/>
                <a:ea typeface="Segoe UI"/>
                <a:cs typeface="Segoe UI"/>
              </a:rPr>
              <a:t>BioPulse · ciencia de datos</a:t>
            </a:r>
          </a:p>
        </p:txBody>
      </p:sp>
      <p:sp>
        <p:nvSpPr>
          <p:cNvPr id="6" name="">
            <a:extLst xmlns:a="http://schemas.openxmlformats.org/drawingml/2006/main">
              <a:ext uri="{FF2B5EF4-FFF2-40B4-BE49-F238E27FC236}">
                <a16:creationId xmlns:a16="http://schemas.microsoft.com/office/drawing/2014/main" id="{28900A11-CF09-466A-A72E-AA65B6E45494}"/>
              </a:ext>
            </a:extLst>
          </p:cNvPr>
          <p:cNvSpPr>
            <a:spLocks xmlns:a="http://schemas.openxmlformats.org/drawingml/2006/main" noGrp="1"/>
          </p:cNvSpPr>
          <p:nvPr/>
        </p:nvSpPr>
        <p:spPr>
          <a:xfrm xmlns:a="http://schemas.openxmlformats.org/drawingml/2006/main">
            <a:off x="10734675" y="6477000"/>
            <a:ext cx="7524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7E9E98"/>
                </a:solidFill>
                <a:latin typeface="Segoe UI"/>
                <a:ea typeface="Segoe UI"/>
                <a:cs typeface="Segoe UI"/>
              </a:defRPr>
            </a:defPPr>
            <a:lvl1pPr algn="r">
              <a:defRPr sz="750" b="0" i="0">
                <a:solidFill>
                  <a:srgbClr val="7E9E98"/>
                </a:solidFill>
                <a:latin typeface="Segoe UI"/>
                <a:ea typeface="Segoe UI"/>
                <a:cs typeface="Segoe UI"/>
              </a:defRPr>
            </a:lvl1pPr>
            <a:lvl2pPr algn="r">
              <a:defRPr sz="750" b="0" i="0">
                <a:solidFill>
                  <a:srgbClr val="7E9E98"/>
                </a:solidFill>
                <a:latin typeface="Segoe UI"/>
                <a:ea typeface="Segoe UI"/>
                <a:cs typeface="Segoe UI"/>
              </a:defRPr>
            </a:lvl2pPr>
            <a:lvl3pPr algn="r">
              <a:defRPr sz="750" b="0" i="0">
                <a:solidFill>
                  <a:srgbClr val="7E9E98"/>
                </a:solidFill>
                <a:latin typeface="Segoe UI"/>
                <a:ea typeface="Segoe UI"/>
                <a:cs typeface="Segoe UI"/>
              </a:defRPr>
            </a:lvl3pPr>
            <a:lvl4pPr algn="r">
              <a:defRPr sz="750" b="0" i="0">
                <a:solidFill>
                  <a:srgbClr val="7E9E98"/>
                </a:solidFill>
                <a:latin typeface="Segoe UI"/>
                <a:ea typeface="Segoe UI"/>
                <a:cs typeface="Segoe UI"/>
              </a:defRPr>
            </a:lvl4pPr>
            <a:lvl5pPr algn="r">
              <a:defRPr sz="750" b="0" i="0">
                <a:solidFill>
                  <a:srgbClr val="7E9E98"/>
                </a:solidFill>
                <a:latin typeface="Segoe UI"/>
                <a:ea typeface="Segoe UI"/>
                <a:cs typeface="Segoe UI"/>
              </a:defRPr>
            </a:lvl5pPr>
            <a:lvl6pPr algn="r">
              <a:defRPr sz="750" b="0" i="0">
                <a:solidFill>
                  <a:srgbClr val="7E9E98"/>
                </a:solidFill>
                <a:latin typeface="Segoe UI"/>
                <a:ea typeface="Segoe UI"/>
                <a:cs typeface="Segoe UI"/>
              </a:defRPr>
            </a:lvl6pPr>
            <a:lvl7pPr algn="r">
              <a:defRPr sz="750" b="0" i="0">
                <a:solidFill>
                  <a:srgbClr val="7E9E98"/>
                </a:solidFill>
                <a:latin typeface="Segoe UI"/>
                <a:ea typeface="Segoe UI"/>
                <a:cs typeface="Segoe UI"/>
              </a:defRPr>
            </a:lvl7pPr>
            <a:lvl8pPr algn="r">
              <a:defRPr sz="750" b="0" i="0">
                <a:solidFill>
                  <a:srgbClr val="7E9E98"/>
                </a:solidFill>
                <a:latin typeface="Segoe UI"/>
                <a:ea typeface="Segoe UI"/>
                <a:cs typeface="Segoe UI"/>
              </a:defRPr>
            </a:lvl8pPr>
            <a:lvl9pPr algn="r">
              <a:defRPr sz="750" b="0" i="0">
                <a:solidFill>
                  <a:srgbClr val="7E9E98"/>
                </a:solidFill>
                <a:latin typeface="Segoe UI"/>
                <a:ea typeface="Segoe UI"/>
                <a:cs typeface="Segoe UI"/>
              </a:defRPr>
            </a:lvl9pPr>
          </a:lstStyle>
          <a:p xmlns:a="http://schemas.openxmlformats.org/drawingml/2006/main">
            <a:pPr algn="r">
              <a:defRPr sz="750" b="0" i="0">
                <a:solidFill>
                  <a:srgbClr val="7E9E98"/>
                </a:solidFill>
                <a:latin typeface="Segoe UI"/>
                <a:ea typeface="Segoe UI"/>
                <a:cs typeface="Segoe UI"/>
              </a:defRPr>
            </a:pPr>
            <a:r>
              <a:rPr sz="750" b="0" i="0">
                <a:solidFill>
                  <a:srgbClr val="7E9E98"/>
                </a:solidFill>
                <a:latin typeface="Segoe UI"/>
                <a:ea typeface="Segoe UI"/>
                <a:cs typeface="Segoe UI"/>
              </a:rPr>
              <a:t>02 / 08</a:t>
            </a:r>
          </a:p>
        </p:txBody>
      </p:sp>
      <p:sp>
        <p:nvSpPr>
          <p:cNvPr id="7" name="">
            <a:extLst xmlns:a="http://schemas.openxmlformats.org/drawingml/2006/main">
              <a:ext uri="{FF2B5EF4-FFF2-40B4-BE49-F238E27FC236}">
                <a16:creationId xmlns:a16="http://schemas.microsoft.com/office/drawing/2014/main" id="{A2605DE2-C93F-4891-AE70-8979FBCD3E26}"/>
              </a:ext>
            </a:extLst>
          </p:cNvPr>
          <p:cNvSpPr>
            <a:spLocks xmlns:a="http://schemas.openxmlformats.org/drawingml/2006/main" noGrp="1"/>
          </p:cNvSpPr>
          <p:nvPr/>
        </p:nvSpPr>
        <p:spPr>
          <a:xfrm xmlns:a="http://schemas.openxmlformats.org/drawingml/2006/main">
            <a:off x="723900" y="23241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01  MEDICIÓN</a:t>
            </a:r>
          </a:p>
        </p:txBody>
      </p:sp>
      <p:sp>
        <p:nvSpPr>
          <p:cNvPr id="8" name="">
            <a:extLst xmlns:a="http://schemas.openxmlformats.org/drawingml/2006/main">
              <a:ext uri="{FF2B5EF4-FFF2-40B4-BE49-F238E27FC236}">
                <a16:creationId xmlns:a16="http://schemas.microsoft.com/office/drawing/2014/main" id="{88223084-15E2-43FB-8387-4A119EDD0D49}"/>
              </a:ext>
            </a:extLst>
          </p:cNvPr>
          <p:cNvSpPr>
            <a:spLocks xmlns:a="http://schemas.openxmlformats.org/drawingml/2006/main" noGrp="1"/>
          </p:cNvSpPr>
          <p:nvPr/>
        </p:nvSpPr>
        <p:spPr>
          <a:xfrm xmlns:a="http://schemas.openxmlformats.org/drawingml/2006/main">
            <a:off x="723900" y="2781300"/>
            <a:ext cx="3238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i="0">
                <a:solidFill>
                  <a:srgbClr val="F1F7F3"/>
                </a:solidFill>
                <a:latin typeface="Segoe UI"/>
                <a:ea typeface="Segoe UI"/>
                <a:cs typeface="Segoe UI"/>
              </a:defRPr>
            </a:defPPr>
            <a:lvl1pPr algn="l">
              <a:defRPr sz="2325" b="1" i="0">
                <a:solidFill>
                  <a:srgbClr val="F1F7F3"/>
                </a:solidFill>
                <a:latin typeface="Segoe UI"/>
                <a:ea typeface="Segoe UI"/>
                <a:cs typeface="Segoe UI"/>
              </a:defRPr>
            </a:lvl1pPr>
            <a:lvl2pPr algn="l">
              <a:defRPr sz="2325" b="1" i="0">
                <a:solidFill>
                  <a:srgbClr val="F1F7F3"/>
                </a:solidFill>
                <a:latin typeface="Segoe UI"/>
                <a:ea typeface="Segoe UI"/>
                <a:cs typeface="Segoe UI"/>
              </a:defRPr>
            </a:lvl2pPr>
            <a:lvl3pPr algn="l">
              <a:defRPr sz="2325" b="1" i="0">
                <a:solidFill>
                  <a:srgbClr val="F1F7F3"/>
                </a:solidFill>
                <a:latin typeface="Segoe UI"/>
                <a:ea typeface="Segoe UI"/>
                <a:cs typeface="Segoe UI"/>
              </a:defRPr>
            </a:lvl3pPr>
            <a:lvl4pPr algn="l">
              <a:defRPr sz="2325" b="1" i="0">
                <a:solidFill>
                  <a:srgbClr val="F1F7F3"/>
                </a:solidFill>
                <a:latin typeface="Segoe UI"/>
                <a:ea typeface="Segoe UI"/>
                <a:cs typeface="Segoe UI"/>
              </a:defRPr>
            </a:lvl4pPr>
            <a:lvl5pPr algn="l">
              <a:defRPr sz="2325" b="1" i="0">
                <a:solidFill>
                  <a:srgbClr val="F1F7F3"/>
                </a:solidFill>
                <a:latin typeface="Segoe UI"/>
                <a:ea typeface="Segoe UI"/>
                <a:cs typeface="Segoe UI"/>
              </a:defRPr>
            </a:lvl5pPr>
            <a:lvl6pPr algn="l">
              <a:defRPr sz="2325" b="1" i="0">
                <a:solidFill>
                  <a:srgbClr val="F1F7F3"/>
                </a:solidFill>
                <a:latin typeface="Segoe UI"/>
                <a:ea typeface="Segoe UI"/>
                <a:cs typeface="Segoe UI"/>
              </a:defRPr>
            </a:lvl6pPr>
            <a:lvl7pPr algn="l">
              <a:defRPr sz="2325" b="1" i="0">
                <a:solidFill>
                  <a:srgbClr val="F1F7F3"/>
                </a:solidFill>
                <a:latin typeface="Segoe UI"/>
                <a:ea typeface="Segoe UI"/>
                <a:cs typeface="Segoe UI"/>
              </a:defRPr>
            </a:lvl7pPr>
            <a:lvl8pPr algn="l">
              <a:defRPr sz="2325" b="1" i="0">
                <a:solidFill>
                  <a:srgbClr val="F1F7F3"/>
                </a:solidFill>
                <a:latin typeface="Segoe UI"/>
                <a:ea typeface="Segoe UI"/>
                <a:cs typeface="Segoe UI"/>
              </a:defRPr>
            </a:lvl8pPr>
            <a:lvl9pPr algn="l">
              <a:defRPr sz="2325" b="1" i="0">
                <a:solidFill>
                  <a:srgbClr val="F1F7F3"/>
                </a:solidFill>
                <a:latin typeface="Segoe UI"/>
                <a:ea typeface="Segoe UI"/>
                <a:cs typeface="Segoe UI"/>
              </a:defRPr>
            </a:lvl9pPr>
          </a:lstStyle>
          <a:p xmlns:a="http://schemas.openxmlformats.org/drawingml/2006/main">
            <a:pPr algn="l">
              <a:defRPr sz="2325" b="1" i="0">
                <a:solidFill>
                  <a:srgbClr val="F1F7F3"/>
                </a:solidFill>
                <a:latin typeface="Segoe UI"/>
                <a:ea typeface="Segoe UI"/>
                <a:cs typeface="Segoe UI"/>
              </a:defRPr>
            </a:pPr>
            <a:r>
              <a:rPr sz="2325" b="1" i="0">
                <a:solidFill>
                  <a:srgbClr val="F1F7F3"/>
                </a:solidFill>
                <a:latin typeface="Segoe UI"/>
                <a:ea typeface="Segoe UI"/>
                <a:cs typeface="Segoe UI"/>
              </a:rPr>
              <a:t>Lo que registró</a:t>
            </a:r>
          </a:p>
          <a:p xmlns:a="http://schemas.openxmlformats.org/drawingml/2006/main">
            <a:pPr algn="l">
              <a:defRPr sz="2325" b="1" i="0">
                <a:solidFill>
                  <a:srgbClr val="F1F7F3"/>
                </a:solidFill>
                <a:latin typeface="Segoe UI"/>
                <a:ea typeface="Segoe UI"/>
                <a:cs typeface="Segoe UI"/>
              </a:defRPr>
            </a:pPr>
            <a:r>
              <a:rPr sz="2325" b="1" i="0">
                <a:solidFill>
                  <a:srgbClr val="F1F7F3"/>
                </a:solidFill>
                <a:latin typeface="Segoe UI"/>
                <a:ea typeface="Segoe UI"/>
                <a:cs typeface="Segoe UI"/>
              </a:rPr>
              <a:t>el dispositivo</a:t>
            </a:r>
          </a:p>
        </p:txBody>
      </p:sp>
      <p:sp>
        <p:nvSpPr>
          <p:cNvPr id="9" name="">
            <a:extLst xmlns:a="http://schemas.openxmlformats.org/drawingml/2006/main">
              <a:ext uri="{FF2B5EF4-FFF2-40B4-BE49-F238E27FC236}">
                <a16:creationId xmlns:a16="http://schemas.microsoft.com/office/drawing/2014/main" id="{8AD27228-F64D-474E-9A05-25E3B66252D9}"/>
              </a:ext>
            </a:extLst>
          </p:cNvPr>
          <p:cNvSpPr>
            <a:spLocks xmlns:a="http://schemas.openxmlformats.org/drawingml/2006/main" noGrp="1"/>
          </p:cNvSpPr>
          <p:nvPr/>
        </p:nvSpPr>
        <p:spPr>
          <a:xfrm xmlns:a="http://schemas.openxmlformats.org/drawingml/2006/main">
            <a:off x="723900" y="3800475"/>
            <a:ext cx="309562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A8C0BA"/>
                </a:solidFill>
                <a:latin typeface="Segoe UI"/>
                <a:ea typeface="Segoe UI"/>
                <a:cs typeface="Segoe UI"/>
              </a:defRPr>
            </a:defPPr>
            <a:lvl1pPr algn="l">
              <a:defRPr sz="1350" b="0" i="0">
                <a:solidFill>
                  <a:srgbClr val="A8C0BA"/>
                </a:solidFill>
                <a:latin typeface="Segoe UI"/>
                <a:ea typeface="Segoe UI"/>
                <a:cs typeface="Segoe UI"/>
              </a:defRPr>
            </a:lvl1pPr>
            <a:lvl2pPr algn="l">
              <a:defRPr sz="1350" b="0" i="0">
                <a:solidFill>
                  <a:srgbClr val="A8C0BA"/>
                </a:solidFill>
                <a:latin typeface="Segoe UI"/>
                <a:ea typeface="Segoe UI"/>
                <a:cs typeface="Segoe UI"/>
              </a:defRPr>
            </a:lvl2pPr>
            <a:lvl3pPr algn="l">
              <a:defRPr sz="1350" b="0" i="0">
                <a:solidFill>
                  <a:srgbClr val="A8C0BA"/>
                </a:solidFill>
                <a:latin typeface="Segoe UI"/>
                <a:ea typeface="Segoe UI"/>
                <a:cs typeface="Segoe UI"/>
              </a:defRPr>
            </a:lvl3pPr>
            <a:lvl4pPr algn="l">
              <a:defRPr sz="1350" b="0" i="0">
                <a:solidFill>
                  <a:srgbClr val="A8C0BA"/>
                </a:solidFill>
                <a:latin typeface="Segoe UI"/>
                <a:ea typeface="Segoe UI"/>
                <a:cs typeface="Segoe UI"/>
              </a:defRPr>
            </a:lvl4pPr>
            <a:lvl5pPr algn="l">
              <a:defRPr sz="1350" b="0" i="0">
                <a:solidFill>
                  <a:srgbClr val="A8C0BA"/>
                </a:solidFill>
                <a:latin typeface="Segoe UI"/>
                <a:ea typeface="Segoe UI"/>
                <a:cs typeface="Segoe UI"/>
              </a:defRPr>
            </a:lvl5pPr>
            <a:lvl6pPr algn="l">
              <a:defRPr sz="1350" b="0" i="0">
                <a:solidFill>
                  <a:srgbClr val="A8C0BA"/>
                </a:solidFill>
                <a:latin typeface="Segoe UI"/>
                <a:ea typeface="Segoe UI"/>
                <a:cs typeface="Segoe UI"/>
              </a:defRPr>
            </a:lvl6pPr>
            <a:lvl7pPr algn="l">
              <a:defRPr sz="1350" b="0" i="0">
                <a:solidFill>
                  <a:srgbClr val="A8C0BA"/>
                </a:solidFill>
                <a:latin typeface="Segoe UI"/>
                <a:ea typeface="Segoe UI"/>
                <a:cs typeface="Segoe UI"/>
              </a:defRPr>
            </a:lvl7pPr>
            <a:lvl8pPr algn="l">
              <a:defRPr sz="1350" b="0" i="0">
                <a:solidFill>
                  <a:srgbClr val="A8C0BA"/>
                </a:solidFill>
                <a:latin typeface="Segoe UI"/>
                <a:ea typeface="Segoe UI"/>
                <a:cs typeface="Segoe UI"/>
              </a:defRPr>
            </a:lvl8pPr>
            <a:lvl9pPr algn="l">
              <a:defRPr sz="1350" b="0" i="0">
                <a:solidFill>
                  <a:srgbClr val="A8C0BA"/>
                </a:solidFill>
                <a:latin typeface="Segoe UI"/>
                <a:ea typeface="Segoe UI"/>
                <a:cs typeface="Segoe UI"/>
              </a:defRPr>
            </a:lvl9pPr>
          </a:lstStyle>
          <a:p xmlns:a="http://schemas.openxmlformats.org/drawingml/2006/main">
            <a:pPr algn="l">
              <a:defRPr sz="1350" b="0" i="0">
                <a:solidFill>
                  <a:srgbClr val="A8C0BA"/>
                </a:solidFill>
                <a:latin typeface="Segoe UI"/>
                <a:ea typeface="Segoe UI"/>
                <a:cs typeface="Segoe UI"/>
              </a:defRPr>
            </a:pPr>
            <a:r>
              <a:rPr sz="1350" b="0" i="0">
                <a:solidFill>
                  <a:srgbClr val="A8C0BA"/>
                </a:solidFill>
                <a:latin typeface="Segoe UI"/>
                <a:ea typeface="Segoe UI"/>
                <a:cs typeface="Segoe UI"/>
              </a:rPr>
              <a:t>HRV, pulso en reposo, energía activa y sueño llegan desde Apple Health o desde un CSV importado.</a:t>
            </a:r>
          </a:p>
        </p:txBody>
      </p:sp>
      <p:sp>
        <p:nvSpPr>
          <p:cNvPr id="10" name="">
            <a:extLst xmlns:a="http://schemas.openxmlformats.org/drawingml/2006/main">
              <a:ext uri="{FF2B5EF4-FFF2-40B4-BE49-F238E27FC236}">
                <a16:creationId xmlns:a16="http://schemas.microsoft.com/office/drawing/2014/main" id="{5C97E93E-5458-494E-88D7-6BAA845AB437}"/>
              </a:ext>
            </a:extLst>
          </p:cNvPr>
          <p:cNvSpPr>
            <a:spLocks xmlns:a="http://schemas.openxmlformats.org/drawingml/2006/main" noGrp="1"/>
          </p:cNvSpPr>
          <p:nvPr/>
        </p:nvSpPr>
        <p:spPr>
          <a:xfrm xmlns:a="http://schemas.openxmlformats.org/drawingml/2006/main">
            <a:off x="723900" y="5286375"/>
            <a:ext cx="9525" cy="400050"/>
          </a:xfrm>
          <a:prstGeom xmlns:a="http://schemas.openxmlformats.org/drawingml/2006/main" prst="rect">
            <a:avLst/>
          </a:prstGeom>
          <a:solidFill xmlns:a="http://schemas.openxmlformats.org/drawingml/2006/main">
            <a:srgbClr val="A9E8C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9B6DFA0-2C4D-40C6-B471-9ABA0D6EE365}"/>
              </a:ext>
            </a:extLst>
          </p:cNvPr>
          <p:cNvSpPr>
            <a:spLocks xmlns:a="http://schemas.openxmlformats.org/drawingml/2006/main" noGrp="1"/>
          </p:cNvSpPr>
          <p:nvPr/>
        </p:nvSpPr>
        <p:spPr>
          <a:xfrm xmlns:a="http://schemas.openxmlformats.org/drawingml/2006/main">
            <a:off x="885825" y="53435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E8CB"/>
                </a:solidFill>
                <a:latin typeface="Segoe UI"/>
                <a:ea typeface="Segoe UI"/>
                <a:cs typeface="Segoe UI"/>
              </a:defRPr>
            </a:defPPr>
            <a:lvl1pPr algn="l">
              <a:defRPr sz="825" b="1" i="0">
                <a:solidFill>
                  <a:srgbClr val="A9E8CB"/>
                </a:solidFill>
                <a:latin typeface="Segoe UI"/>
                <a:ea typeface="Segoe UI"/>
                <a:cs typeface="Segoe UI"/>
              </a:defRPr>
            </a:lvl1pPr>
            <a:lvl2pPr algn="l">
              <a:defRPr sz="825" b="1" i="0">
                <a:solidFill>
                  <a:srgbClr val="A9E8CB"/>
                </a:solidFill>
                <a:latin typeface="Segoe UI"/>
                <a:ea typeface="Segoe UI"/>
                <a:cs typeface="Segoe UI"/>
              </a:defRPr>
            </a:lvl2pPr>
            <a:lvl3pPr algn="l">
              <a:defRPr sz="825" b="1" i="0">
                <a:solidFill>
                  <a:srgbClr val="A9E8CB"/>
                </a:solidFill>
                <a:latin typeface="Segoe UI"/>
                <a:ea typeface="Segoe UI"/>
                <a:cs typeface="Segoe UI"/>
              </a:defRPr>
            </a:lvl3pPr>
            <a:lvl4pPr algn="l">
              <a:defRPr sz="825" b="1" i="0">
                <a:solidFill>
                  <a:srgbClr val="A9E8CB"/>
                </a:solidFill>
                <a:latin typeface="Segoe UI"/>
                <a:ea typeface="Segoe UI"/>
                <a:cs typeface="Segoe UI"/>
              </a:defRPr>
            </a:lvl4pPr>
            <a:lvl5pPr algn="l">
              <a:defRPr sz="825" b="1" i="0">
                <a:solidFill>
                  <a:srgbClr val="A9E8CB"/>
                </a:solidFill>
                <a:latin typeface="Segoe UI"/>
                <a:ea typeface="Segoe UI"/>
                <a:cs typeface="Segoe UI"/>
              </a:defRPr>
            </a:lvl5pPr>
            <a:lvl6pPr algn="l">
              <a:defRPr sz="825" b="1" i="0">
                <a:solidFill>
                  <a:srgbClr val="A9E8CB"/>
                </a:solidFill>
                <a:latin typeface="Segoe UI"/>
                <a:ea typeface="Segoe UI"/>
                <a:cs typeface="Segoe UI"/>
              </a:defRPr>
            </a:lvl6pPr>
            <a:lvl7pPr algn="l">
              <a:defRPr sz="825" b="1" i="0">
                <a:solidFill>
                  <a:srgbClr val="A9E8CB"/>
                </a:solidFill>
                <a:latin typeface="Segoe UI"/>
                <a:ea typeface="Segoe UI"/>
                <a:cs typeface="Segoe UI"/>
              </a:defRPr>
            </a:lvl7pPr>
            <a:lvl8pPr algn="l">
              <a:defRPr sz="825" b="1" i="0">
                <a:solidFill>
                  <a:srgbClr val="A9E8CB"/>
                </a:solidFill>
                <a:latin typeface="Segoe UI"/>
                <a:ea typeface="Segoe UI"/>
                <a:cs typeface="Segoe UI"/>
              </a:defRPr>
            </a:lvl8pPr>
            <a:lvl9pPr algn="l">
              <a:defRPr sz="825" b="1" i="0">
                <a:solidFill>
                  <a:srgbClr val="A9E8CB"/>
                </a:solidFill>
                <a:latin typeface="Segoe UI"/>
                <a:ea typeface="Segoe UI"/>
                <a:cs typeface="Segoe UI"/>
              </a:defRPr>
            </a:lvl9pPr>
          </a:lstStyle>
          <a:p xmlns:a="http://schemas.openxmlformats.org/drawingml/2006/main">
            <a:pPr algn="l">
              <a:defRPr sz="825" b="1" i="0">
                <a:solidFill>
                  <a:srgbClr val="A9E8CB"/>
                </a:solidFill>
                <a:latin typeface="Segoe UI"/>
                <a:ea typeface="Segoe UI"/>
                <a:cs typeface="Segoe UI"/>
              </a:defRPr>
            </a:pPr>
            <a:r>
              <a:rPr sz="825" b="1" i="0">
                <a:solidFill>
                  <a:srgbClr val="A9E8CB"/>
                </a:solidFill>
                <a:latin typeface="Segoe UI"/>
                <a:ea typeface="Segoe UI"/>
                <a:cs typeface="Segoe UI"/>
              </a:rPr>
              <a:t>OBSERVADO</a:t>
            </a:r>
          </a:p>
        </p:txBody>
      </p:sp>
      <p:sp>
        <p:nvSpPr>
          <p:cNvPr id="12" name="">
            <a:extLst xmlns:a="http://schemas.openxmlformats.org/drawingml/2006/main">
              <a:ext uri="{FF2B5EF4-FFF2-40B4-BE49-F238E27FC236}">
                <a16:creationId xmlns:a16="http://schemas.microsoft.com/office/drawing/2014/main" id="{54D41B26-88E8-4B0B-AD65-A8E5E6E3DF28}"/>
              </a:ext>
            </a:extLst>
          </p:cNvPr>
          <p:cNvSpPr>
            <a:spLocks xmlns:a="http://schemas.openxmlformats.org/drawingml/2006/main" noGrp="1"/>
          </p:cNvSpPr>
          <p:nvPr/>
        </p:nvSpPr>
        <p:spPr>
          <a:xfrm xmlns:a="http://schemas.openxmlformats.org/drawingml/2006/main">
            <a:off x="4152900" y="2343150"/>
            <a:ext cx="9525" cy="3276600"/>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CA92CB5-946B-42D4-BF82-77244973E8C3}"/>
              </a:ext>
            </a:extLst>
          </p:cNvPr>
          <p:cNvSpPr>
            <a:spLocks xmlns:a="http://schemas.openxmlformats.org/drawingml/2006/main" noGrp="1"/>
          </p:cNvSpPr>
          <p:nvPr/>
        </p:nvSpPr>
        <p:spPr>
          <a:xfrm xmlns:a="http://schemas.openxmlformats.org/drawingml/2006/main">
            <a:off x="4476750" y="23241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D7C98D"/>
                </a:solidFill>
                <a:latin typeface="Segoe UI"/>
                <a:ea typeface="Segoe UI"/>
                <a:cs typeface="Segoe UI"/>
              </a:defRPr>
            </a:defPPr>
            <a:lvl1pPr algn="l">
              <a:defRPr sz="900" b="1" i="0">
                <a:solidFill>
                  <a:srgbClr val="D7C98D"/>
                </a:solidFill>
                <a:latin typeface="Segoe UI"/>
                <a:ea typeface="Segoe UI"/>
                <a:cs typeface="Segoe UI"/>
              </a:defRPr>
            </a:lvl1pPr>
            <a:lvl2pPr algn="l">
              <a:defRPr sz="900" b="1" i="0">
                <a:solidFill>
                  <a:srgbClr val="D7C98D"/>
                </a:solidFill>
                <a:latin typeface="Segoe UI"/>
                <a:ea typeface="Segoe UI"/>
                <a:cs typeface="Segoe UI"/>
              </a:defRPr>
            </a:lvl2pPr>
            <a:lvl3pPr algn="l">
              <a:defRPr sz="900" b="1" i="0">
                <a:solidFill>
                  <a:srgbClr val="D7C98D"/>
                </a:solidFill>
                <a:latin typeface="Segoe UI"/>
                <a:ea typeface="Segoe UI"/>
                <a:cs typeface="Segoe UI"/>
              </a:defRPr>
            </a:lvl3pPr>
            <a:lvl4pPr algn="l">
              <a:defRPr sz="900" b="1" i="0">
                <a:solidFill>
                  <a:srgbClr val="D7C98D"/>
                </a:solidFill>
                <a:latin typeface="Segoe UI"/>
                <a:ea typeface="Segoe UI"/>
                <a:cs typeface="Segoe UI"/>
              </a:defRPr>
            </a:lvl4pPr>
            <a:lvl5pPr algn="l">
              <a:defRPr sz="900" b="1" i="0">
                <a:solidFill>
                  <a:srgbClr val="D7C98D"/>
                </a:solidFill>
                <a:latin typeface="Segoe UI"/>
                <a:ea typeface="Segoe UI"/>
                <a:cs typeface="Segoe UI"/>
              </a:defRPr>
            </a:lvl5pPr>
            <a:lvl6pPr algn="l">
              <a:defRPr sz="900" b="1" i="0">
                <a:solidFill>
                  <a:srgbClr val="D7C98D"/>
                </a:solidFill>
                <a:latin typeface="Segoe UI"/>
                <a:ea typeface="Segoe UI"/>
                <a:cs typeface="Segoe UI"/>
              </a:defRPr>
            </a:lvl6pPr>
            <a:lvl7pPr algn="l">
              <a:defRPr sz="900" b="1" i="0">
                <a:solidFill>
                  <a:srgbClr val="D7C98D"/>
                </a:solidFill>
                <a:latin typeface="Segoe UI"/>
                <a:ea typeface="Segoe UI"/>
                <a:cs typeface="Segoe UI"/>
              </a:defRPr>
            </a:lvl7pPr>
            <a:lvl8pPr algn="l">
              <a:defRPr sz="900" b="1" i="0">
                <a:solidFill>
                  <a:srgbClr val="D7C98D"/>
                </a:solidFill>
                <a:latin typeface="Segoe UI"/>
                <a:ea typeface="Segoe UI"/>
                <a:cs typeface="Segoe UI"/>
              </a:defRPr>
            </a:lvl8pPr>
            <a:lvl9pPr algn="l">
              <a:defRPr sz="900" b="1" i="0">
                <a:solidFill>
                  <a:srgbClr val="D7C98D"/>
                </a:solidFill>
                <a:latin typeface="Segoe UI"/>
                <a:ea typeface="Segoe UI"/>
                <a:cs typeface="Segoe UI"/>
              </a:defRPr>
            </a:lvl9pPr>
          </a:lstStyle>
          <a:p xmlns:a="http://schemas.openxmlformats.org/drawingml/2006/main">
            <a:pPr algn="l">
              <a:defRPr sz="900" b="1" i="0">
                <a:solidFill>
                  <a:srgbClr val="D7C98D"/>
                </a:solidFill>
                <a:latin typeface="Segoe UI"/>
                <a:ea typeface="Segoe UI"/>
                <a:cs typeface="Segoe UI"/>
              </a:defRPr>
            </a:pPr>
            <a:r>
              <a:rPr sz="900" b="1" i="0">
                <a:solidFill>
                  <a:srgbClr val="D7C98D"/>
                </a:solidFill>
                <a:latin typeface="Segoe UI"/>
                <a:ea typeface="Segoe UI"/>
                <a:cs typeface="Segoe UI"/>
              </a:rPr>
              <a:t>02  ÍNDICE</a:t>
            </a:r>
          </a:p>
        </p:txBody>
      </p:sp>
      <p:sp>
        <p:nvSpPr>
          <p:cNvPr id="14" name="">
            <a:extLst xmlns:a="http://schemas.openxmlformats.org/drawingml/2006/main">
              <a:ext uri="{FF2B5EF4-FFF2-40B4-BE49-F238E27FC236}">
                <a16:creationId xmlns:a16="http://schemas.microsoft.com/office/drawing/2014/main" id="{FB543599-A1BE-4DDF-8E55-1B69F93F968D}"/>
              </a:ext>
            </a:extLst>
          </p:cNvPr>
          <p:cNvSpPr>
            <a:spLocks xmlns:a="http://schemas.openxmlformats.org/drawingml/2006/main" noGrp="1"/>
          </p:cNvSpPr>
          <p:nvPr/>
        </p:nvSpPr>
        <p:spPr>
          <a:xfrm xmlns:a="http://schemas.openxmlformats.org/drawingml/2006/main">
            <a:off x="4476750" y="2781300"/>
            <a:ext cx="3238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i="0">
                <a:solidFill>
                  <a:srgbClr val="F1F7F3"/>
                </a:solidFill>
                <a:latin typeface="Segoe UI"/>
                <a:ea typeface="Segoe UI"/>
                <a:cs typeface="Segoe UI"/>
              </a:defRPr>
            </a:defPPr>
            <a:lvl1pPr algn="l">
              <a:defRPr sz="2325" b="1" i="0">
                <a:solidFill>
                  <a:srgbClr val="F1F7F3"/>
                </a:solidFill>
                <a:latin typeface="Segoe UI"/>
                <a:ea typeface="Segoe UI"/>
                <a:cs typeface="Segoe UI"/>
              </a:defRPr>
            </a:lvl1pPr>
            <a:lvl2pPr algn="l">
              <a:defRPr sz="2325" b="1" i="0">
                <a:solidFill>
                  <a:srgbClr val="F1F7F3"/>
                </a:solidFill>
                <a:latin typeface="Segoe UI"/>
                <a:ea typeface="Segoe UI"/>
                <a:cs typeface="Segoe UI"/>
              </a:defRPr>
            </a:lvl2pPr>
            <a:lvl3pPr algn="l">
              <a:defRPr sz="2325" b="1" i="0">
                <a:solidFill>
                  <a:srgbClr val="F1F7F3"/>
                </a:solidFill>
                <a:latin typeface="Segoe UI"/>
                <a:ea typeface="Segoe UI"/>
                <a:cs typeface="Segoe UI"/>
              </a:defRPr>
            </a:lvl3pPr>
            <a:lvl4pPr algn="l">
              <a:defRPr sz="2325" b="1" i="0">
                <a:solidFill>
                  <a:srgbClr val="F1F7F3"/>
                </a:solidFill>
                <a:latin typeface="Segoe UI"/>
                <a:ea typeface="Segoe UI"/>
                <a:cs typeface="Segoe UI"/>
              </a:defRPr>
            </a:lvl4pPr>
            <a:lvl5pPr algn="l">
              <a:defRPr sz="2325" b="1" i="0">
                <a:solidFill>
                  <a:srgbClr val="F1F7F3"/>
                </a:solidFill>
                <a:latin typeface="Segoe UI"/>
                <a:ea typeface="Segoe UI"/>
                <a:cs typeface="Segoe UI"/>
              </a:defRPr>
            </a:lvl5pPr>
            <a:lvl6pPr algn="l">
              <a:defRPr sz="2325" b="1" i="0">
                <a:solidFill>
                  <a:srgbClr val="F1F7F3"/>
                </a:solidFill>
                <a:latin typeface="Segoe UI"/>
                <a:ea typeface="Segoe UI"/>
                <a:cs typeface="Segoe UI"/>
              </a:defRPr>
            </a:lvl6pPr>
            <a:lvl7pPr algn="l">
              <a:defRPr sz="2325" b="1" i="0">
                <a:solidFill>
                  <a:srgbClr val="F1F7F3"/>
                </a:solidFill>
                <a:latin typeface="Segoe UI"/>
                <a:ea typeface="Segoe UI"/>
                <a:cs typeface="Segoe UI"/>
              </a:defRPr>
            </a:lvl7pPr>
            <a:lvl8pPr algn="l">
              <a:defRPr sz="2325" b="1" i="0">
                <a:solidFill>
                  <a:srgbClr val="F1F7F3"/>
                </a:solidFill>
                <a:latin typeface="Segoe UI"/>
                <a:ea typeface="Segoe UI"/>
                <a:cs typeface="Segoe UI"/>
              </a:defRPr>
            </a:lvl8pPr>
            <a:lvl9pPr algn="l">
              <a:defRPr sz="2325" b="1" i="0">
                <a:solidFill>
                  <a:srgbClr val="F1F7F3"/>
                </a:solidFill>
                <a:latin typeface="Segoe UI"/>
                <a:ea typeface="Segoe UI"/>
                <a:cs typeface="Segoe UI"/>
              </a:defRPr>
            </a:lvl9pPr>
          </a:lstStyle>
          <a:p xmlns:a="http://schemas.openxmlformats.org/drawingml/2006/main">
            <a:pPr algn="l">
              <a:defRPr sz="2325" b="1" i="0">
                <a:solidFill>
                  <a:srgbClr val="F1F7F3"/>
                </a:solidFill>
                <a:latin typeface="Segoe UI"/>
                <a:ea typeface="Segoe UI"/>
                <a:cs typeface="Segoe UI"/>
              </a:defRPr>
            </a:pPr>
            <a:r>
              <a:rPr sz="2325" b="1" i="0">
                <a:solidFill>
                  <a:srgbClr val="F1F7F3"/>
                </a:solidFill>
                <a:latin typeface="Segoe UI"/>
                <a:ea typeface="Segoe UI"/>
                <a:cs typeface="Segoe UI"/>
              </a:rPr>
              <a:t>Una regla</a:t>
            </a:r>
          </a:p>
          <a:p xmlns:a="http://schemas.openxmlformats.org/drawingml/2006/main">
            <a:pPr algn="l">
              <a:defRPr sz="2325" b="1" i="0">
                <a:solidFill>
                  <a:srgbClr val="F1F7F3"/>
                </a:solidFill>
                <a:latin typeface="Segoe UI"/>
                <a:ea typeface="Segoe UI"/>
                <a:cs typeface="Segoe UI"/>
              </a:defRPr>
            </a:pPr>
            <a:r>
              <a:rPr sz="2325" b="1" i="0">
                <a:solidFill>
                  <a:srgbClr val="F1F7F3"/>
                </a:solidFill>
                <a:latin typeface="Segoe UI"/>
                <a:ea typeface="Segoe UI"/>
                <a:cs typeface="Segoe UI"/>
              </a:rPr>
              <a:t>explicable</a:t>
            </a:r>
          </a:p>
        </p:txBody>
      </p:sp>
      <p:sp>
        <p:nvSpPr>
          <p:cNvPr id="15" name="">
            <a:extLst xmlns:a="http://schemas.openxmlformats.org/drawingml/2006/main">
              <a:ext uri="{FF2B5EF4-FFF2-40B4-BE49-F238E27FC236}">
                <a16:creationId xmlns:a16="http://schemas.microsoft.com/office/drawing/2014/main" id="{8EE90174-672B-4B79-998D-8E2CFE45B501}"/>
              </a:ext>
            </a:extLst>
          </p:cNvPr>
          <p:cNvSpPr>
            <a:spLocks xmlns:a="http://schemas.openxmlformats.org/drawingml/2006/main" noGrp="1"/>
          </p:cNvSpPr>
          <p:nvPr/>
        </p:nvSpPr>
        <p:spPr>
          <a:xfrm xmlns:a="http://schemas.openxmlformats.org/drawingml/2006/main">
            <a:off x="4476750" y="3800475"/>
            <a:ext cx="309562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A8C0BA"/>
                </a:solidFill>
                <a:latin typeface="Segoe UI"/>
                <a:ea typeface="Segoe UI"/>
                <a:cs typeface="Segoe UI"/>
              </a:defRPr>
            </a:defPPr>
            <a:lvl1pPr algn="l">
              <a:defRPr sz="1350" b="0" i="0">
                <a:solidFill>
                  <a:srgbClr val="A8C0BA"/>
                </a:solidFill>
                <a:latin typeface="Segoe UI"/>
                <a:ea typeface="Segoe UI"/>
                <a:cs typeface="Segoe UI"/>
              </a:defRPr>
            </a:lvl1pPr>
            <a:lvl2pPr algn="l">
              <a:defRPr sz="1350" b="0" i="0">
                <a:solidFill>
                  <a:srgbClr val="A8C0BA"/>
                </a:solidFill>
                <a:latin typeface="Segoe UI"/>
                <a:ea typeface="Segoe UI"/>
                <a:cs typeface="Segoe UI"/>
              </a:defRPr>
            </a:lvl2pPr>
            <a:lvl3pPr algn="l">
              <a:defRPr sz="1350" b="0" i="0">
                <a:solidFill>
                  <a:srgbClr val="A8C0BA"/>
                </a:solidFill>
                <a:latin typeface="Segoe UI"/>
                <a:ea typeface="Segoe UI"/>
                <a:cs typeface="Segoe UI"/>
              </a:defRPr>
            </a:lvl3pPr>
            <a:lvl4pPr algn="l">
              <a:defRPr sz="1350" b="0" i="0">
                <a:solidFill>
                  <a:srgbClr val="A8C0BA"/>
                </a:solidFill>
                <a:latin typeface="Segoe UI"/>
                <a:ea typeface="Segoe UI"/>
                <a:cs typeface="Segoe UI"/>
              </a:defRPr>
            </a:lvl4pPr>
            <a:lvl5pPr algn="l">
              <a:defRPr sz="1350" b="0" i="0">
                <a:solidFill>
                  <a:srgbClr val="A8C0BA"/>
                </a:solidFill>
                <a:latin typeface="Segoe UI"/>
                <a:ea typeface="Segoe UI"/>
                <a:cs typeface="Segoe UI"/>
              </a:defRPr>
            </a:lvl5pPr>
            <a:lvl6pPr algn="l">
              <a:defRPr sz="1350" b="0" i="0">
                <a:solidFill>
                  <a:srgbClr val="A8C0BA"/>
                </a:solidFill>
                <a:latin typeface="Segoe UI"/>
                <a:ea typeface="Segoe UI"/>
                <a:cs typeface="Segoe UI"/>
              </a:defRPr>
            </a:lvl6pPr>
            <a:lvl7pPr algn="l">
              <a:defRPr sz="1350" b="0" i="0">
                <a:solidFill>
                  <a:srgbClr val="A8C0BA"/>
                </a:solidFill>
                <a:latin typeface="Segoe UI"/>
                <a:ea typeface="Segoe UI"/>
                <a:cs typeface="Segoe UI"/>
              </a:defRPr>
            </a:lvl7pPr>
            <a:lvl8pPr algn="l">
              <a:defRPr sz="1350" b="0" i="0">
                <a:solidFill>
                  <a:srgbClr val="A8C0BA"/>
                </a:solidFill>
                <a:latin typeface="Segoe UI"/>
                <a:ea typeface="Segoe UI"/>
                <a:cs typeface="Segoe UI"/>
              </a:defRPr>
            </a:lvl8pPr>
            <a:lvl9pPr algn="l">
              <a:defRPr sz="1350" b="0" i="0">
                <a:solidFill>
                  <a:srgbClr val="A8C0BA"/>
                </a:solidFill>
                <a:latin typeface="Segoe UI"/>
                <a:ea typeface="Segoe UI"/>
                <a:cs typeface="Segoe UI"/>
              </a:defRPr>
            </a:lvl9pPr>
          </a:lstStyle>
          <a:p xmlns:a="http://schemas.openxmlformats.org/drawingml/2006/main">
            <a:pPr algn="l">
              <a:defRPr sz="1350" b="0" i="0">
                <a:solidFill>
                  <a:srgbClr val="A8C0BA"/>
                </a:solidFill>
                <a:latin typeface="Segoe UI"/>
                <a:ea typeface="Segoe UI"/>
                <a:cs typeface="Segoe UI"/>
              </a:defRPr>
            </a:pPr>
            <a:r>
              <a:rPr sz="1350" b="0" i="0">
                <a:solidFill>
                  <a:srgbClr val="A8C0BA"/>
                </a:solidFill>
                <a:latin typeface="Segoe UI"/>
                <a:ea typeface="Segoe UI"/>
                <a:cs typeface="Segoe UI"/>
              </a:rPr>
              <a:t>BioScore y Sleep Score combinan señales con fórmulas deterministas. No se entrenan con datos.</a:t>
            </a:r>
          </a:p>
        </p:txBody>
      </p:sp>
      <p:sp>
        <p:nvSpPr>
          <p:cNvPr id="16" name="">
            <a:extLst xmlns:a="http://schemas.openxmlformats.org/drawingml/2006/main">
              <a:ext uri="{FF2B5EF4-FFF2-40B4-BE49-F238E27FC236}">
                <a16:creationId xmlns:a16="http://schemas.microsoft.com/office/drawing/2014/main" id="{F8D5ED7E-1F4B-46F8-A26D-845AE3AECAA2}"/>
              </a:ext>
            </a:extLst>
          </p:cNvPr>
          <p:cNvSpPr>
            <a:spLocks xmlns:a="http://schemas.openxmlformats.org/drawingml/2006/main" noGrp="1"/>
          </p:cNvSpPr>
          <p:nvPr/>
        </p:nvSpPr>
        <p:spPr>
          <a:xfrm xmlns:a="http://schemas.openxmlformats.org/drawingml/2006/main">
            <a:off x="4476750" y="5286375"/>
            <a:ext cx="9525" cy="400050"/>
          </a:xfrm>
          <a:prstGeom xmlns:a="http://schemas.openxmlformats.org/drawingml/2006/main" prst="rect">
            <a:avLst/>
          </a:prstGeom>
          <a:solidFill xmlns:a="http://schemas.openxmlformats.org/drawingml/2006/main">
            <a:srgbClr val="D7C98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4A2616F-BAE2-478D-AC93-7839AD066434}"/>
              </a:ext>
            </a:extLst>
          </p:cNvPr>
          <p:cNvSpPr>
            <a:spLocks xmlns:a="http://schemas.openxmlformats.org/drawingml/2006/main" noGrp="1"/>
          </p:cNvSpPr>
          <p:nvPr/>
        </p:nvSpPr>
        <p:spPr>
          <a:xfrm xmlns:a="http://schemas.openxmlformats.org/drawingml/2006/main">
            <a:off x="4638675" y="53435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D7C98D"/>
                </a:solidFill>
                <a:latin typeface="Segoe UI"/>
                <a:ea typeface="Segoe UI"/>
                <a:cs typeface="Segoe UI"/>
              </a:defRPr>
            </a:defPPr>
            <a:lvl1pPr algn="l">
              <a:defRPr sz="825" b="1" i="0">
                <a:solidFill>
                  <a:srgbClr val="D7C98D"/>
                </a:solidFill>
                <a:latin typeface="Segoe UI"/>
                <a:ea typeface="Segoe UI"/>
                <a:cs typeface="Segoe UI"/>
              </a:defRPr>
            </a:lvl1pPr>
            <a:lvl2pPr algn="l">
              <a:defRPr sz="825" b="1" i="0">
                <a:solidFill>
                  <a:srgbClr val="D7C98D"/>
                </a:solidFill>
                <a:latin typeface="Segoe UI"/>
                <a:ea typeface="Segoe UI"/>
                <a:cs typeface="Segoe UI"/>
              </a:defRPr>
            </a:lvl2pPr>
            <a:lvl3pPr algn="l">
              <a:defRPr sz="825" b="1" i="0">
                <a:solidFill>
                  <a:srgbClr val="D7C98D"/>
                </a:solidFill>
                <a:latin typeface="Segoe UI"/>
                <a:ea typeface="Segoe UI"/>
                <a:cs typeface="Segoe UI"/>
              </a:defRPr>
            </a:lvl3pPr>
            <a:lvl4pPr algn="l">
              <a:defRPr sz="825" b="1" i="0">
                <a:solidFill>
                  <a:srgbClr val="D7C98D"/>
                </a:solidFill>
                <a:latin typeface="Segoe UI"/>
                <a:ea typeface="Segoe UI"/>
                <a:cs typeface="Segoe UI"/>
              </a:defRPr>
            </a:lvl4pPr>
            <a:lvl5pPr algn="l">
              <a:defRPr sz="825" b="1" i="0">
                <a:solidFill>
                  <a:srgbClr val="D7C98D"/>
                </a:solidFill>
                <a:latin typeface="Segoe UI"/>
                <a:ea typeface="Segoe UI"/>
                <a:cs typeface="Segoe UI"/>
              </a:defRPr>
            </a:lvl5pPr>
            <a:lvl6pPr algn="l">
              <a:defRPr sz="825" b="1" i="0">
                <a:solidFill>
                  <a:srgbClr val="D7C98D"/>
                </a:solidFill>
                <a:latin typeface="Segoe UI"/>
                <a:ea typeface="Segoe UI"/>
                <a:cs typeface="Segoe UI"/>
              </a:defRPr>
            </a:lvl6pPr>
            <a:lvl7pPr algn="l">
              <a:defRPr sz="825" b="1" i="0">
                <a:solidFill>
                  <a:srgbClr val="D7C98D"/>
                </a:solidFill>
                <a:latin typeface="Segoe UI"/>
                <a:ea typeface="Segoe UI"/>
                <a:cs typeface="Segoe UI"/>
              </a:defRPr>
            </a:lvl7pPr>
            <a:lvl8pPr algn="l">
              <a:defRPr sz="825" b="1" i="0">
                <a:solidFill>
                  <a:srgbClr val="D7C98D"/>
                </a:solidFill>
                <a:latin typeface="Segoe UI"/>
                <a:ea typeface="Segoe UI"/>
                <a:cs typeface="Segoe UI"/>
              </a:defRPr>
            </a:lvl8pPr>
            <a:lvl9pPr algn="l">
              <a:defRPr sz="825" b="1" i="0">
                <a:solidFill>
                  <a:srgbClr val="D7C98D"/>
                </a:solidFill>
                <a:latin typeface="Segoe UI"/>
                <a:ea typeface="Segoe UI"/>
                <a:cs typeface="Segoe UI"/>
              </a:defRPr>
            </a:lvl9pPr>
          </a:lstStyle>
          <a:p xmlns:a="http://schemas.openxmlformats.org/drawingml/2006/main">
            <a:pPr algn="l">
              <a:defRPr sz="825" b="1" i="0">
                <a:solidFill>
                  <a:srgbClr val="D7C98D"/>
                </a:solidFill>
                <a:latin typeface="Segoe UI"/>
                <a:ea typeface="Segoe UI"/>
                <a:cs typeface="Segoe UI"/>
              </a:defRPr>
            </a:pPr>
            <a:r>
              <a:rPr sz="825" b="1" i="0">
                <a:solidFill>
                  <a:srgbClr val="D7C98D"/>
                </a:solidFill>
                <a:latin typeface="Segoe UI"/>
                <a:ea typeface="Segoe UI"/>
                <a:cs typeface="Segoe UI"/>
              </a:rPr>
              <a:t>DERIVADO</a:t>
            </a:r>
          </a:p>
        </p:txBody>
      </p:sp>
      <p:sp>
        <p:nvSpPr>
          <p:cNvPr id="18" name="">
            <a:extLst xmlns:a="http://schemas.openxmlformats.org/drawingml/2006/main">
              <a:ext uri="{FF2B5EF4-FFF2-40B4-BE49-F238E27FC236}">
                <a16:creationId xmlns:a16="http://schemas.microsoft.com/office/drawing/2014/main" id="{C72FB6CE-C9A8-4839-ABE7-BD086130F0D0}"/>
              </a:ext>
            </a:extLst>
          </p:cNvPr>
          <p:cNvSpPr>
            <a:spLocks xmlns:a="http://schemas.openxmlformats.org/drawingml/2006/main" noGrp="1"/>
          </p:cNvSpPr>
          <p:nvPr/>
        </p:nvSpPr>
        <p:spPr>
          <a:xfrm xmlns:a="http://schemas.openxmlformats.org/drawingml/2006/main">
            <a:off x="7905750" y="2343150"/>
            <a:ext cx="9525" cy="3276600"/>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1F24511-6E6D-4353-A4F2-C71A87ACA1ED}"/>
              </a:ext>
            </a:extLst>
          </p:cNvPr>
          <p:cNvSpPr>
            <a:spLocks xmlns:a="http://schemas.openxmlformats.org/drawingml/2006/main" noGrp="1"/>
          </p:cNvSpPr>
          <p:nvPr/>
        </p:nvSpPr>
        <p:spPr>
          <a:xfrm xmlns:a="http://schemas.openxmlformats.org/drawingml/2006/main">
            <a:off x="8229600" y="23241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5F4D7"/>
                </a:solidFill>
                <a:latin typeface="Segoe UI"/>
                <a:ea typeface="Segoe UI"/>
                <a:cs typeface="Segoe UI"/>
              </a:defRPr>
            </a:defPPr>
            <a:lvl1pPr algn="l">
              <a:defRPr sz="900" b="1" i="0">
                <a:solidFill>
                  <a:srgbClr val="C5F4D7"/>
                </a:solidFill>
                <a:latin typeface="Segoe UI"/>
                <a:ea typeface="Segoe UI"/>
                <a:cs typeface="Segoe UI"/>
              </a:defRPr>
            </a:lvl1pPr>
            <a:lvl2pPr algn="l">
              <a:defRPr sz="900" b="1" i="0">
                <a:solidFill>
                  <a:srgbClr val="C5F4D7"/>
                </a:solidFill>
                <a:latin typeface="Segoe UI"/>
                <a:ea typeface="Segoe UI"/>
                <a:cs typeface="Segoe UI"/>
              </a:defRPr>
            </a:lvl2pPr>
            <a:lvl3pPr algn="l">
              <a:defRPr sz="900" b="1" i="0">
                <a:solidFill>
                  <a:srgbClr val="C5F4D7"/>
                </a:solidFill>
                <a:latin typeface="Segoe UI"/>
                <a:ea typeface="Segoe UI"/>
                <a:cs typeface="Segoe UI"/>
              </a:defRPr>
            </a:lvl3pPr>
            <a:lvl4pPr algn="l">
              <a:defRPr sz="900" b="1" i="0">
                <a:solidFill>
                  <a:srgbClr val="C5F4D7"/>
                </a:solidFill>
                <a:latin typeface="Segoe UI"/>
                <a:ea typeface="Segoe UI"/>
                <a:cs typeface="Segoe UI"/>
              </a:defRPr>
            </a:lvl4pPr>
            <a:lvl5pPr algn="l">
              <a:defRPr sz="900" b="1" i="0">
                <a:solidFill>
                  <a:srgbClr val="C5F4D7"/>
                </a:solidFill>
                <a:latin typeface="Segoe UI"/>
                <a:ea typeface="Segoe UI"/>
                <a:cs typeface="Segoe UI"/>
              </a:defRPr>
            </a:lvl5pPr>
            <a:lvl6pPr algn="l">
              <a:defRPr sz="900" b="1" i="0">
                <a:solidFill>
                  <a:srgbClr val="C5F4D7"/>
                </a:solidFill>
                <a:latin typeface="Segoe UI"/>
                <a:ea typeface="Segoe UI"/>
                <a:cs typeface="Segoe UI"/>
              </a:defRPr>
            </a:lvl6pPr>
            <a:lvl7pPr algn="l">
              <a:defRPr sz="900" b="1" i="0">
                <a:solidFill>
                  <a:srgbClr val="C5F4D7"/>
                </a:solidFill>
                <a:latin typeface="Segoe UI"/>
                <a:ea typeface="Segoe UI"/>
                <a:cs typeface="Segoe UI"/>
              </a:defRPr>
            </a:lvl7pPr>
            <a:lvl8pPr algn="l">
              <a:defRPr sz="900" b="1" i="0">
                <a:solidFill>
                  <a:srgbClr val="C5F4D7"/>
                </a:solidFill>
                <a:latin typeface="Segoe UI"/>
                <a:ea typeface="Segoe UI"/>
                <a:cs typeface="Segoe UI"/>
              </a:defRPr>
            </a:lvl8pPr>
            <a:lvl9pPr algn="l">
              <a:defRPr sz="900" b="1" i="0">
                <a:solidFill>
                  <a:srgbClr val="C5F4D7"/>
                </a:solidFill>
                <a:latin typeface="Segoe UI"/>
                <a:ea typeface="Segoe UI"/>
                <a:cs typeface="Segoe UI"/>
              </a:defRPr>
            </a:lvl9pPr>
          </a:lstStyle>
          <a:p xmlns:a="http://schemas.openxmlformats.org/drawingml/2006/main">
            <a:pPr algn="l">
              <a:defRPr sz="900" b="1" i="0">
                <a:solidFill>
                  <a:srgbClr val="C5F4D7"/>
                </a:solidFill>
                <a:latin typeface="Segoe UI"/>
                <a:ea typeface="Segoe UI"/>
                <a:cs typeface="Segoe UI"/>
              </a:defRPr>
            </a:pPr>
            <a:r>
              <a:rPr sz="900" b="1" i="0">
                <a:solidFill>
                  <a:srgbClr val="C5F4D7"/>
                </a:solidFill>
                <a:latin typeface="Segoe UI"/>
                <a:ea typeface="Segoe UI"/>
                <a:cs typeface="Segoe UI"/>
              </a:rPr>
              <a:t>03  MODELO ML</a:t>
            </a:r>
          </a:p>
        </p:txBody>
      </p:sp>
      <p:sp>
        <p:nvSpPr>
          <p:cNvPr id="20" name="">
            <a:extLst xmlns:a="http://schemas.openxmlformats.org/drawingml/2006/main">
              <a:ext uri="{FF2B5EF4-FFF2-40B4-BE49-F238E27FC236}">
                <a16:creationId xmlns:a16="http://schemas.microsoft.com/office/drawing/2014/main" id="{A71CB063-3F66-47C7-9E19-8C173AC092B7}"/>
              </a:ext>
            </a:extLst>
          </p:cNvPr>
          <p:cNvSpPr>
            <a:spLocks xmlns:a="http://schemas.openxmlformats.org/drawingml/2006/main" noGrp="1"/>
          </p:cNvSpPr>
          <p:nvPr/>
        </p:nvSpPr>
        <p:spPr>
          <a:xfrm xmlns:a="http://schemas.openxmlformats.org/drawingml/2006/main">
            <a:off x="8229600" y="2781300"/>
            <a:ext cx="3238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i="0">
                <a:solidFill>
                  <a:srgbClr val="F1F7F3"/>
                </a:solidFill>
                <a:latin typeface="Segoe UI"/>
                <a:ea typeface="Segoe UI"/>
                <a:cs typeface="Segoe UI"/>
              </a:defRPr>
            </a:defPPr>
            <a:lvl1pPr algn="l">
              <a:defRPr sz="2325" b="1" i="0">
                <a:solidFill>
                  <a:srgbClr val="F1F7F3"/>
                </a:solidFill>
                <a:latin typeface="Segoe UI"/>
                <a:ea typeface="Segoe UI"/>
                <a:cs typeface="Segoe UI"/>
              </a:defRPr>
            </a:lvl1pPr>
            <a:lvl2pPr algn="l">
              <a:defRPr sz="2325" b="1" i="0">
                <a:solidFill>
                  <a:srgbClr val="F1F7F3"/>
                </a:solidFill>
                <a:latin typeface="Segoe UI"/>
                <a:ea typeface="Segoe UI"/>
                <a:cs typeface="Segoe UI"/>
              </a:defRPr>
            </a:lvl2pPr>
            <a:lvl3pPr algn="l">
              <a:defRPr sz="2325" b="1" i="0">
                <a:solidFill>
                  <a:srgbClr val="F1F7F3"/>
                </a:solidFill>
                <a:latin typeface="Segoe UI"/>
                <a:ea typeface="Segoe UI"/>
                <a:cs typeface="Segoe UI"/>
              </a:defRPr>
            </a:lvl3pPr>
            <a:lvl4pPr algn="l">
              <a:defRPr sz="2325" b="1" i="0">
                <a:solidFill>
                  <a:srgbClr val="F1F7F3"/>
                </a:solidFill>
                <a:latin typeface="Segoe UI"/>
                <a:ea typeface="Segoe UI"/>
                <a:cs typeface="Segoe UI"/>
              </a:defRPr>
            </a:lvl4pPr>
            <a:lvl5pPr algn="l">
              <a:defRPr sz="2325" b="1" i="0">
                <a:solidFill>
                  <a:srgbClr val="F1F7F3"/>
                </a:solidFill>
                <a:latin typeface="Segoe UI"/>
                <a:ea typeface="Segoe UI"/>
                <a:cs typeface="Segoe UI"/>
              </a:defRPr>
            </a:lvl5pPr>
            <a:lvl6pPr algn="l">
              <a:defRPr sz="2325" b="1" i="0">
                <a:solidFill>
                  <a:srgbClr val="F1F7F3"/>
                </a:solidFill>
                <a:latin typeface="Segoe UI"/>
                <a:ea typeface="Segoe UI"/>
                <a:cs typeface="Segoe UI"/>
              </a:defRPr>
            </a:lvl6pPr>
            <a:lvl7pPr algn="l">
              <a:defRPr sz="2325" b="1" i="0">
                <a:solidFill>
                  <a:srgbClr val="F1F7F3"/>
                </a:solidFill>
                <a:latin typeface="Segoe UI"/>
                <a:ea typeface="Segoe UI"/>
                <a:cs typeface="Segoe UI"/>
              </a:defRPr>
            </a:lvl7pPr>
            <a:lvl8pPr algn="l">
              <a:defRPr sz="2325" b="1" i="0">
                <a:solidFill>
                  <a:srgbClr val="F1F7F3"/>
                </a:solidFill>
                <a:latin typeface="Segoe UI"/>
                <a:ea typeface="Segoe UI"/>
                <a:cs typeface="Segoe UI"/>
              </a:defRPr>
            </a:lvl8pPr>
            <a:lvl9pPr algn="l">
              <a:defRPr sz="2325" b="1" i="0">
                <a:solidFill>
                  <a:srgbClr val="F1F7F3"/>
                </a:solidFill>
                <a:latin typeface="Segoe UI"/>
                <a:ea typeface="Segoe UI"/>
                <a:cs typeface="Segoe UI"/>
              </a:defRPr>
            </a:lvl9pPr>
          </a:lstStyle>
          <a:p xmlns:a="http://schemas.openxmlformats.org/drawingml/2006/main">
            <a:pPr algn="l">
              <a:defRPr sz="2325" b="1" i="0">
                <a:solidFill>
                  <a:srgbClr val="F1F7F3"/>
                </a:solidFill>
                <a:latin typeface="Segoe UI"/>
                <a:ea typeface="Segoe UI"/>
                <a:cs typeface="Segoe UI"/>
              </a:defRPr>
            </a:pPr>
            <a:r>
              <a:rPr sz="2325" b="1" i="0">
                <a:solidFill>
                  <a:srgbClr val="F1F7F3"/>
                </a:solidFill>
                <a:latin typeface="Segoe UI"/>
                <a:ea typeface="Segoe UI"/>
                <a:cs typeface="Segoe UI"/>
              </a:rPr>
              <a:t>Una combinación</a:t>
            </a:r>
          </a:p>
          <a:p xmlns:a="http://schemas.openxmlformats.org/drawingml/2006/main">
            <a:pPr algn="l">
              <a:defRPr sz="2325" b="1" i="0">
                <a:solidFill>
                  <a:srgbClr val="F1F7F3"/>
                </a:solidFill>
                <a:latin typeface="Segoe UI"/>
                <a:ea typeface="Segoe UI"/>
                <a:cs typeface="Segoe UI"/>
              </a:defRPr>
            </a:pPr>
            <a:r>
              <a:rPr sz="2325" b="1" i="0">
                <a:solidFill>
                  <a:srgbClr val="F1F7F3"/>
                </a:solidFill>
                <a:latin typeface="Segoe UI"/>
                <a:ea typeface="Segoe UI"/>
                <a:cs typeface="Segoe UI"/>
              </a:rPr>
              <a:t>atípica</a:t>
            </a:r>
          </a:p>
        </p:txBody>
      </p:sp>
      <p:sp>
        <p:nvSpPr>
          <p:cNvPr id="21" name="">
            <a:extLst xmlns:a="http://schemas.openxmlformats.org/drawingml/2006/main">
              <a:ext uri="{FF2B5EF4-FFF2-40B4-BE49-F238E27FC236}">
                <a16:creationId xmlns:a16="http://schemas.microsoft.com/office/drawing/2014/main" id="{F120A297-1839-4B4A-AE92-D7F5CB197B5E}"/>
              </a:ext>
            </a:extLst>
          </p:cNvPr>
          <p:cNvSpPr>
            <a:spLocks xmlns:a="http://schemas.openxmlformats.org/drawingml/2006/main" noGrp="1"/>
          </p:cNvSpPr>
          <p:nvPr/>
        </p:nvSpPr>
        <p:spPr>
          <a:xfrm xmlns:a="http://schemas.openxmlformats.org/drawingml/2006/main">
            <a:off x="8229600" y="3800475"/>
            <a:ext cx="309562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A8C0BA"/>
                </a:solidFill>
                <a:latin typeface="Segoe UI"/>
                <a:ea typeface="Segoe UI"/>
                <a:cs typeface="Segoe UI"/>
              </a:defRPr>
            </a:defPPr>
            <a:lvl1pPr algn="l">
              <a:defRPr sz="1350" b="0" i="0">
                <a:solidFill>
                  <a:srgbClr val="A8C0BA"/>
                </a:solidFill>
                <a:latin typeface="Segoe UI"/>
                <a:ea typeface="Segoe UI"/>
                <a:cs typeface="Segoe UI"/>
              </a:defRPr>
            </a:lvl1pPr>
            <a:lvl2pPr algn="l">
              <a:defRPr sz="1350" b="0" i="0">
                <a:solidFill>
                  <a:srgbClr val="A8C0BA"/>
                </a:solidFill>
                <a:latin typeface="Segoe UI"/>
                <a:ea typeface="Segoe UI"/>
                <a:cs typeface="Segoe UI"/>
              </a:defRPr>
            </a:lvl2pPr>
            <a:lvl3pPr algn="l">
              <a:defRPr sz="1350" b="0" i="0">
                <a:solidFill>
                  <a:srgbClr val="A8C0BA"/>
                </a:solidFill>
                <a:latin typeface="Segoe UI"/>
                <a:ea typeface="Segoe UI"/>
                <a:cs typeface="Segoe UI"/>
              </a:defRPr>
            </a:lvl3pPr>
            <a:lvl4pPr algn="l">
              <a:defRPr sz="1350" b="0" i="0">
                <a:solidFill>
                  <a:srgbClr val="A8C0BA"/>
                </a:solidFill>
                <a:latin typeface="Segoe UI"/>
                <a:ea typeface="Segoe UI"/>
                <a:cs typeface="Segoe UI"/>
              </a:defRPr>
            </a:lvl4pPr>
            <a:lvl5pPr algn="l">
              <a:defRPr sz="1350" b="0" i="0">
                <a:solidFill>
                  <a:srgbClr val="A8C0BA"/>
                </a:solidFill>
                <a:latin typeface="Segoe UI"/>
                <a:ea typeface="Segoe UI"/>
                <a:cs typeface="Segoe UI"/>
              </a:defRPr>
            </a:lvl5pPr>
            <a:lvl6pPr algn="l">
              <a:defRPr sz="1350" b="0" i="0">
                <a:solidFill>
                  <a:srgbClr val="A8C0BA"/>
                </a:solidFill>
                <a:latin typeface="Segoe UI"/>
                <a:ea typeface="Segoe UI"/>
                <a:cs typeface="Segoe UI"/>
              </a:defRPr>
            </a:lvl6pPr>
            <a:lvl7pPr algn="l">
              <a:defRPr sz="1350" b="0" i="0">
                <a:solidFill>
                  <a:srgbClr val="A8C0BA"/>
                </a:solidFill>
                <a:latin typeface="Segoe UI"/>
                <a:ea typeface="Segoe UI"/>
                <a:cs typeface="Segoe UI"/>
              </a:defRPr>
            </a:lvl7pPr>
            <a:lvl8pPr algn="l">
              <a:defRPr sz="1350" b="0" i="0">
                <a:solidFill>
                  <a:srgbClr val="A8C0BA"/>
                </a:solidFill>
                <a:latin typeface="Segoe UI"/>
                <a:ea typeface="Segoe UI"/>
                <a:cs typeface="Segoe UI"/>
              </a:defRPr>
            </a:lvl8pPr>
            <a:lvl9pPr algn="l">
              <a:defRPr sz="1350" b="0" i="0">
                <a:solidFill>
                  <a:srgbClr val="A8C0BA"/>
                </a:solidFill>
                <a:latin typeface="Segoe UI"/>
                <a:ea typeface="Segoe UI"/>
                <a:cs typeface="Segoe UI"/>
              </a:defRPr>
            </a:lvl9pPr>
          </a:lstStyle>
          <a:p xmlns:a="http://schemas.openxmlformats.org/drawingml/2006/main">
            <a:pPr algn="l">
              <a:defRPr sz="1350" b="0" i="0">
                <a:solidFill>
                  <a:srgbClr val="A8C0BA"/>
                </a:solidFill>
                <a:latin typeface="Segoe UI"/>
                <a:ea typeface="Segoe UI"/>
                <a:cs typeface="Segoe UI"/>
              </a:defRPr>
            </a:pPr>
            <a:r>
              <a:rPr sz="1350" b="0" i="0">
                <a:solidFill>
                  <a:srgbClr val="A8C0BA"/>
                </a:solidFill>
                <a:latin typeface="Segoe UI"/>
                <a:ea typeface="Segoe UI"/>
                <a:cs typeface="Segoe UI"/>
              </a:rPr>
              <a:t>Isolation Forest compara el día evaluado con el historial de esa misma persona.</a:t>
            </a:r>
          </a:p>
        </p:txBody>
      </p:sp>
      <p:sp>
        <p:nvSpPr>
          <p:cNvPr id="22" name="">
            <a:extLst xmlns:a="http://schemas.openxmlformats.org/drawingml/2006/main">
              <a:ext uri="{FF2B5EF4-FFF2-40B4-BE49-F238E27FC236}">
                <a16:creationId xmlns:a16="http://schemas.microsoft.com/office/drawing/2014/main" id="{7C1C28D2-D020-49FF-BDCA-4DCFF4132FDA}"/>
              </a:ext>
            </a:extLst>
          </p:cNvPr>
          <p:cNvSpPr>
            <a:spLocks xmlns:a="http://schemas.openxmlformats.org/drawingml/2006/main" noGrp="1"/>
          </p:cNvSpPr>
          <p:nvPr/>
        </p:nvSpPr>
        <p:spPr>
          <a:xfrm xmlns:a="http://schemas.openxmlformats.org/drawingml/2006/main">
            <a:off x="8229600" y="5286375"/>
            <a:ext cx="9525" cy="400050"/>
          </a:xfrm>
          <a:prstGeom xmlns:a="http://schemas.openxmlformats.org/drawingml/2006/main" prst="rect">
            <a:avLst/>
          </a:prstGeom>
          <a:solidFill xmlns:a="http://schemas.openxmlformats.org/drawingml/2006/main">
            <a:srgbClr val="C5F4D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8C63DDB-B14E-40E2-9AB3-61390C6BACAE}"/>
              </a:ext>
            </a:extLst>
          </p:cNvPr>
          <p:cNvSpPr>
            <a:spLocks xmlns:a="http://schemas.openxmlformats.org/drawingml/2006/main" noGrp="1"/>
          </p:cNvSpPr>
          <p:nvPr/>
        </p:nvSpPr>
        <p:spPr>
          <a:xfrm xmlns:a="http://schemas.openxmlformats.org/drawingml/2006/main">
            <a:off x="8391525" y="53435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C5F4D7"/>
                </a:solidFill>
                <a:latin typeface="Segoe UI"/>
                <a:ea typeface="Segoe UI"/>
                <a:cs typeface="Segoe UI"/>
              </a:defRPr>
            </a:defPPr>
            <a:lvl1pPr algn="l">
              <a:defRPr sz="825" b="1" i="0">
                <a:solidFill>
                  <a:srgbClr val="C5F4D7"/>
                </a:solidFill>
                <a:latin typeface="Segoe UI"/>
                <a:ea typeface="Segoe UI"/>
                <a:cs typeface="Segoe UI"/>
              </a:defRPr>
            </a:lvl1pPr>
            <a:lvl2pPr algn="l">
              <a:defRPr sz="825" b="1" i="0">
                <a:solidFill>
                  <a:srgbClr val="C5F4D7"/>
                </a:solidFill>
                <a:latin typeface="Segoe UI"/>
                <a:ea typeface="Segoe UI"/>
                <a:cs typeface="Segoe UI"/>
              </a:defRPr>
            </a:lvl2pPr>
            <a:lvl3pPr algn="l">
              <a:defRPr sz="825" b="1" i="0">
                <a:solidFill>
                  <a:srgbClr val="C5F4D7"/>
                </a:solidFill>
                <a:latin typeface="Segoe UI"/>
                <a:ea typeface="Segoe UI"/>
                <a:cs typeface="Segoe UI"/>
              </a:defRPr>
            </a:lvl3pPr>
            <a:lvl4pPr algn="l">
              <a:defRPr sz="825" b="1" i="0">
                <a:solidFill>
                  <a:srgbClr val="C5F4D7"/>
                </a:solidFill>
                <a:latin typeface="Segoe UI"/>
                <a:ea typeface="Segoe UI"/>
                <a:cs typeface="Segoe UI"/>
              </a:defRPr>
            </a:lvl4pPr>
            <a:lvl5pPr algn="l">
              <a:defRPr sz="825" b="1" i="0">
                <a:solidFill>
                  <a:srgbClr val="C5F4D7"/>
                </a:solidFill>
                <a:latin typeface="Segoe UI"/>
                <a:ea typeface="Segoe UI"/>
                <a:cs typeface="Segoe UI"/>
              </a:defRPr>
            </a:lvl5pPr>
            <a:lvl6pPr algn="l">
              <a:defRPr sz="825" b="1" i="0">
                <a:solidFill>
                  <a:srgbClr val="C5F4D7"/>
                </a:solidFill>
                <a:latin typeface="Segoe UI"/>
                <a:ea typeface="Segoe UI"/>
                <a:cs typeface="Segoe UI"/>
              </a:defRPr>
            </a:lvl6pPr>
            <a:lvl7pPr algn="l">
              <a:defRPr sz="825" b="1" i="0">
                <a:solidFill>
                  <a:srgbClr val="C5F4D7"/>
                </a:solidFill>
                <a:latin typeface="Segoe UI"/>
                <a:ea typeface="Segoe UI"/>
                <a:cs typeface="Segoe UI"/>
              </a:defRPr>
            </a:lvl7pPr>
            <a:lvl8pPr algn="l">
              <a:defRPr sz="825" b="1" i="0">
                <a:solidFill>
                  <a:srgbClr val="C5F4D7"/>
                </a:solidFill>
                <a:latin typeface="Segoe UI"/>
                <a:ea typeface="Segoe UI"/>
                <a:cs typeface="Segoe UI"/>
              </a:defRPr>
            </a:lvl8pPr>
            <a:lvl9pPr algn="l">
              <a:defRPr sz="825" b="1" i="0">
                <a:solidFill>
                  <a:srgbClr val="C5F4D7"/>
                </a:solidFill>
                <a:latin typeface="Segoe UI"/>
                <a:ea typeface="Segoe UI"/>
                <a:cs typeface="Segoe UI"/>
              </a:defRPr>
            </a:lvl9pPr>
          </a:lstStyle>
          <a:p xmlns:a="http://schemas.openxmlformats.org/drawingml/2006/main">
            <a:pPr algn="l">
              <a:defRPr sz="825" b="1" i="0">
                <a:solidFill>
                  <a:srgbClr val="C5F4D7"/>
                </a:solidFill>
                <a:latin typeface="Segoe UI"/>
                <a:ea typeface="Segoe UI"/>
                <a:cs typeface="Segoe UI"/>
              </a:defRPr>
            </a:pPr>
            <a:r>
              <a:rPr sz="825" b="1" i="0">
                <a:solidFill>
                  <a:srgbClr val="C5F4D7"/>
                </a:solidFill>
                <a:latin typeface="Segoe UI"/>
                <a:ea typeface="Segoe UI"/>
                <a:cs typeface="Segoe UI"/>
              </a:rPr>
              <a:t>EXPERIMENTAL</a:t>
            </a:r>
          </a:p>
        </p:txBody>
      </p:sp>
      <p:sp>
        <p:nvSpPr>
          <p:cNvPr id="24" name="">
            <a:extLst xmlns:a="http://schemas.openxmlformats.org/drawingml/2006/main">
              <a:ext uri="{FF2B5EF4-FFF2-40B4-BE49-F238E27FC236}">
                <a16:creationId xmlns:a16="http://schemas.microsoft.com/office/drawing/2014/main" id="{EFFC9D42-C16D-40FD-ACE3-901B3E094EDF}"/>
              </a:ext>
            </a:extLst>
          </p:cNvPr>
          <p:cNvSpPr>
            <a:spLocks xmlns:a="http://schemas.openxmlformats.org/drawingml/2006/main" noGrp="1"/>
          </p:cNvSpPr>
          <p:nvPr/>
        </p:nvSpPr>
        <p:spPr>
          <a:xfrm xmlns:a="http://schemas.openxmlformats.org/drawingml/2006/main">
            <a:off x="723900" y="5857875"/>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7E9E98"/>
                </a:solidFill>
                <a:latin typeface="Segoe UI"/>
                <a:ea typeface="Segoe UI"/>
                <a:cs typeface="Segoe UI"/>
              </a:defRPr>
            </a:defPPr>
            <a:lvl1pPr algn="l">
              <a:defRPr sz="1050" b="0" i="0">
                <a:solidFill>
                  <a:srgbClr val="7E9E98"/>
                </a:solidFill>
                <a:latin typeface="Segoe UI"/>
                <a:ea typeface="Segoe UI"/>
                <a:cs typeface="Segoe UI"/>
              </a:defRPr>
            </a:lvl1pPr>
            <a:lvl2pPr algn="l">
              <a:defRPr sz="1050" b="0" i="0">
                <a:solidFill>
                  <a:srgbClr val="7E9E98"/>
                </a:solidFill>
                <a:latin typeface="Segoe UI"/>
                <a:ea typeface="Segoe UI"/>
                <a:cs typeface="Segoe UI"/>
              </a:defRPr>
            </a:lvl2pPr>
            <a:lvl3pPr algn="l">
              <a:defRPr sz="1050" b="0" i="0">
                <a:solidFill>
                  <a:srgbClr val="7E9E98"/>
                </a:solidFill>
                <a:latin typeface="Segoe UI"/>
                <a:ea typeface="Segoe UI"/>
                <a:cs typeface="Segoe UI"/>
              </a:defRPr>
            </a:lvl3pPr>
            <a:lvl4pPr algn="l">
              <a:defRPr sz="1050" b="0" i="0">
                <a:solidFill>
                  <a:srgbClr val="7E9E98"/>
                </a:solidFill>
                <a:latin typeface="Segoe UI"/>
                <a:ea typeface="Segoe UI"/>
                <a:cs typeface="Segoe UI"/>
              </a:defRPr>
            </a:lvl4pPr>
            <a:lvl5pPr algn="l">
              <a:defRPr sz="1050" b="0" i="0">
                <a:solidFill>
                  <a:srgbClr val="7E9E98"/>
                </a:solidFill>
                <a:latin typeface="Segoe UI"/>
                <a:ea typeface="Segoe UI"/>
                <a:cs typeface="Segoe UI"/>
              </a:defRPr>
            </a:lvl5pPr>
            <a:lvl6pPr algn="l">
              <a:defRPr sz="1050" b="0" i="0">
                <a:solidFill>
                  <a:srgbClr val="7E9E98"/>
                </a:solidFill>
                <a:latin typeface="Segoe UI"/>
                <a:ea typeface="Segoe UI"/>
                <a:cs typeface="Segoe UI"/>
              </a:defRPr>
            </a:lvl6pPr>
            <a:lvl7pPr algn="l">
              <a:defRPr sz="1050" b="0" i="0">
                <a:solidFill>
                  <a:srgbClr val="7E9E98"/>
                </a:solidFill>
                <a:latin typeface="Segoe UI"/>
                <a:ea typeface="Segoe UI"/>
                <a:cs typeface="Segoe UI"/>
              </a:defRPr>
            </a:lvl7pPr>
            <a:lvl8pPr algn="l">
              <a:defRPr sz="1050" b="0" i="0">
                <a:solidFill>
                  <a:srgbClr val="7E9E98"/>
                </a:solidFill>
                <a:latin typeface="Segoe UI"/>
                <a:ea typeface="Segoe UI"/>
                <a:cs typeface="Segoe UI"/>
              </a:defRPr>
            </a:lvl8pPr>
            <a:lvl9pPr algn="l">
              <a:defRPr sz="1050" b="0" i="0">
                <a:solidFill>
                  <a:srgbClr val="7E9E98"/>
                </a:solidFill>
                <a:latin typeface="Segoe UI"/>
                <a:ea typeface="Segoe UI"/>
                <a:cs typeface="Segoe UI"/>
              </a:defRPr>
            </a:lvl9pPr>
          </a:lstStyle>
          <a:p xmlns:a="http://schemas.openxmlformats.org/drawingml/2006/main">
            <a:pPr algn="l">
              <a:defRPr sz="1050" b="0" i="0">
                <a:solidFill>
                  <a:srgbClr val="7E9E98"/>
                </a:solidFill>
                <a:latin typeface="Segoe UI"/>
                <a:ea typeface="Segoe UI"/>
                <a:cs typeface="Segoe UI"/>
              </a:defRPr>
            </a:pPr>
            <a:r>
              <a:rPr sz="1050" b="0" i="0">
                <a:solidFill>
                  <a:srgbClr val="7E9E98"/>
                </a:solidFill>
                <a:latin typeface="Segoe UI"/>
                <a:ea typeface="Segoe UI"/>
                <a:cs typeface="Segoe UI"/>
              </a:rPr>
              <a:t>La señal de cambio personal también es una regla fija, no un modelo de ML.</a:t>
            </a:r>
          </a:p>
        </p:txBody>
      </p:sp>
    </p:spTree>
    <p:extLst>
      <p:ext uri="{BB962C8B-B14F-4D97-AF65-F5344CB8AC3E}">
        <p14:creationId xmlns:p14="http://schemas.microsoft.com/office/powerpoint/2010/main" val="317314397"/>
      </p:ext>
    </p:extLst>
  </p:cSld>
</p:sld>
</file>

<file path=ppt/slides/slide3.xml><?xml version="1.0" encoding="utf-8"?>
<p:sld xmlns:p="http://schemas.openxmlformats.org/presentationml/2006/main">
  <p:cSld>
    <p:bg>
      <p:bgPr>
        <a:solidFill xmlns:a="http://schemas.openxmlformats.org/drawingml/2006/main">
          <a:srgbClr val="071A24"/>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B70EB3F8-58BC-4BDC-BC8E-3D9958B672AA}"/>
              </a:ext>
            </a:extLst>
          </p:cNvPr>
          <p:cNvSpPr>
            <a:spLocks xmlns:a="http://schemas.openxmlformats.org/drawingml/2006/main" noGrp="1"/>
          </p:cNvSpPr>
          <p:nvPr/>
        </p:nvSpPr>
        <p:spPr>
          <a:xfrm xmlns:a="http://schemas.openxmlformats.org/drawingml/2006/main">
            <a:off x="704850" y="4572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BIOPULSE  /  APRENDIZAJE AUTOMÁTICO</a:t>
            </a:r>
          </a:p>
        </p:txBody>
      </p:sp>
      <p:sp>
        <p:nvSpPr>
          <p:cNvPr id="2" name="">
            <a:extLst xmlns:a="http://schemas.openxmlformats.org/drawingml/2006/main">
              <a:ext uri="{FF2B5EF4-FFF2-40B4-BE49-F238E27FC236}">
                <a16:creationId xmlns:a16="http://schemas.microsoft.com/office/drawing/2014/main" id="{69583378-2E78-46AC-A5AE-3321334B1683}"/>
              </a:ext>
            </a:extLst>
          </p:cNvPr>
          <p:cNvSpPr>
            <a:spLocks xmlns:a="http://schemas.openxmlformats.org/drawingml/2006/main" noGrp="1"/>
          </p:cNvSpPr>
          <p:nvPr/>
        </p:nvSpPr>
        <p:spPr>
          <a:xfrm xmlns:a="http://schemas.openxmlformats.org/drawingml/2006/main">
            <a:off x="704850" y="876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1F7F3"/>
                </a:solidFill>
                <a:latin typeface="Segoe UI"/>
                <a:ea typeface="Segoe UI"/>
                <a:cs typeface="Segoe UI"/>
              </a:defRPr>
            </a:defPPr>
            <a:lvl1pPr algn="l">
              <a:defRPr sz="3150" b="1" i="0">
                <a:solidFill>
                  <a:srgbClr val="F1F7F3"/>
                </a:solidFill>
                <a:latin typeface="Segoe UI"/>
                <a:ea typeface="Segoe UI"/>
                <a:cs typeface="Segoe UI"/>
              </a:defRPr>
            </a:lvl1pPr>
            <a:lvl2pPr algn="l">
              <a:defRPr sz="3150" b="1" i="0">
                <a:solidFill>
                  <a:srgbClr val="F1F7F3"/>
                </a:solidFill>
                <a:latin typeface="Segoe UI"/>
                <a:ea typeface="Segoe UI"/>
                <a:cs typeface="Segoe UI"/>
              </a:defRPr>
            </a:lvl2pPr>
            <a:lvl3pPr algn="l">
              <a:defRPr sz="3150" b="1" i="0">
                <a:solidFill>
                  <a:srgbClr val="F1F7F3"/>
                </a:solidFill>
                <a:latin typeface="Segoe UI"/>
                <a:ea typeface="Segoe UI"/>
                <a:cs typeface="Segoe UI"/>
              </a:defRPr>
            </a:lvl3pPr>
            <a:lvl4pPr algn="l">
              <a:defRPr sz="3150" b="1" i="0">
                <a:solidFill>
                  <a:srgbClr val="F1F7F3"/>
                </a:solidFill>
                <a:latin typeface="Segoe UI"/>
                <a:ea typeface="Segoe UI"/>
                <a:cs typeface="Segoe UI"/>
              </a:defRPr>
            </a:lvl4pPr>
            <a:lvl5pPr algn="l">
              <a:defRPr sz="3150" b="1" i="0">
                <a:solidFill>
                  <a:srgbClr val="F1F7F3"/>
                </a:solidFill>
                <a:latin typeface="Segoe UI"/>
                <a:ea typeface="Segoe UI"/>
                <a:cs typeface="Segoe UI"/>
              </a:defRPr>
            </a:lvl5pPr>
            <a:lvl6pPr algn="l">
              <a:defRPr sz="3150" b="1" i="0">
                <a:solidFill>
                  <a:srgbClr val="F1F7F3"/>
                </a:solidFill>
                <a:latin typeface="Segoe UI"/>
                <a:ea typeface="Segoe UI"/>
                <a:cs typeface="Segoe UI"/>
              </a:defRPr>
            </a:lvl6pPr>
            <a:lvl7pPr algn="l">
              <a:defRPr sz="3150" b="1" i="0">
                <a:solidFill>
                  <a:srgbClr val="F1F7F3"/>
                </a:solidFill>
                <a:latin typeface="Segoe UI"/>
                <a:ea typeface="Segoe UI"/>
                <a:cs typeface="Segoe UI"/>
              </a:defRPr>
            </a:lvl7pPr>
            <a:lvl8pPr algn="l">
              <a:defRPr sz="3150" b="1" i="0">
                <a:solidFill>
                  <a:srgbClr val="F1F7F3"/>
                </a:solidFill>
                <a:latin typeface="Segoe UI"/>
                <a:ea typeface="Segoe UI"/>
                <a:cs typeface="Segoe UI"/>
              </a:defRPr>
            </a:lvl8pPr>
            <a:lvl9pPr algn="l">
              <a:defRPr sz="3150" b="1" i="0">
                <a:solidFill>
                  <a:srgbClr val="F1F7F3"/>
                </a:solidFill>
                <a:latin typeface="Segoe UI"/>
                <a:ea typeface="Segoe UI"/>
                <a:cs typeface="Segoe UI"/>
              </a:defRPr>
            </a:lvl9pPr>
          </a:lstStyle>
          <a:p xmlns:a="http://schemas.openxmlformats.org/drawingml/2006/main">
            <a:pPr algn="l">
              <a:defRPr sz="3150" b="1" i="0">
                <a:solidFill>
                  <a:srgbClr val="F1F7F3"/>
                </a:solidFill>
                <a:latin typeface="Segoe UI"/>
                <a:ea typeface="Segoe UI"/>
                <a:cs typeface="Segoe UI"/>
              </a:defRPr>
            </a:pPr>
            <a:r>
              <a:rPr sz="3150" b="1" i="0">
                <a:solidFill>
                  <a:srgbClr val="F1F7F3"/>
                </a:solidFill>
                <a:latin typeface="Segoe UI"/>
                <a:ea typeface="Segoe UI"/>
                <a:cs typeface="Segoe UI"/>
              </a:rPr>
              <a:t>Isolation Forest encuentra puntos fáciles de aislar</a:t>
            </a:r>
          </a:p>
        </p:txBody>
      </p:sp>
      <p:sp>
        <p:nvSpPr>
          <p:cNvPr id="3" name="">
            <a:extLst xmlns:a="http://schemas.openxmlformats.org/drawingml/2006/main">
              <a:ext uri="{FF2B5EF4-FFF2-40B4-BE49-F238E27FC236}">
                <a16:creationId xmlns:a16="http://schemas.microsoft.com/office/drawing/2014/main" id="{61A4B892-CC43-41A8-9973-BA468A62BF3B}"/>
              </a:ext>
            </a:extLst>
          </p:cNvPr>
          <p:cNvSpPr>
            <a:spLocks xmlns:a="http://schemas.openxmlformats.org/drawingml/2006/main" noGrp="1"/>
          </p:cNvSpPr>
          <p:nvPr/>
        </p:nvSpPr>
        <p:spPr>
          <a:xfrm xmlns:a="http://schemas.openxmlformats.org/drawingml/2006/main">
            <a:off x="723900" y="15621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A8C0BA"/>
                </a:solidFill>
                <a:latin typeface="Segoe UI"/>
                <a:ea typeface="Segoe UI"/>
                <a:cs typeface="Segoe UI"/>
              </a:defRPr>
            </a:defPPr>
            <a:lvl1pPr algn="l">
              <a:defRPr sz="1425" b="0" i="0">
                <a:solidFill>
                  <a:srgbClr val="A8C0BA"/>
                </a:solidFill>
                <a:latin typeface="Segoe UI"/>
                <a:ea typeface="Segoe UI"/>
                <a:cs typeface="Segoe UI"/>
              </a:defRPr>
            </a:lvl1pPr>
            <a:lvl2pPr algn="l">
              <a:defRPr sz="1425" b="0" i="0">
                <a:solidFill>
                  <a:srgbClr val="A8C0BA"/>
                </a:solidFill>
                <a:latin typeface="Segoe UI"/>
                <a:ea typeface="Segoe UI"/>
                <a:cs typeface="Segoe UI"/>
              </a:defRPr>
            </a:lvl2pPr>
            <a:lvl3pPr algn="l">
              <a:defRPr sz="1425" b="0" i="0">
                <a:solidFill>
                  <a:srgbClr val="A8C0BA"/>
                </a:solidFill>
                <a:latin typeface="Segoe UI"/>
                <a:ea typeface="Segoe UI"/>
                <a:cs typeface="Segoe UI"/>
              </a:defRPr>
            </a:lvl3pPr>
            <a:lvl4pPr algn="l">
              <a:defRPr sz="1425" b="0" i="0">
                <a:solidFill>
                  <a:srgbClr val="A8C0BA"/>
                </a:solidFill>
                <a:latin typeface="Segoe UI"/>
                <a:ea typeface="Segoe UI"/>
                <a:cs typeface="Segoe UI"/>
              </a:defRPr>
            </a:lvl4pPr>
            <a:lvl5pPr algn="l">
              <a:defRPr sz="1425" b="0" i="0">
                <a:solidFill>
                  <a:srgbClr val="A8C0BA"/>
                </a:solidFill>
                <a:latin typeface="Segoe UI"/>
                <a:ea typeface="Segoe UI"/>
                <a:cs typeface="Segoe UI"/>
              </a:defRPr>
            </a:lvl5pPr>
            <a:lvl6pPr algn="l">
              <a:defRPr sz="1425" b="0" i="0">
                <a:solidFill>
                  <a:srgbClr val="A8C0BA"/>
                </a:solidFill>
                <a:latin typeface="Segoe UI"/>
                <a:ea typeface="Segoe UI"/>
                <a:cs typeface="Segoe UI"/>
              </a:defRPr>
            </a:lvl6pPr>
            <a:lvl7pPr algn="l">
              <a:defRPr sz="1425" b="0" i="0">
                <a:solidFill>
                  <a:srgbClr val="A8C0BA"/>
                </a:solidFill>
                <a:latin typeface="Segoe UI"/>
                <a:ea typeface="Segoe UI"/>
                <a:cs typeface="Segoe UI"/>
              </a:defRPr>
            </a:lvl7pPr>
            <a:lvl8pPr algn="l">
              <a:defRPr sz="1425" b="0" i="0">
                <a:solidFill>
                  <a:srgbClr val="A8C0BA"/>
                </a:solidFill>
                <a:latin typeface="Segoe UI"/>
                <a:ea typeface="Segoe UI"/>
                <a:cs typeface="Segoe UI"/>
              </a:defRPr>
            </a:lvl8pPr>
            <a:lvl9pPr algn="l">
              <a:defRPr sz="1425" b="0" i="0">
                <a:solidFill>
                  <a:srgbClr val="A8C0BA"/>
                </a:solidFill>
                <a:latin typeface="Segoe UI"/>
                <a:ea typeface="Segoe UI"/>
                <a:cs typeface="Segoe UI"/>
              </a:defRPr>
            </a:lvl9pPr>
          </a:lstStyle>
          <a:p xmlns:a="http://schemas.openxmlformats.org/drawingml/2006/main">
            <a:pPr algn="l">
              <a:defRPr sz="1425" b="0" i="0">
                <a:solidFill>
                  <a:srgbClr val="A8C0BA"/>
                </a:solidFill>
                <a:latin typeface="Segoe UI"/>
                <a:ea typeface="Segoe UI"/>
                <a:cs typeface="Segoe UI"/>
              </a:defRPr>
            </a:pPr>
            <a:r>
              <a:rPr sz="1425" b="0" i="0">
                <a:solidFill>
                  <a:srgbClr val="A8C0BA"/>
                </a:solidFill>
                <a:latin typeface="Segoe UI"/>
                <a:ea typeface="Segoe UI"/>
                <a:cs typeface="Segoe UI"/>
              </a:rPr>
              <a:t>La idea central: los casos poco comunes suelen quedar separados con menos divisiones aleatorias.</a:t>
            </a:r>
          </a:p>
        </p:txBody>
      </p:sp>
      <p:sp>
        <p:nvSpPr>
          <p:cNvPr id="4" name="">
            <a:extLst xmlns:a="http://schemas.openxmlformats.org/drawingml/2006/main">
              <a:ext uri="{FF2B5EF4-FFF2-40B4-BE49-F238E27FC236}">
                <a16:creationId xmlns:a16="http://schemas.microsoft.com/office/drawing/2014/main" id="{447C1F65-3EBC-4D6A-988C-A7C46F1FCAF4}"/>
              </a:ext>
            </a:extLst>
          </p:cNvPr>
          <p:cNvSpPr>
            <a:spLocks xmlns:a="http://schemas.openxmlformats.org/drawingml/2006/main" noGrp="1"/>
          </p:cNvSpPr>
          <p:nvPr/>
        </p:nvSpPr>
        <p:spPr>
          <a:xfrm xmlns:a="http://schemas.openxmlformats.org/drawingml/2006/main">
            <a:off x="704850" y="6362700"/>
            <a:ext cx="10782300"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B4EF11D-0DE1-4FA4-BA90-86E7D3DD7387}"/>
              </a:ext>
            </a:extLst>
          </p:cNvPr>
          <p:cNvSpPr>
            <a:spLocks xmlns:a="http://schemas.openxmlformats.org/drawingml/2006/main" noGrp="1"/>
          </p:cNvSpPr>
          <p:nvPr/>
        </p:nvSpPr>
        <p:spPr>
          <a:xfrm xmlns:a="http://schemas.openxmlformats.org/drawingml/2006/main">
            <a:off x="704850" y="6486525"/>
            <a:ext cx="542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7E9E98"/>
                </a:solidFill>
                <a:latin typeface="Segoe UI"/>
                <a:ea typeface="Segoe UI"/>
                <a:cs typeface="Segoe UI"/>
              </a:defRPr>
            </a:defPPr>
            <a:lvl1pPr algn="l">
              <a:defRPr sz="750" b="0" i="0">
                <a:solidFill>
                  <a:srgbClr val="7E9E98"/>
                </a:solidFill>
                <a:latin typeface="Segoe UI"/>
                <a:ea typeface="Segoe UI"/>
                <a:cs typeface="Segoe UI"/>
              </a:defRPr>
            </a:lvl1pPr>
            <a:lvl2pPr algn="l">
              <a:defRPr sz="750" b="0" i="0">
                <a:solidFill>
                  <a:srgbClr val="7E9E98"/>
                </a:solidFill>
                <a:latin typeface="Segoe UI"/>
                <a:ea typeface="Segoe UI"/>
                <a:cs typeface="Segoe UI"/>
              </a:defRPr>
            </a:lvl2pPr>
            <a:lvl3pPr algn="l">
              <a:defRPr sz="750" b="0" i="0">
                <a:solidFill>
                  <a:srgbClr val="7E9E98"/>
                </a:solidFill>
                <a:latin typeface="Segoe UI"/>
                <a:ea typeface="Segoe UI"/>
                <a:cs typeface="Segoe UI"/>
              </a:defRPr>
            </a:lvl3pPr>
            <a:lvl4pPr algn="l">
              <a:defRPr sz="750" b="0" i="0">
                <a:solidFill>
                  <a:srgbClr val="7E9E98"/>
                </a:solidFill>
                <a:latin typeface="Segoe UI"/>
                <a:ea typeface="Segoe UI"/>
                <a:cs typeface="Segoe UI"/>
              </a:defRPr>
            </a:lvl4pPr>
            <a:lvl5pPr algn="l">
              <a:defRPr sz="750" b="0" i="0">
                <a:solidFill>
                  <a:srgbClr val="7E9E98"/>
                </a:solidFill>
                <a:latin typeface="Segoe UI"/>
                <a:ea typeface="Segoe UI"/>
                <a:cs typeface="Segoe UI"/>
              </a:defRPr>
            </a:lvl5pPr>
            <a:lvl6pPr algn="l">
              <a:defRPr sz="750" b="0" i="0">
                <a:solidFill>
                  <a:srgbClr val="7E9E98"/>
                </a:solidFill>
                <a:latin typeface="Segoe UI"/>
                <a:ea typeface="Segoe UI"/>
                <a:cs typeface="Segoe UI"/>
              </a:defRPr>
            </a:lvl6pPr>
            <a:lvl7pPr algn="l">
              <a:defRPr sz="750" b="0" i="0">
                <a:solidFill>
                  <a:srgbClr val="7E9E98"/>
                </a:solidFill>
                <a:latin typeface="Segoe UI"/>
                <a:ea typeface="Segoe UI"/>
                <a:cs typeface="Segoe UI"/>
              </a:defRPr>
            </a:lvl7pPr>
            <a:lvl8pPr algn="l">
              <a:defRPr sz="750" b="0" i="0">
                <a:solidFill>
                  <a:srgbClr val="7E9E98"/>
                </a:solidFill>
                <a:latin typeface="Segoe UI"/>
                <a:ea typeface="Segoe UI"/>
                <a:cs typeface="Segoe UI"/>
              </a:defRPr>
            </a:lvl8pPr>
            <a:lvl9pPr algn="l">
              <a:defRPr sz="750" b="0" i="0">
                <a:solidFill>
                  <a:srgbClr val="7E9E98"/>
                </a:solidFill>
                <a:latin typeface="Segoe UI"/>
                <a:ea typeface="Segoe UI"/>
                <a:cs typeface="Segoe UI"/>
              </a:defRPr>
            </a:lvl9pPr>
          </a:lstStyle>
          <a:p xmlns:a="http://schemas.openxmlformats.org/drawingml/2006/main">
            <a:pPr algn="l">
              <a:defRPr sz="750" b="0" i="0">
                <a:solidFill>
                  <a:srgbClr val="7E9E98"/>
                </a:solidFill>
                <a:latin typeface="Segoe UI"/>
                <a:ea typeface="Segoe UI"/>
                <a:cs typeface="Segoe UI"/>
              </a:defRPr>
            </a:pPr>
            <a:r>
              <a:rPr sz="750" b="0" i="0">
                <a:solidFill>
                  <a:srgbClr val="7E9E98"/>
                </a:solidFill>
                <a:latin typeface="Segoe UI"/>
                <a:ea typeface="Segoe UI"/>
                <a:cs typeface="Segoe UI"/>
              </a:rPr>
              <a:t>BioPulse · ciencia de datos</a:t>
            </a:r>
          </a:p>
        </p:txBody>
      </p:sp>
      <p:sp>
        <p:nvSpPr>
          <p:cNvPr id="6" name="">
            <a:extLst xmlns:a="http://schemas.openxmlformats.org/drawingml/2006/main">
              <a:ext uri="{FF2B5EF4-FFF2-40B4-BE49-F238E27FC236}">
                <a16:creationId xmlns:a16="http://schemas.microsoft.com/office/drawing/2014/main" id="{1A5BDF75-5DB6-436A-8CAC-61C887BDE828}"/>
              </a:ext>
            </a:extLst>
          </p:cNvPr>
          <p:cNvSpPr>
            <a:spLocks xmlns:a="http://schemas.openxmlformats.org/drawingml/2006/main" noGrp="1"/>
          </p:cNvSpPr>
          <p:nvPr/>
        </p:nvSpPr>
        <p:spPr>
          <a:xfrm xmlns:a="http://schemas.openxmlformats.org/drawingml/2006/main">
            <a:off x="10734675" y="6477000"/>
            <a:ext cx="7524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7E9E98"/>
                </a:solidFill>
                <a:latin typeface="Segoe UI"/>
                <a:ea typeface="Segoe UI"/>
                <a:cs typeface="Segoe UI"/>
              </a:defRPr>
            </a:defPPr>
            <a:lvl1pPr algn="r">
              <a:defRPr sz="750" b="0" i="0">
                <a:solidFill>
                  <a:srgbClr val="7E9E98"/>
                </a:solidFill>
                <a:latin typeface="Segoe UI"/>
                <a:ea typeface="Segoe UI"/>
                <a:cs typeface="Segoe UI"/>
              </a:defRPr>
            </a:lvl1pPr>
            <a:lvl2pPr algn="r">
              <a:defRPr sz="750" b="0" i="0">
                <a:solidFill>
                  <a:srgbClr val="7E9E98"/>
                </a:solidFill>
                <a:latin typeface="Segoe UI"/>
                <a:ea typeface="Segoe UI"/>
                <a:cs typeface="Segoe UI"/>
              </a:defRPr>
            </a:lvl2pPr>
            <a:lvl3pPr algn="r">
              <a:defRPr sz="750" b="0" i="0">
                <a:solidFill>
                  <a:srgbClr val="7E9E98"/>
                </a:solidFill>
                <a:latin typeface="Segoe UI"/>
                <a:ea typeface="Segoe UI"/>
                <a:cs typeface="Segoe UI"/>
              </a:defRPr>
            </a:lvl3pPr>
            <a:lvl4pPr algn="r">
              <a:defRPr sz="750" b="0" i="0">
                <a:solidFill>
                  <a:srgbClr val="7E9E98"/>
                </a:solidFill>
                <a:latin typeface="Segoe UI"/>
                <a:ea typeface="Segoe UI"/>
                <a:cs typeface="Segoe UI"/>
              </a:defRPr>
            </a:lvl4pPr>
            <a:lvl5pPr algn="r">
              <a:defRPr sz="750" b="0" i="0">
                <a:solidFill>
                  <a:srgbClr val="7E9E98"/>
                </a:solidFill>
                <a:latin typeface="Segoe UI"/>
                <a:ea typeface="Segoe UI"/>
                <a:cs typeface="Segoe UI"/>
              </a:defRPr>
            </a:lvl5pPr>
            <a:lvl6pPr algn="r">
              <a:defRPr sz="750" b="0" i="0">
                <a:solidFill>
                  <a:srgbClr val="7E9E98"/>
                </a:solidFill>
                <a:latin typeface="Segoe UI"/>
                <a:ea typeface="Segoe UI"/>
                <a:cs typeface="Segoe UI"/>
              </a:defRPr>
            </a:lvl6pPr>
            <a:lvl7pPr algn="r">
              <a:defRPr sz="750" b="0" i="0">
                <a:solidFill>
                  <a:srgbClr val="7E9E98"/>
                </a:solidFill>
                <a:latin typeface="Segoe UI"/>
                <a:ea typeface="Segoe UI"/>
                <a:cs typeface="Segoe UI"/>
              </a:defRPr>
            </a:lvl7pPr>
            <a:lvl8pPr algn="r">
              <a:defRPr sz="750" b="0" i="0">
                <a:solidFill>
                  <a:srgbClr val="7E9E98"/>
                </a:solidFill>
                <a:latin typeface="Segoe UI"/>
                <a:ea typeface="Segoe UI"/>
                <a:cs typeface="Segoe UI"/>
              </a:defRPr>
            </a:lvl8pPr>
            <a:lvl9pPr algn="r">
              <a:defRPr sz="750" b="0" i="0">
                <a:solidFill>
                  <a:srgbClr val="7E9E98"/>
                </a:solidFill>
                <a:latin typeface="Segoe UI"/>
                <a:ea typeface="Segoe UI"/>
                <a:cs typeface="Segoe UI"/>
              </a:defRPr>
            </a:lvl9pPr>
          </a:lstStyle>
          <a:p xmlns:a="http://schemas.openxmlformats.org/drawingml/2006/main">
            <a:pPr algn="r">
              <a:defRPr sz="750" b="0" i="0">
                <a:solidFill>
                  <a:srgbClr val="7E9E98"/>
                </a:solidFill>
                <a:latin typeface="Segoe UI"/>
                <a:ea typeface="Segoe UI"/>
                <a:cs typeface="Segoe UI"/>
              </a:defRPr>
            </a:pPr>
            <a:r>
              <a:rPr sz="750" b="0" i="0">
                <a:solidFill>
                  <a:srgbClr val="7E9E98"/>
                </a:solidFill>
                <a:latin typeface="Segoe UI"/>
                <a:ea typeface="Segoe UI"/>
                <a:cs typeface="Segoe UI"/>
              </a:rPr>
              <a:t>03 / 08</a:t>
            </a:r>
          </a:p>
        </p:txBody>
      </p:sp>
      <p:sp>
        <p:nvSpPr>
          <p:cNvPr id="7" name="">
            <a:extLst xmlns:a="http://schemas.openxmlformats.org/drawingml/2006/main">
              <a:ext uri="{FF2B5EF4-FFF2-40B4-BE49-F238E27FC236}">
                <a16:creationId xmlns:a16="http://schemas.microsoft.com/office/drawing/2014/main" id="{7301D888-82AF-4359-8E64-AD5709EBF7C9}"/>
              </a:ext>
            </a:extLst>
          </p:cNvPr>
          <p:cNvSpPr>
            <a:spLocks xmlns:a="http://schemas.openxmlformats.org/drawingml/2006/main" noGrp="1"/>
          </p:cNvSpPr>
          <p:nvPr/>
        </p:nvSpPr>
        <p:spPr>
          <a:xfrm xmlns:a="http://schemas.openxmlformats.org/drawingml/2006/main">
            <a:off x="723900" y="2314575"/>
            <a:ext cx="381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CÓMO CRECE UN ÁRBOL</a:t>
            </a:r>
          </a:p>
        </p:txBody>
      </p:sp>
      <p:sp>
        <p:nvSpPr>
          <p:cNvPr id="8" name="">
            <a:extLst xmlns:a="http://schemas.openxmlformats.org/drawingml/2006/main">
              <a:ext uri="{FF2B5EF4-FFF2-40B4-BE49-F238E27FC236}">
                <a16:creationId xmlns:a16="http://schemas.microsoft.com/office/drawing/2014/main" id="{9A8E6C40-9469-4C82-B8AE-5EF48CF6F348}"/>
              </a:ext>
            </a:extLst>
          </p:cNvPr>
          <p:cNvSpPr>
            <a:spLocks xmlns:a="http://schemas.openxmlformats.org/drawingml/2006/main" noGrp="1"/>
          </p:cNvSpPr>
          <p:nvPr/>
        </p:nvSpPr>
        <p:spPr>
          <a:xfrm xmlns:a="http://schemas.openxmlformats.org/drawingml/2006/main">
            <a:off x="723900" y="2781300"/>
            <a:ext cx="4000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i="0">
                <a:solidFill>
                  <a:srgbClr val="F1F7F3"/>
                </a:solidFill>
                <a:latin typeface="Segoe UI"/>
                <a:ea typeface="Segoe UI"/>
                <a:cs typeface="Segoe UI"/>
              </a:defRPr>
            </a:defPPr>
            <a:lvl1pPr algn="l">
              <a:defRPr sz="2100" b="1" i="0">
                <a:solidFill>
                  <a:srgbClr val="F1F7F3"/>
                </a:solidFill>
                <a:latin typeface="Segoe UI"/>
                <a:ea typeface="Segoe UI"/>
                <a:cs typeface="Segoe UI"/>
              </a:defRPr>
            </a:lvl1pPr>
            <a:lvl2pPr algn="l">
              <a:defRPr sz="2100" b="1" i="0">
                <a:solidFill>
                  <a:srgbClr val="F1F7F3"/>
                </a:solidFill>
                <a:latin typeface="Segoe UI"/>
                <a:ea typeface="Segoe UI"/>
                <a:cs typeface="Segoe UI"/>
              </a:defRPr>
            </a:lvl2pPr>
            <a:lvl3pPr algn="l">
              <a:defRPr sz="2100" b="1" i="0">
                <a:solidFill>
                  <a:srgbClr val="F1F7F3"/>
                </a:solidFill>
                <a:latin typeface="Segoe UI"/>
                <a:ea typeface="Segoe UI"/>
                <a:cs typeface="Segoe UI"/>
              </a:defRPr>
            </a:lvl3pPr>
            <a:lvl4pPr algn="l">
              <a:defRPr sz="2100" b="1" i="0">
                <a:solidFill>
                  <a:srgbClr val="F1F7F3"/>
                </a:solidFill>
                <a:latin typeface="Segoe UI"/>
                <a:ea typeface="Segoe UI"/>
                <a:cs typeface="Segoe UI"/>
              </a:defRPr>
            </a:lvl4pPr>
            <a:lvl5pPr algn="l">
              <a:defRPr sz="2100" b="1" i="0">
                <a:solidFill>
                  <a:srgbClr val="F1F7F3"/>
                </a:solidFill>
                <a:latin typeface="Segoe UI"/>
                <a:ea typeface="Segoe UI"/>
                <a:cs typeface="Segoe UI"/>
              </a:defRPr>
            </a:lvl5pPr>
            <a:lvl6pPr algn="l">
              <a:defRPr sz="2100" b="1" i="0">
                <a:solidFill>
                  <a:srgbClr val="F1F7F3"/>
                </a:solidFill>
                <a:latin typeface="Segoe UI"/>
                <a:ea typeface="Segoe UI"/>
                <a:cs typeface="Segoe UI"/>
              </a:defRPr>
            </a:lvl6pPr>
            <a:lvl7pPr algn="l">
              <a:defRPr sz="2100" b="1" i="0">
                <a:solidFill>
                  <a:srgbClr val="F1F7F3"/>
                </a:solidFill>
                <a:latin typeface="Segoe UI"/>
                <a:ea typeface="Segoe UI"/>
                <a:cs typeface="Segoe UI"/>
              </a:defRPr>
            </a:lvl7pPr>
            <a:lvl8pPr algn="l">
              <a:defRPr sz="2100" b="1" i="0">
                <a:solidFill>
                  <a:srgbClr val="F1F7F3"/>
                </a:solidFill>
                <a:latin typeface="Segoe UI"/>
                <a:ea typeface="Segoe UI"/>
                <a:cs typeface="Segoe UI"/>
              </a:defRPr>
            </a:lvl8pPr>
            <a:lvl9pPr algn="l">
              <a:defRPr sz="2100" b="1" i="0">
                <a:solidFill>
                  <a:srgbClr val="F1F7F3"/>
                </a:solidFill>
                <a:latin typeface="Segoe UI"/>
                <a:ea typeface="Segoe UI"/>
                <a:cs typeface="Segoe UI"/>
              </a:defRPr>
            </a:lvl9pPr>
          </a:lstStyle>
          <a:p xmlns:a="http://schemas.openxmlformats.org/drawingml/2006/main">
            <a:pPr algn="l">
              <a:defRPr sz="2100" b="1" i="0">
                <a:solidFill>
                  <a:srgbClr val="F1F7F3"/>
                </a:solidFill>
                <a:latin typeface="Segoe UI"/>
                <a:ea typeface="Segoe UI"/>
                <a:cs typeface="Segoe UI"/>
              </a:defRPr>
            </a:pPr>
            <a:r>
              <a:rPr sz="2100" b="1" i="0">
                <a:solidFill>
                  <a:srgbClr val="F1F7F3"/>
                </a:solidFill>
                <a:latin typeface="Segoe UI"/>
                <a:ea typeface="Segoe UI"/>
                <a:cs typeface="Segoe UI"/>
              </a:rPr>
              <a:t>Cada árbol elige una señal y un umbral al azar.</a:t>
            </a:r>
          </a:p>
        </p:txBody>
      </p:sp>
      <p:sp>
        <p:nvSpPr>
          <p:cNvPr id="9" name="">
            <a:extLst xmlns:a="http://schemas.openxmlformats.org/drawingml/2006/main">
              <a:ext uri="{FF2B5EF4-FFF2-40B4-BE49-F238E27FC236}">
                <a16:creationId xmlns:a16="http://schemas.microsoft.com/office/drawing/2014/main" id="{8FA05D7A-4BF4-4CF5-8000-8CFE517E436D}"/>
              </a:ext>
            </a:extLst>
          </p:cNvPr>
          <p:cNvSpPr>
            <a:spLocks xmlns:a="http://schemas.openxmlformats.org/drawingml/2006/main" noGrp="1"/>
          </p:cNvSpPr>
          <p:nvPr/>
        </p:nvSpPr>
        <p:spPr>
          <a:xfrm xmlns:a="http://schemas.openxmlformats.org/drawingml/2006/main">
            <a:off x="723900" y="3781425"/>
            <a:ext cx="3905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A8C0BA"/>
                </a:solidFill>
                <a:latin typeface="Segoe UI"/>
                <a:ea typeface="Segoe UI"/>
                <a:cs typeface="Segoe UI"/>
              </a:defRPr>
            </a:defPPr>
            <a:lvl1pPr algn="l">
              <a:defRPr sz="1350" b="0" i="0">
                <a:solidFill>
                  <a:srgbClr val="A8C0BA"/>
                </a:solidFill>
                <a:latin typeface="Segoe UI"/>
                <a:ea typeface="Segoe UI"/>
                <a:cs typeface="Segoe UI"/>
              </a:defRPr>
            </a:lvl1pPr>
            <a:lvl2pPr algn="l">
              <a:defRPr sz="1350" b="0" i="0">
                <a:solidFill>
                  <a:srgbClr val="A8C0BA"/>
                </a:solidFill>
                <a:latin typeface="Segoe UI"/>
                <a:ea typeface="Segoe UI"/>
                <a:cs typeface="Segoe UI"/>
              </a:defRPr>
            </a:lvl2pPr>
            <a:lvl3pPr algn="l">
              <a:defRPr sz="1350" b="0" i="0">
                <a:solidFill>
                  <a:srgbClr val="A8C0BA"/>
                </a:solidFill>
                <a:latin typeface="Segoe UI"/>
                <a:ea typeface="Segoe UI"/>
                <a:cs typeface="Segoe UI"/>
              </a:defRPr>
            </a:lvl3pPr>
            <a:lvl4pPr algn="l">
              <a:defRPr sz="1350" b="0" i="0">
                <a:solidFill>
                  <a:srgbClr val="A8C0BA"/>
                </a:solidFill>
                <a:latin typeface="Segoe UI"/>
                <a:ea typeface="Segoe UI"/>
                <a:cs typeface="Segoe UI"/>
              </a:defRPr>
            </a:lvl4pPr>
            <a:lvl5pPr algn="l">
              <a:defRPr sz="1350" b="0" i="0">
                <a:solidFill>
                  <a:srgbClr val="A8C0BA"/>
                </a:solidFill>
                <a:latin typeface="Segoe UI"/>
                <a:ea typeface="Segoe UI"/>
                <a:cs typeface="Segoe UI"/>
              </a:defRPr>
            </a:lvl5pPr>
            <a:lvl6pPr algn="l">
              <a:defRPr sz="1350" b="0" i="0">
                <a:solidFill>
                  <a:srgbClr val="A8C0BA"/>
                </a:solidFill>
                <a:latin typeface="Segoe UI"/>
                <a:ea typeface="Segoe UI"/>
                <a:cs typeface="Segoe UI"/>
              </a:defRPr>
            </a:lvl6pPr>
            <a:lvl7pPr algn="l">
              <a:defRPr sz="1350" b="0" i="0">
                <a:solidFill>
                  <a:srgbClr val="A8C0BA"/>
                </a:solidFill>
                <a:latin typeface="Segoe UI"/>
                <a:ea typeface="Segoe UI"/>
                <a:cs typeface="Segoe UI"/>
              </a:defRPr>
            </a:lvl7pPr>
            <a:lvl8pPr algn="l">
              <a:defRPr sz="1350" b="0" i="0">
                <a:solidFill>
                  <a:srgbClr val="A8C0BA"/>
                </a:solidFill>
                <a:latin typeface="Segoe UI"/>
                <a:ea typeface="Segoe UI"/>
                <a:cs typeface="Segoe UI"/>
              </a:defRPr>
            </a:lvl8pPr>
            <a:lvl9pPr algn="l">
              <a:defRPr sz="1350" b="0" i="0">
                <a:solidFill>
                  <a:srgbClr val="A8C0BA"/>
                </a:solidFill>
                <a:latin typeface="Segoe UI"/>
                <a:ea typeface="Segoe UI"/>
                <a:cs typeface="Segoe UI"/>
              </a:defRPr>
            </a:lvl9pPr>
          </a:lstStyle>
          <a:p xmlns:a="http://schemas.openxmlformats.org/drawingml/2006/main">
            <a:pPr algn="l">
              <a:defRPr sz="1350" b="0" i="0">
                <a:solidFill>
                  <a:srgbClr val="A8C0BA"/>
                </a:solidFill>
                <a:latin typeface="Segoe UI"/>
                <a:ea typeface="Segoe UI"/>
                <a:cs typeface="Segoe UI"/>
              </a:defRPr>
            </a:pPr>
            <a:r>
              <a:rPr sz="1350" b="0" i="0">
                <a:solidFill>
                  <a:srgbClr val="A8C0BA"/>
                </a:solidFill>
                <a:latin typeface="Segoe UI"/>
                <a:ea typeface="Segoe UI"/>
                <a:cs typeface="Segoe UI"/>
              </a:rPr>
              <a:t>Una división separa días con valores distintos. Los árboles repiten este proceso con pequeñas muestras del historial.</a:t>
            </a:r>
          </a:p>
        </p:txBody>
      </p:sp>
      <p:sp>
        <p:nvSpPr>
          <p:cNvPr id="10" name="">
            <a:extLst xmlns:a="http://schemas.openxmlformats.org/drawingml/2006/main">
              <a:ext uri="{FF2B5EF4-FFF2-40B4-BE49-F238E27FC236}">
                <a16:creationId xmlns:a16="http://schemas.microsoft.com/office/drawing/2014/main" id="{61B420E7-15BE-417E-9262-6705CB28CE91}"/>
              </a:ext>
            </a:extLst>
          </p:cNvPr>
          <p:cNvSpPr>
            <a:spLocks xmlns:a="http://schemas.openxmlformats.org/drawingml/2006/main" noGrp="1"/>
          </p:cNvSpPr>
          <p:nvPr/>
        </p:nvSpPr>
        <p:spPr>
          <a:xfrm xmlns:a="http://schemas.openxmlformats.org/drawingml/2006/main">
            <a:off x="723900" y="5381625"/>
            <a:ext cx="4095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C5F4D7"/>
                </a:solidFill>
                <a:latin typeface="Segoe UI"/>
                <a:ea typeface="Segoe UI"/>
                <a:cs typeface="Segoe UI"/>
              </a:defRPr>
            </a:defPPr>
            <a:lvl1pPr algn="l">
              <a:defRPr sz="1050" b="1" i="0">
                <a:solidFill>
                  <a:srgbClr val="C5F4D7"/>
                </a:solidFill>
                <a:latin typeface="Segoe UI"/>
                <a:ea typeface="Segoe UI"/>
                <a:cs typeface="Segoe UI"/>
              </a:defRPr>
            </a:lvl1pPr>
            <a:lvl2pPr algn="l">
              <a:defRPr sz="1050" b="1" i="0">
                <a:solidFill>
                  <a:srgbClr val="C5F4D7"/>
                </a:solidFill>
                <a:latin typeface="Segoe UI"/>
                <a:ea typeface="Segoe UI"/>
                <a:cs typeface="Segoe UI"/>
              </a:defRPr>
            </a:lvl2pPr>
            <a:lvl3pPr algn="l">
              <a:defRPr sz="1050" b="1" i="0">
                <a:solidFill>
                  <a:srgbClr val="C5F4D7"/>
                </a:solidFill>
                <a:latin typeface="Segoe UI"/>
                <a:ea typeface="Segoe UI"/>
                <a:cs typeface="Segoe UI"/>
              </a:defRPr>
            </a:lvl3pPr>
            <a:lvl4pPr algn="l">
              <a:defRPr sz="1050" b="1" i="0">
                <a:solidFill>
                  <a:srgbClr val="C5F4D7"/>
                </a:solidFill>
                <a:latin typeface="Segoe UI"/>
                <a:ea typeface="Segoe UI"/>
                <a:cs typeface="Segoe UI"/>
              </a:defRPr>
            </a:lvl4pPr>
            <a:lvl5pPr algn="l">
              <a:defRPr sz="1050" b="1" i="0">
                <a:solidFill>
                  <a:srgbClr val="C5F4D7"/>
                </a:solidFill>
                <a:latin typeface="Segoe UI"/>
                <a:ea typeface="Segoe UI"/>
                <a:cs typeface="Segoe UI"/>
              </a:defRPr>
            </a:lvl5pPr>
            <a:lvl6pPr algn="l">
              <a:defRPr sz="1050" b="1" i="0">
                <a:solidFill>
                  <a:srgbClr val="C5F4D7"/>
                </a:solidFill>
                <a:latin typeface="Segoe UI"/>
                <a:ea typeface="Segoe UI"/>
                <a:cs typeface="Segoe UI"/>
              </a:defRPr>
            </a:lvl6pPr>
            <a:lvl7pPr algn="l">
              <a:defRPr sz="1050" b="1" i="0">
                <a:solidFill>
                  <a:srgbClr val="C5F4D7"/>
                </a:solidFill>
                <a:latin typeface="Segoe UI"/>
                <a:ea typeface="Segoe UI"/>
                <a:cs typeface="Segoe UI"/>
              </a:defRPr>
            </a:lvl7pPr>
            <a:lvl8pPr algn="l">
              <a:defRPr sz="1050" b="1" i="0">
                <a:solidFill>
                  <a:srgbClr val="C5F4D7"/>
                </a:solidFill>
                <a:latin typeface="Segoe UI"/>
                <a:ea typeface="Segoe UI"/>
                <a:cs typeface="Segoe UI"/>
              </a:defRPr>
            </a:lvl8pPr>
            <a:lvl9pPr algn="l">
              <a:defRPr sz="1050" b="1" i="0">
                <a:solidFill>
                  <a:srgbClr val="C5F4D7"/>
                </a:solidFill>
                <a:latin typeface="Segoe UI"/>
                <a:ea typeface="Segoe UI"/>
                <a:cs typeface="Segoe UI"/>
              </a:defRPr>
            </a:lvl9pPr>
          </a:lstStyle>
          <a:p xmlns:a="http://schemas.openxmlformats.org/drawingml/2006/main">
            <a:pPr algn="l">
              <a:defRPr sz="1050" b="1" i="0">
                <a:solidFill>
                  <a:srgbClr val="C5F4D7"/>
                </a:solidFill>
                <a:latin typeface="Segoe UI"/>
                <a:ea typeface="Segoe UI"/>
                <a:cs typeface="Segoe UI"/>
              </a:defRPr>
            </a:pPr>
            <a:r>
              <a:rPr sz="1050" b="1" i="0">
                <a:solidFill>
                  <a:srgbClr val="C5F4D7"/>
                </a:solidFill>
                <a:latin typeface="Segoe UI"/>
                <a:ea typeface="Segoe UI"/>
                <a:cs typeface="Segoe UI"/>
              </a:rPr>
              <a:t>100 árboles  ·  hasta 32 días por árbol</a:t>
            </a:r>
          </a:p>
        </p:txBody>
      </p:sp>
      <p:sp>
        <p:nvSpPr>
          <p:cNvPr id="11" name="">
            <a:extLst xmlns:a="http://schemas.openxmlformats.org/drawingml/2006/main">
              <a:ext uri="{FF2B5EF4-FFF2-40B4-BE49-F238E27FC236}">
                <a16:creationId xmlns:a16="http://schemas.microsoft.com/office/drawing/2014/main" id="{8B269E2A-42CC-4A7D-B00B-EEABC5DFE6BC}"/>
              </a:ext>
            </a:extLst>
          </p:cNvPr>
          <p:cNvSpPr>
            <a:spLocks xmlns:a="http://schemas.openxmlformats.org/drawingml/2006/main" noGrp="1"/>
          </p:cNvSpPr>
          <p:nvPr/>
        </p:nvSpPr>
        <p:spPr>
          <a:xfrm xmlns:a="http://schemas.openxmlformats.org/drawingml/2006/main" flipH="1">
            <a:off x="7191375" y="2333625"/>
            <a:ext cx="1333500" cy="885825"/>
          </a:xfrm>
          <a:prstGeom xmlns:a="http://schemas.openxmlformats.org/drawingml/2006/main" prst="line">
            <a:avLst/>
          </a:prstGeom>
          <a:noFill xmlns:a="http://schemas.openxmlformats.org/drawingml/2006/main"/>
          <a:ln xmlns:a="http://schemas.openxmlformats.org/drawingml/2006/main" w="13335">
            <a:solidFill>
              <a:srgbClr val="7E9E98"/>
            </a:solidFill>
            <a:prstDash val="solid"/>
          </a:ln>
        </p:spPr>
      </p:sp>
      <p:sp>
        <p:nvSpPr>
          <p:cNvPr id="12" name="">
            <a:extLst xmlns:a="http://schemas.openxmlformats.org/drawingml/2006/main">
              <a:ext uri="{FF2B5EF4-FFF2-40B4-BE49-F238E27FC236}">
                <a16:creationId xmlns:a16="http://schemas.microsoft.com/office/drawing/2014/main" id="{BC19F9CF-42E1-4535-8767-3F8251F13835}"/>
              </a:ext>
            </a:extLst>
          </p:cNvPr>
          <p:cNvSpPr>
            <a:spLocks xmlns:a="http://schemas.openxmlformats.org/drawingml/2006/main" noGrp="1"/>
          </p:cNvSpPr>
          <p:nvPr/>
        </p:nvSpPr>
        <p:spPr>
          <a:xfrm xmlns:a="http://schemas.openxmlformats.org/drawingml/2006/main" flipH="0">
            <a:off x="8524875" y="2333625"/>
            <a:ext cx="1333500" cy="885825"/>
          </a:xfrm>
          <a:prstGeom xmlns:a="http://schemas.openxmlformats.org/drawingml/2006/main" prst="line">
            <a:avLst/>
          </a:prstGeom>
          <a:noFill xmlns:a="http://schemas.openxmlformats.org/drawingml/2006/main"/>
          <a:ln xmlns:a="http://schemas.openxmlformats.org/drawingml/2006/main" w="13335">
            <a:solidFill>
              <a:srgbClr val="7E9E98"/>
            </a:solidFill>
            <a:prstDash val="solid"/>
          </a:ln>
        </p:spPr>
      </p:sp>
      <p:sp>
        <p:nvSpPr>
          <p:cNvPr id="13" name="">
            <a:extLst xmlns:a="http://schemas.openxmlformats.org/drawingml/2006/main">
              <a:ext uri="{FF2B5EF4-FFF2-40B4-BE49-F238E27FC236}">
                <a16:creationId xmlns:a16="http://schemas.microsoft.com/office/drawing/2014/main" id="{4FB1575C-9583-4A03-86A0-1AFF019D461A}"/>
              </a:ext>
            </a:extLst>
          </p:cNvPr>
          <p:cNvSpPr>
            <a:spLocks xmlns:a="http://schemas.openxmlformats.org/drawingml/2006/main" noGrp="1"/>
          </p:cNvSpPr>
          <p:nvPr/>
        </p:nvSpPr>
        <p:spPr>
          <a:xfrm xmlns:a="http://schemas.openxmlformats.org/drawingml/2006/main" flipH="1">
            <a:off x="6572250" y="3219450"/>
            <a:ext cx="619125" cy="885825"/>
          </a:xfrm>
          <a:prstGeom xmlns:a="http://schemas.openxmlformats.org/drawingml/2006/main" prst="line">
            <a:avLst/>
          </a:prstGeom>
          <a:noFill xmlns:a="http://schemas.openxmlformats.org/drawingml/2006/main"/>
          <a:ln xmlns:a="http://schemas.openxmlformats.org/drawingml/2006/main" w="13335">
            <a:solidFill>
              <a:srgbClr val="7E9E98"/>
            </a:solidFill>
            <a:prstDash val="solid"/>
          </a:ln>
        </p:spPr>
      </p:sp>
      <p:sp>
        <p:nvSpPr>
          <p:cNvPr id="14" name="">
            <a:extLst xmlns:a="http://schemas.openxmlformats.org/drawingml/2006/main">
              <a:ext uri="{FF2B5EF4-FFF2-40B4-BE49-F238E27FC236}">
                <a16:creationId xmlns:a16="http://schemas.microsoft.com/office/drawing/2014/main" id="{5321FBC0-4CFD-44BA-BC30-638C09F9F71A}"/>
              </a:ext>
            </a:extLst>
          </p:cNvPr>
          <p:cNvSpPr>
            <a:spLocks xmlns:a="http://schemas.openxmlformats.org/drawingml/2006/main" noGrp="1"/>
          </p:cNvSpPr>
          <p:nvPr/>
        </p:nvSpPr>
        <p:spPr>
          <a:xfrm xmlns:a="http://schemas.openxmlformats.org/drawingml/2006/main" flipH="0">
            <a:off x="7191375" y="3219450"/>
            <a:ext cx="619125" cy="885825"/>
          </a:xfrm>
          <a:prstGeom xmlns:a="http://schemas.openxmlformats.org/drawingml/2006/main" prst="line">
            <a:avLst/>
          </a:prstGeom>
          <a:noFill xmlns:a="http://schemas.openxmlformats.org/drawingml/2006/main"/>
          <a:ln xmlns:a="http://schemas.openxmlformats.org/drawingml/2006/main" w="13335">
            <a:solidFill>
              <a:srgbClr val="7E9E98"/>
            </a:solidFill>
            <a:prstDash val="solid"/>
          </a:ln>
        </p:spPr>
      </p:sp>
      <p:sp>
        <p:nvSpPr>
          <p:cNvPr id="15" name="">
            <a:extLst xmlns:a="http://schemas.openxmlformats.org/drawingml/2006/main">
              <a:ext uri="{FF2B5EF4-FFF2-40B4-BE49-F238E27FC236}">
                <a16:creationId xmlns:a16="http://schemas.microsoft.com/office/drawing/2014/main" id="{83FEF49E-8BAE-4F82-B692-D3253CE56CFB}"/>
              </a:ext>
            </a:extLst>
          </p:cNvPr>
          <p:cNvSpPr>
            <a:spLocks xmlns:a="http://schemas.openxmlformats.org/drawingml/2006/main" noGrp="1"/>
          </p:cNvSpPr>
          <p:nvPr/>
        </p:nvSpPr>
        <p:spPr>
          <a:xfrm xmlns:a="http://schemas.openxmlformats.org/drawingml/2006/main" flipH="1">
            <a:off x="9239250" y="3219450"/>
            <a:ext cx="619125" cy="885825"/>
          </a:xfrm>
          <a:prstGeom xmlns:a="http://schemas.openxmlformats.org/drawingml/2006/main" prst="line">
            <a:avLst/>
          </a:prstGeom>
          <a:noFill xmlns:a="http://schemas.openxmlformats.org/drawingml/2006/main"/>
          <a:ln xmlns:a="http://schemas.openxmlformats.org/drawingml/2006/main" w="13335">
            <a:solidFill>
              <a:srgbClr val="7E9E98"/>
            </a:solidFill>
            <a:prstDash val="solid"/>
          </a:ln>
        </p:spPr>
      </p:sp>
      <p:sp>
        <p:nvSpPr>
          <p:cNvPr id="16" name="">
            <a:extLst xmlns:a="http://schemas.openxmlformats.org/drawingml/2006/main">
              <a:ext uri="{FF2B5EF4-FFF2-40B4-BE49-F238E27FC236}">
                <a16:creationId xmlns:a16="http://schemas.microsoft.com/office/drawing/2014/main" id="{6369D27E-9FC7-4184-9B3A-C9CB930AF988}"/>
              </a:ext>
            </a:extLst>
          </p:cNvPr>
          <p:cNvSpPr>
            <a:spLocks xmlns:a="http://schemas.openxmlformats.org/drawingml/2006/main" noGrp="1"/>
          </p:cNvSpPr>
          <p:nvPr/>
        </p:nvSpPr>
        <p:spPr>
          <a:xfrm xmlns:a="http://schemas.openxmlformats.org/drawingml/2006/main" flipH="0">
            <a:off x="9858375" y="3219450"/>
            <a:ext cx="619125" cy="885825"/>
          </a:xfrm>
          <a:prstGeom xmlns:a="http://schemas.openxmlformats.org/drawingml/2006/main" prst="line">
            <a:avLst/>
          </a:prstGeom>
          <a:noFill xmlns:a="http://schemas.openxmlformats.org/drawingml/2006/main"/>
          <a:ln xmlns:a="http://schemas.openxmlformats.org/drawingml/2006/main" w="13335">
            <a:solidFill>
              <a:srgbClr val="7E9E98"/>
            </a:solidFill>
            <a:prstDash val="solid"/>
          </a:ln>
        </p:spPr>
      </p:sp>
      <p:sp>
        <p:nvSpPr>
          <p:cNvPr id="17" name="">
            <a:extLst xmlns:a="http://schemas.openxmlformats.org/drawingml/2006/main">
              <a:ext uri="{FF2B5EF4-FFF2-40B4-BE49-F238E27FC236}">
                <a16:creationId xmlns:a16="http://schemas.microsoft.com/office/drawing/2014/main" id="{3EF3DF13-BAC5-4023-A396-4DA35C900D4C}"/>
              </a:ext>
            </a:extLst>
          </p:cNvPr>
          <p:cNvSpPr>
            <a:spLocks xmlns:a="http://schemas.openxmlformats.org/drawingml/2006/main" noGrp="1"/>
          </p:cNvSpPr>
          <p:nvPr/>
        </p:nvSpPr>
        <p:spPr>
          <a:xfrm xmlns:a="http://schemas.openxmlformats.org/drawingml/2006/main" flipH="1">
            <a:off x="6238875" y="4105275"/>
            <a:ext cx="333375" cy="876300"/>
          </a:xfrm>
          <a:prstGeom xmlns:a="http://schemas.openxmlformats.org/drawingml/2006/main" prst="line">
            <a:avLst/>
          </a:prstGeom>
          <a:noFill xmlns:a="http://schemas.openxmlformats.org/drawingml/2006/main"/>
          <a:ln xmlns:a="http://schemas.openxmlformats.org/drawingml/2006/main" w="13335">
            <a:solidFill>
              <a:srgbClr val="7E9E98"/>
            </a:solidFill>
            <a:prstDash val="solid"/>
          </a:ln>
        </p:spPr>
      </p:sp>
      <p:sp>
        <p:nvSpPr>
          <p:cNvPr id="18" name="">
            <a:extLst xmlns:a="http://schemas.openxmlformats.org/drawingml/2006/main">
              <a:ext uri="{FF2B5EF4-FFF2-40B4-BE49-F238E27FC236}">
                <a16:creationId xmlns:a16="http://schemas.microsoft.com/office/drawing/2014/main" id="{559A84D8-F7B0-4843-82B6-B3319F3A13FD}"/>
              </a:ext>
            </a:extLst>
          </p:cNvPr>
          <p:cNvSpPr>
            <a:spLocks xmlns:a="http://schemas.openxmlformats.org/drawingml/2006/main" noGrp="1"/>
          </p:cNvSpPr>
          <p:nvPr/>
        </p:nvSpPr>
        <p:spPr>
          <a:xfrm xmlns:a="http://schemas.openxmlformats.org/drawingml/2006/main" flipH="0">
            <a:off x="6572250" y="4105275"/>
            <a:ext cx="333375" cy="876300"/>
          </a:xfrm>
          <a:prstGeom xmlns:a="http://schemas.openxmlformats.org/drawingml/2006/main" prst="line">
            <a:avLst/>
          </a:prstGeom>
          <a:noFill xmlns:a="http://schemas.openxmlformats.org/drawingml/2006/main"/>
          <a:ln xmlns:a="http://schemas.openxmlformats.org/drawingml/2006/main" w="13335">
            <a:solidFill>
              <a:srgbClr val="7E9E98"/>
            </a:solidFill>
            <a:prstDash val="solid"/>
          </a:ln>
        </p:spPr>
      </p:sp>
      <p:sp>
        <p:nvSpPr>
          <p:cNvPr id="19" name="">
            <a:extLst xmlns:a="http://schemas.openxmlformats.org/drawingml/2006/main">
              <a:ext uri="{FF2B5EF4-FFF2-40B4-BE49-F238E27FC236}">
                <a16:creationId xmlns:a16="http://schemas.microsoft.com/office/drawing/2014/main" id="{801F3077-C22B-4145-BC0F-484162CF0960}"/>
              </a:ext>
            </a:extLst>
          </p:cNvPr>
          <p:cNvSpPr>
            <a:spLocks xmlns:a="http://schemas.openxmlformats.org/drawingml/2006/main" noGrp="1"/>
          </p:cNvSpPr>
          <p:nvPr/>
        </p:nvSpPr>
        <p:spPr>
          <a:xfrm xmlns:a="http://schemas.openxmlformats.org/drawingml/2006/main" flipH="1">
            <a:off x="7524750" y="4105275"/>
            <a:ext cx="285750" cy="876300"/>
          </a:xfrm>
          <a:prstGeom xmlns:a="http://schemas.openxmlformats.org/drawingml/2006/main" prst="line">
            <a:avLst/>
          </a:prstGeom>
          <a:noFill xmlns:a="http://schemas.openxmlformats.org/drawingml/2006/main"/>
          <a:ln xmlns:a="http://schemas.openxmlformats.org/drawingml/2006/main" w="13335">
            <a:solidFill>
              <a:srgbClr val="7E9E98"/>
            </a:solidFill>
            <a:prstDash val="solid"/>
          </a:ln>
        </p:spPr>
      </p:sp>
      <p:sp>
        <p:nvSpPr>
          <p:cNvPr id="20" name="">
            <a:extLst xmlns:a="http://schemas.openxmlformats.org/drawingml/2006/main">
              <a:ext uri="{FF2B5EF4-FFF2-40B4-BE49-F238E27FC236}">
                <a16:creationId xmlns:a16="http://schemas.microsoft.com/office/drawing/2014/main" id="{D7C3077C-F569-4BB8-8487-13F4242BFCD3}"/>
              </a:ext>
            </a:extLst>
          </p:cNvPr>
          <p:cNvSpPr>
            <a:spLocks xmlns:a="http://schemas.openxmlformats.org/drawingml/2006/main" noGrp="1"/>
          </p:cNvSpPr>
          <p:nvPr/>
        </p:nvSpPr>
        <p:spPr>
          <a:xfrm xmlns:a="http://schemas.openxmlformats.org/drawingml/2006/main" flipH="0">
            <a:off x="7810500" y="4105275"/>
            <a:ext cx="285750" cy="876300"/>
          </a:xfrm>
          <a:prstGeom xmlns:a="http://schemas.openxmlformats.org/drawingml/2006/main" prst="line">
            <a:avLst/>
          </a:prstGeom>
          <a:noFill xmlns:a="http://schemas.openxmlformats.org/drawingml/2006/main"/>
          <a:ln xmlns:a="http://schemas.openxmlformats.org/drawingml/2006/main" w="13335">
            <a:solidFill>
              <a:srgbClr val="7E9E98"/>
            </a:solidFill>
            <a:prstDash val="solid"/>
          </a:ln>
        </p:spPr>
      </p:sp>
      <p:sp>
        <p:nvSpPr>
          <p:cNvPr id="21" name="">
            <a:extLst xmlns:a="http://schemas.openxmlformats.org/drawingml/2006/main">
              <a:ext uri="{FF2B5EF4-FFF2-40B4-BE49-F238E27FC236}">
                <a16:creationId xmlns:a16="http://schemas.microsoft.com/office/drawing/2014/main" id="{47F39D49-6BEA-46B6-8453-B731F660BBAF}"/>
              </a:ext>
            </a:extLst>
          </p:cNvPr>
          <p:cNvSpPr>
            <a:spLocks xmlns:a="http://schemas.openxmlformats.org/drawingml/2006/main" noGrp="1"/>
          </p:cNvSpPr>
          <p:nvPr/>
        </p:nvSpPr>
        <p:spPr>
          <a:xfrm xmlns:a="http://schemas.openxmlformats.org/drawingml/2006/main" flipH="1">
            <a:off x="8953500" y="4105275"/>
            <a:ext cx="285750" cy="876300"/>
          </a:xfrm>
          <a:prstGeom xmlns:a="http://schemas.openxmlformats.org/drawingml/2006/main" prst="line">
            <a:avLst/>
          </a:prstGeom>
          <a:noFill xmlns:a="http://schemas.openxmlformats.org/drawingml/2006/main"/>
          <a:ln xmlns:a="http://schemas.openxmlformats.org/drawingml/2006/main" w="13335">
            <a:solidFill>
              <a:srgbClr val="7E9E98"/>
            </a:solidFill>
            <a:prstDash val="solid"/>
          </a:ln>
        </p:spPr>
      </p:sp>
      <p:sp>
        <p:nvSpPr>
          <p:cNvPr id="22" name="">
            <a:extLst xmlns:a="http://schemas.openxmlformats.org/drawingml/2006/main">
              <a:ext uri="{FF2B5EF4-FFF2-40B4-BE49-F238E27FC236}">
                <a16:creationId xmlns:a16="http://schemas.microsoft.com/office/drawing/2014/main" id="{ADF77DA2-B69B-4181-A6BF-92CFB1C4DA71}"/>
              </a:ext>
            </a:extLst>
          </p:cNvPr>
          <p:cNvSpPr>
            <a:spLocks xmlns:a="http://schemas.openxmlformats.org/drawingml/2006/main" noGrp="1"/>
          </p:cNvSpPr>
          <p:nvPr/>
        </p:nvSpPr>
        <p:spPr>
          <a:xfrm xmlns:a="http://schemas.openxmlformats.org/drawingml/2006/main" flipH="0">
            <a:off x="9239250" y="4105275"/>
            <a:ext cx="285750" cy="876300"/>
          </a:xfrm>
          <a:prstGeom xmlns:a="http://schemas.openxmlformats.org/drawingml/2006/main" prst="line">
            <a:avLst/>
          </a:prstGeom>
          <a:noFill xmlns:a="http://schemas.openxmlformats.org/drawingml/2006/main"/>
          <a:ln xmlns:a="http://schemas.openxmlformats.org/drawingml/2006/main" w="13335">
            <a:solidFill>
              <a:srgbClr val="7E9E98"/>
            </a:solidFill>
            <a:prstDash val="solid"/>
          </a:ln>
        </p:spPr>
      </p:sp>
      <p:sp>
        <p:nvSpPr>
          <p:cNvPr id="23" name="">
            <a:extLst xmlns:a="http://schemas.openxmlformats.org/drawingml/2006/main">
              <a:ext uri="{FF2B5EF4-FFF2-40B4-BE49-F238E27FC236}">
                <a16:creationId xmlns:a16="http://schemas.microsoft.com/office/drawing/2014/main" id="{1251193D-4E00-4B9B-9FA7-223B13463001}"/>
              </a:ext>
            </a:extLst>
          </p:cNvPr>
          <p:cNvSpPr>
            <a:spLocks xmlns:a="http://schemas.openxmlformats.org/drawingml/2006/main" noGrp="1"/>
          </p:cNvSpPr>
          <p:nvPr/>
        </p:nvSpPr>
        <p:spPr>
          <a:xfrm xmlns:a="http://schemas.openxmlformats.org/drawingml/2006/main" flipH="1">
            <a:off x="10191750" y="4105275"/>
            <a:ext cx="285750" cy="876300"/>
          </a:xfrm>
          <a:prstGeom xmlns:a="http://schemas.openxmlformats.org/drawingml/2006/main" prst="line">
            <a:avLst/>
          </a:prstGeom>
          <a:noFill xmlns:a="http://schemas.openxmlformats.org/drawingml/2006/main"/>
          <a:ln xmlns:a="http://schemas.openxmlformats.org/drawingml/2006/main" w="13335">
            <a:solidFill>
              <a:srgbClr val="7E9E98"/>
            </a:solidFill>
            <a:prstDash val="solid"/>
          </a:ln>
        </p:spPr>
      </p:sp>
      <p:sp>
        <p:nvSpPr>
          <p:cNvPr id="24" name="">
            <a:extLst xmlns:a="http://schemas.openxmlformats.org/drawingml/2006/main">
              <a:ext uri="{FF2B5EF4-FFF2-40B4-BE49-F238E27FC236}">
                <a16:creationId xmlns:a16="http://schemas.microsoft.com/office/drawing/2014/main" id="{380D50E1-9E54-4415-A3E2-2989967EA133}"/>
              </a:ext>
            </a:extLst>
          </p:cNvPr>
          <p:cNvSpPr>
            <a:spLocks xmlns:a="http://schemas.openxmlformats.org/drawingml/2006/main" noGrp="1"/>
          </p:cNvSpPr>
          <p:nvPr/>
        </p:nvSpPr>
        <p:spPr>
          <a:xfrm xmlns:a="http://schemas.openxmlformats.org/drawingml/2006/main" flipH="0">
            <a:off x="10477500" y="4105275"/>
            <a:ext cx="285750" cy="876300"/>
          </a:xfrm>
          <a:prstGeom xmlns:a="http://schemas.openxmlformats.org/drawingml/2006/main" prst="line">
            <a:avLst/>
          </a:prstGeom>
          <a:noFill xmlns:a="http://schemas.openxmlformats.org/drawingml/2006/main"/>
          <a:ln xmlns:a="http://schemas.openxmlformats.org/drawingml/2006/main" w="13335">
            <a:solidFill>
              <a:srgbClr val="7E9E98"/>
            </a:solidFill>
            <a:prstDash val="solid"/>
          </a:ln>
        </p:spPr>
      </p:sp>
      <p:sp>
        <p:nvSpPr>
          <p:cNvPr id="25" name="">
            <a:extLst xmlns:a="http://schemas.openxmlformats.org/drawingml/2006/main">
              <a:ext uri="{FF2B5EF4-FFF2-40B4-BE49-F238E27FC236}">
                <a16:creationId xmlns:a16="http://schemas.microsoft.com/office/drawing/2014/main" id="{EC2243A9-0530-4B51-BE86-B3C3DC31DF93}"/>
              </a:ext>
            </a:extLst>
          </p:cNvPr>
          <p:cNvSpPr>
            <a:spLocks xmlns:a="http://schemas.openxmlformats.org/drawingml/2006/main" noGrp="1"/>
          </p:cNvSpPr>
          <p:nvPr/>
        </p:nvSpPr>
        <p:spPr>
          <a:xfrm xmlns:a="http://schemas.openxmlformats.org/drawingml/2006/main">
            <a:off x="8448675" y="2257425"/>
            <a:ext cx="152400" cy="152400"/>
          </a:xfrm>
          <a:prstGeom xmlns:a="http://schemas.openxmlformats.org/drawingml/2006/main" prst="ellipse">
            <a:avLst/>
          </a:prstGeom>
          <a:solidFill xmlns:a="http://schemas.openxmlformats.org/drawingml/2006/main">
            <a:srgbClr val="13343B"/>
          </a:solidFill>
          <a:ln xmlns:a="http://schemas.openxmlformats.org/drawingml/2006/main" w="14288">
            <a:solidFill>
              <a:srgbClr val="9DBFB2"/>
            </a:solidFill>
            <a:prstDash val="solid"/>
          </a:ln>
        </p:spPr>
      </p:sp>
      <p:sp>
        <p:nvSpPr>
          <p:cNvPr id="26" name="">
            <a:extLst xmlns:a="http://schemas.openxmlformats.org/drawingml/2006/main">
              <a:ext uri="{FF2B5EF4-FFF2-40B4-BE49-F238E27FC236}">
                <a16:creationId xmlns:a16="http://schemas.microsoft.com/office/drawing/2014/main" id="{F9AA1139-7E9C-4971-B44F-65706F6F9ED2}"/>
              </a:ext>
            </a:extLst>
          </p:cNvPr>
          <p:cNvSpPr>
            <a:spLocks xmlns:a="http://schemas.openxmlformats.org/drawingml/2006/main" noGrp="1"/>
          </p:cNvSpPr>
          <p:nvPr/>
        </p:nvSpPr>
        <p:spPr>
          <a:xfrm xmlns:a="http://schemas.openxmlformats.org/drawingml/2006/main">
            <a:off x="7115175" y="3143250"/>
            <a:ext cx="152400" cy="152400"/>
          </a:xfrm>
          <a:prstGeom xmlns:a="http://schemas.openxmlformats.org/drawingml/2006/main" prst="ellipse">
            <a:avLst/>
          </a:prstGeom>
          <a:solidFill xmlns:a="http://schemas.openxmlformats.org/drawingml/2006/main">
            <a:srgbClr val="13343B"/>
          </a:solidFill>
          <a:ln xmlns:a="http://schemas.openxmlformats.org/drawingml/2006/main" w="14288">
            <a:solidFill>
              <a:srgbClr val="9DBFB2"/>
            </a:solidFill>
            <a:prstDash val="solid"/>
          </a:ln>
        </p:spPr>
      </p:sp>
      <p:sp>
        <p:nvSpPr>
          <p:cNvPr id="27" name="">
            <a:extLst xmlns:a="http://schemas.openxmlformats.org/drawingml/2006/main">
              <a:ext uri="{FF2B5EF4-FFF2-40B4-BE49-F238E27FC236}">
                <a16:creationId xmlns:a16="http://schemas.microsoft.com/office/drawing/2014/main" id="{ED70C3C2-B2DD-4518-A8E1-5A28806D0244}"/>
              </a:ext>
            </a:extLst>
          </p:cNvPr>
          <p:cNvSpPr>
            <a:spLocks xmlns:a="http://schemas.openxmlformats.org/drawingml/2006/main" noGrp="1"/>
          </p:cNvSpPr>
          <p:nvPr/>
        </p:nvSpPr>
        <p:spPr>
          <a:xfrm xmlns:a="http://schemas.openxmlformats.org/drawingml/2006/main">
            <a:off x="9782175" y="3143250"/>
            <a:ext cx="152400" cy="152400"/>
          </a:xfrm>
          <a:prstGeom xmlns:a="http://schemas.openxmlformats.org/drawingml/2006/main" prst="ellipse">
            <a:avLst/>
          </a:prstGeom>
          <a:solidFill xmlns:a="http://schemas.openxmlformats.org/drawingml/2006/main">
            <a:srgbClr val="13343B"/>
          </a:solidFill>
          <a:ln xmlns:a="http://schemas.openxmlformats.org/drawingml/2006/main" w="14288">
            <a:solidFill>
              <a:srgbClr val="9DBFB2"/>
            </a:solidFill>
            <a:prstDash val="solid"/>
          </a:ln>
        </p:spPr>
      </p:sp>
      <p:sp>
        <p:nvSpPr>
          <p:cNvPr id="28" name="">
            <a:extLst xmlns:a="http://schemas.openxmlformats.org/drawingml/2006/main">
              <a:ext uri="{FF2B5EF4-FFF2-40B4-BE49-F238E27FC236}">
                <a16:creationId xmlns:a16="http://schemas.microsoft.com/office/drawing/2014/main" id="{5BC775EB-97B3-41EB-9E0C-E7F7044F6CDB}"/>
              </a:ext>
            </a:extLst>
          </p:cNvPr>
          <p:cNvSpPr>
            <a:spLocks xmlns:a="http://schemas.openxmlformats.org/drawingml/2006/main" noGrp="1"/>
          </p:cNvSpPr>
          <p:nvPr/>
        </p:nvSpPr>
        <p:spPr>
          <a:xfrm xmlns:a="http://schemas.openxmlformats.org/drawingml/2006/main">
            <a:off x="6496050" y="4029075"/>
            <a:ext cx="152400" cy="152400"/>
          </a:xfrm>
          <a:prstGeom xmlns:a="http://schemas.openxmlformats.org/drawingml/2006/main" prst="ellipse">
            <a:avLst/>
          </a:prstGeom>
          <a:solidFill xmlns:a="http://schemas.openxmlformats.org/drawingml/2006/main">
            <a:srgbClr val="13343B"/>
          </a:solidFill>
          <a:ln xmlns:a="http://schemas.openxmlformats.org/drawingml/2006/main" w="14288">
            <a:solidFill>
              <a:srgbClr val="9DBFB2"/>
            </a:solidFill>
            <a:prstDash val="solid"/>
          </a:ln>
        </p:spPr>
      </p:sp>
      <p:sp>
        <p:nvSpPr>
          <p:cNvPr id="29" name="">
            <a:extLst xmlns:a="http://schemas.openxmlformats.org/drawingml/2006/main">
              <a:ext uri="{FF2B5EF4-FFF2-40B4-BE49-F238E27FC236}">
                <a16:creationId xmlns:a16="http://schemas.microsoft.com/office/drawing/2014/main" id="{2FB0C2DC-E24F-4FDE-AB4A-56115A2AF3AB}"/>
              </a:ext>
            </a:extLst>
          </p:cNvPr>
          <p:cNvSpPr>
            <a:spLocks xmlns:a="http://schemas.openxmlformats.org/drawingml/2006/main" noGrp="1"/>
          </p:cNvSpPr>
          <p:nvPr/>
        </p:nvSpPr>
        <p:spPr>
          <a:xfrm xmlns:a="http://schemas.openxmlformats.org/drawingml/2006/main">
            <a:off x="7734300" y="4029075"/>
            <a:ext cx="152400" cy="152400"/>
          </a:xfrm>
          <a:prstGeom xmlns:a="http://schemas.openxmlformats.org/drawingml/2006/main" prst="ellipse">
            <a:avLst/>
          </a:prstGeom>
          <a:solidFill xmlns:a="http://schemas.openxmlformats.org/drawingml/2006/main">
            <a:srgbClr val="13343B"/>
          </a:solidFill>
          <a:ln xmlns:a="http://schemas.openxmlformats.org/drawingml/2006/main" w="14288">
            <a:solidFill>
              <a:srgbClr val="9DBFB2"/>
            </a:solidFill>
            <a:prstDash val="solid"/>
          </a:ln>
        </p:spPr>
      </p:sp>
      <p:sp>
        <p:nvSpPr>
          <p:cNvPr id="30" name="">
            <a:extLst xmlns:a="http://schemas.openxmlformats.org/drawingml/2006/main">
              <a:ext uri="{FF2B5EF4-FFF2-40B4-BE49-F238E27FC236}">
                <a16:creationId xmlns:a16="http://schemas.microsoft.com/office/drawing/2014/main" id="{69653AF9-91EB-4C3B-806E-37AE2601DDE5}"/>
              </a:ext>
            </a:extLst>
          </p:cNvPr>
          <p:cNvSpPr>
            <a:spLocks xmlns:a="http://schemas.openxmlformats.org/drawingml/2006/main" noGrp="1"/>
          </p:cNvSpPr>
          <p:nvPr/>
        </p:nvSpPr>
        <p:spPr>
          <a:xfrm xmlns:a="http://schemas.openxmlformats.org/drawingml/2006/main">
            <a:off x="9163050" y="4029075"/>
            <a:ext cx="152400" cy="152400"/>
          </a:xfrm>
          <a:prstGeom xmlns:a="http://schemas.openxmlformats.org/drawingml/2006/main" prst="ellipse">
            <a:avLst/>
          </a:prstGeom>
          <a:solidFill xmlns:a="http://schemas.openxmlformats.org/drawingml/2006/main">
            <a:srgbClr val="13343B"/>
          </a:solidFill>
          <a:ln xmlns:a="http://schemas.openxmlformats.org/drawingml/2006/main" w="14288">
            <a:solidFill>
              <a:srgbClr val="9DBFB2"/>
            </a:solidFill>
            <a:prstDash val="solid"/>
          </a:ln>
        </p:spPr>
      </p:sp>
      <p:sp>
        <p:nvSpPr>
          <p:cNvPr id="31" name="">
            <a:extLst xmlns:a="http://schemas.openxmlformats.org/drawingml/2006/main">
              <a:ext uri="{FF2B5EF4-FFF2-40B4-BE49-F238E27FC236}">
                <a16:creationId xmlns:a16="http://schemas.microsoft.com/office/drawing/2014/main" id="{EE77E517-21B9-457C-9ED3-36425B8A3165}"/>
              </a:ext>
            </a:extLst>
          </p:cNvPr>
          <p:cNvSpPr>
            <a:spLocks xmlns:a="http://schemas.openxmlformats.org/drawingml/2006/main" noGrp="1"/>
          </p:cNvSpPr>
          <p:nvPr/>
        </p:nvSpPr>
        <p:spPr>
          <a:xfrm xmlns:a="http://schemas.openxmlformats.org/drawingml/2006/main">
            <a:off x="10401300" y="4029075"/>
            <a:ext cx="152400" cy="152400"/>
          </a:xfrm>
          <a:prstGeom xmlns:a="http://schemas.openxmlformats.org/drawingml/2006/main" prst="ellipse">
            <a:avLst/>
          </a:prstGeom>
          <a:solidFill xmlns:a="http://schemas.openxmlformats.org/drawingml/2006/main">
            <a:srgbClr val="13343B"/>
          </a:solidFill>
          <a:ln xmlns:a="http://schemas.openxmlformats.org/drawingml/2006/main" w="14288">
            <a:solidFill>
              <a:srgbClr val="9DBFB2"/>
            </a:solidFill>
            <a:prstDash val="solid"/>
          </a:ln>
        </p:spPr>
      </p:sp>
      <p:sp>
        <p:nvSpPr>
          <p:cNvPr id="32" name="">
            <a:extLst xmlns:a="http://schemas.openxmlformats.org/drawingml/2006/main">
              <a:ext uri="{FF2B5EF4-FFF2-40B4-BE49-F238E27FC236}">
                <a16:creationId xmlns:a16="http://schemas.microsoft.com/office/drawing/2014/main" id="{408DCA74-4363-468B-85C9-FCAB1D5E0E77}"/>
              </a:ext>
            </a:extLst>
          </p:cNvPr>
          <p:cNvSpPr>
            <a:spLocks xmlns:a="http://schemas.openxmlformats.org/drawingml/2006/main" noGrp="1"/>
          </p:cNvSpPr>
          <p:nvPr/>
        </p:nvSpPr>
        <p:spPr>
          <a:xfrm xmlns:a="http://schemas.openxmlformats.org/drawingml/2006/main">
            <a:off x="6143625" y="4886325"/>
            <a:ext cx="190500" cy="190500"/>
          </a:xfrm>
          <a:prstGeom xmlns:a="http://schemas.openxmlformats.org/drawingml/2006/main" prst="ellipse">
            <a:avLst/>
          </a:prstGeom>
          <a:solidFill xmlns:a="http://schemas.openxmlformats.org/drawingml/2006/main">
            <a:srgbClr val="A9E8CB"/>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33" name="">
            <a:extLst xmlns:a="http://schemas.openxmlformats.org/drawingml/2006/main">
              <a:ext uri="{FF2B5EF4-FFF2-40B4-BE49-F238E27FC236}">
                <a16:creationId xmlns:a16="http://schemas.microsoft.com/office/drawing/2014/main" id="{1DA4357C-3B4F-46F2-A12F-1181D179AD39}"/>
              </a:ext>
            </a:extLst>
          </p:cNvPr>
          <p:cNvSpPr>
            <a:spLocks xmlns:a="http://schemas.openxmlformats.org/drawingml/2006/main" noGrp="1"/>
          </p:cNvSpPr>
          <p:nvPr/>
        </p:nvSpPr>
        <p:spPr>
          <a:xfrm xmlns:a="http://schemas.openxmlformats.org/drawingml/2006/main">
            <a:off x="6858000" y="4933950"/>
            <a:ext cx="95250" cy="95250"/>
          </a:xfrm>
          <a:prstGeom xmlns:a="http://schemas.openxmlformats.org/drawingml/2006/main" prst="ellipse">
            <a:avLst/>
          </a:prstGeom>
          <a:solidFill xmlns:a="http://schemas.openxmlformats.org/drawingml/2006/main">
            <a:srgbClr val="718C86"/>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152560B-7D26-4CD7-87E0-E789DCB74223}"/>
              </a:ext>
            </a:extLst>
          </p:cNvPr>
          <p:cNvSpPr>
            <a:spLocks xmlns:a="http://schemas.openxmlformats.org/drawingml/2006/main" noGrp="1"/>
          </p:cNvSpPr>
          <p:nvPr/>
        </p:nvSpPr>
        <p:spPr>
          <a:xfrm xmlns:a="http://schemas.openxmlformats.org/drawingml/2006/main">
            <a:off x="7477125" y="4933950"/>
            <a:ext cx="95250" cy="95250"/>
          </a:xfrm>
          <a:prstGeom xmlns:a="http://schemas.openxmlformats.org/drawingml/2006/main" prst="ellipse">
            <a:avLst/>
          </a:prstGeom>
          <a:solidFill xmlns:a="http://schemas.openxmlformats.org/drawingml/2006/main">
            <a:srgbClr val="718C86"/>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F3F9808-BCFD-46A6-AB82-96F89D0F6EFD}"/>
              </a:ext>
            </a:extLst>
          </p:cNvPr>
          <p:cNvSpPr>
            <a:spLocks xmlns:a="http://schemas.openxmlformats.org/drawingml/2006/main" noGrp="1"/>
          </p:cNvSpPr>
          <p:nvPr/>
        </p:nvSpPr>
        <p:spPr>
          <a:xfrm xmlns:a="http://schemas.openxmlformats.org/drawingml/2006/main">
            <a:off x="8048625" y="4933950"/>
            <a:ext cx="95250" cy="95250"/>
          </a:xfrm>
          <a:prstGeom xmlns:a="http://schemas.openxmlformats.org/drawingml/2006/main" prst="ellipse">
            <a:avLst/>
          </a:prstGeom>
          <a:solidFill xmlns:a="http://schemas.openxmlformats.org/drawingml/2006/main">
            <a:srgbClr val="718C86"/>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2EAE7EF-9906-40D1-A148-3EE27BA7B883}"/>
              </a:ext>
            </a:extLst>
          </p:cNvPr>
          <p:cNvSpPr>
            <a:spLocks xmlns:a="http://schemas.openxmlformats.org/drawingml/2006/main" noGrp="1"/>
          </p:cNvSpPr>
          <p:nvPr/>
        </p:nvSpPr>
        <p:spPr>
          <a:xfrm xmlns:a="http://schemas.openxmlformats.org/drawingml/2006/main">
            <a:off x="8905875" y="4933950"/>
            <a:ext cx="95250" cy="95250"/>
          </a:xfrm>
          <a:prstGeom xmlns:a="http://schemas.openxmlformats.org/drawingml/2006/main" prst="ellipse">
            <a:avLst/>
          </a:prstGeom>
          <a:solidFill xmlns:a="http://schemas.openxmlformats.org/drawingml/2006/main">
            <a:srgbClr val="718C86"/>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7999862-E62A-49FD-AAB7-18F545B7D730}"/>
              </a:ext>
            </a:extLst>
          </p:cNvPr>
          <p:cNvSpPr>
            <a:spLocks xmlns:a="http://schemas.openxmlformats.org/drawingml/2006/main" noGrp="1"/>
          </p:cNvSpPr>
          <p:nvPr/>
        </p:nvSpPr>
        <p:spPr>
          <a:xfrm xmlns:a="http://schemas.openxmlformats.org/drawingml/2006/main">
            <a:off x="9477375" y="4933950"/>
            <a:ext cx="95250" cy="95250"/>
          </a:xfrm>
          <a:prstGeom xmlns:a="http://schemas.openxmlformats.org/drawingml/2006/main" prst="ellipse">
            <a:avLst/>
          </a:prstGeom>
          <a:solidFill xmlns:a="http://schemas.openxmlformats.org/drawingml/2006/main">
            <a:srgbClr val="718C86"/>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71F64D23-A771-476C-8705-EC4A6A2A3BC7}"/>
              </a:ext>
            </a:extLst>
          </p:cNvPr>
          <p:cNvSpPr>
            <a:spLocks xmlns:a="http://schemas.openxmlformats.org/drawingml/2006/main" noGrp="1"/>
          </p:cNvSpPr>
          <p:nvPr/>
        </p:nvSpPr>
        <p:spPr>
          <a:xfrm xmlns:a="http://schemas.openxmlformats.org/drawingml/2006/main">
            <a:off x="10144125" y="4933950"/>
            <a:ext cx="95250" cy="95250"/>
          </a:xfrm>
          <a:prstGeom xmlns:a="http://schemas.openxmlformats.org/drawingml/2006/main" prst="ellipse">
            <a:avLst/>
          </a:prstGeom>
          <a:solidFill xmlns:a="http://schemas.openxmlformats.org/drawingml/2006/main">
            <a:srgbClr val="718C86"/>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BBCB412-A836-4121-9B47-2A4C94976747}"/>
              </a:ext>
            </a:extLst>
          </p:cNvPr>
          <p:cNvSpPr>
            <a:spLocks xmlns:a="http://schemas.openxmlformats.org/drawingml/2006/main" noGrp="1"/>
          </p:cNvSpPr>
          <p:nvPr/>
        </p:nvSpPr>
        <p:spPr>
          <a:xfrm xmlns:a="http://schemas.openxmlformats.org/drawingml/2006/main">
            <a:off x="10715625" y="4933950"/>
            <a:ext cx="95250" cy="95250"/>
          </a:xfrm>
          <a:prstGeom xmlns:a="http://schemas.openxmlformats.org/drawingml/2006/main" prst="ellipse">
            <a:avLst/>
          </a:prstGeom>
          <a:solidFill xmlns:a="http://schemas.openxmlformats.org/drawingml/2006/main">
            <a:srgbClr val="718C86"/>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1341BB3E-14A6-44E3-9462-FEC765605D7D}"/>
              </a:ext>
            </a:extLst>
          </p:cNvPr>
          <p:cNvSpPr>
            <a:spLocks xmlns:a="http://schemas.openxmlformats.org/drawingml/2006/main" noGrp="1"/>
          </p:cNvSpPr>
          <p:nvPr/>
        </p:nvSpPr>
        <p:spPr>
          <a:xfrm xmlns:a="http://schemas.openxmlformats.org/drawingml/2006/main">
            <a:off x="5438775" y="5200650"/>
            <a:ext cx="1790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0">
                <a:solidFill>
                  <a:srgbClr val="A9E8CB"/>
                </a:solidFill>
                <a:latin typeface="Segoe UI"/>
                <a:ea typeface="Segoe UI"/>
                <a:cs typeface="Segoe UI"/>
              </a:defRPr>
            </a:defPPr>
            <a:lvl1pPr algn="l">
              <a:defRPr sz="900" b="0" i="0">
                <a:solidFill>
                  <a:srgbClr val="A9E8CB"/>
                </a:solidFill>
                <a:latin typeface="Segoe UI"/>
                <a:ea typeface="Segoe UI"/>
                <a:cs typeface="Segoe UI"/>
              </a:defRPr>
            </a:lvl1pPr>
            <a:lvl2pPr algn="l">
              <a:defRPr sz="900" b="0" i="0">
                <a:solidFill>
                  <a:srgbClr val="A9E8CB"/>
                </a:solidFill>
                <a:latin typeface="Segoe UI"/>
                <a:ea typeface="Segoe UI"/>
                <a:cs typeface="Segoe UI"/>
              </a:defRPr>
            </a:lvl2pPr>
            <a:lvl3pPr algn="l">
              <a:defRPr sz="900" b="0" i="0">
                <a:solidFill>
                  <a:srgbClr val="A9E8CB"/>
                </a:solidFill>
                <a:latin typeface="Segoe UI"/>
                <a:ea typeface="Segoe UI"/>
                <a:cs typeface="Segoe UI"/>
              </a:defRPr>
            </a:lvl3pPr>
            <a:lvl4pPr algn="l">
              <a:defRPr sz="900" b="0" i="0">
                <a:solidFill>
                  <a:srgbClr val="A9E8CB"/>
                </a:solidFill>
                <a:latin typeface="Segoe UI"/>
                <a:ea typeface="Segoe UI"/>
                <a:cs typeface="Segoe UI"/>
              </a:defRPr>
            </a:lvl4pPr>
            <a:lvl5pPr algn="l">
              <a:defRPr sz="900" b="0" i="0">
                <a:solidFill>
                  <a:srgbClr val="A9E8CB"/>
                </a:solidFill>
                <a:latin typeface="Segoe UI"/>
                <a:ea typeface="Segoe UI"/>
                <a:cs typeface="Segoe UI"/>
              </a:defRPr>
            </a:lvl5pPr>
            <a:lvl6pPr algn="l">
              <a:defRPr sz="900" b="0" i="0">
                <a:solidFill>
                  <a:srgbClr val="A9E8CB"/>
                </a:solidFill>
                <a:latin typeface="Segoe UI"/>
                <a:ea typeface="Segoe UI"/>
                <a:cs typeface="Segoe UI"/>
              </a:defRPr>
            </a:lvl6pPr>
            <a:lvl7pPr algn="l">
              <a:defRPr sz="900" b="0" i="0">
                <a:solidFill>
                  <a:srgbClr val="A9E8CB"/>
                </a:solidFill>
                <a:latin typeface="Segoe UI"/>
                <a:ea typeface="Segoe UI"/>
                <a:cs typeface="Segoe UI"/>
              </a:defRPr>
            </a:lvl7pPr>
            <a:lvl8pPr algn="l">
              <a:defRPr sz="900" b="0" i="0">
                <a:solidFill>
                  <a:srgbClr val="A9E8CB"/>
                </a:solidFill>
                <a:latin typeface="Segoe UI"/>
                <a:ea typeface="Segoe UI"/>
                <a:cs typeface="Segoe UI"/>
              </a:defRPr>
            </a:lvl8pPr>
            <a:lvl9pPr algn="l">
              <a:defRPr sz="900" b="0" i="0">
                <a:solidFill>
                  <a:srgbClr val="A9E8CB"/>
                </a:solidFill>
                <a:latin typeface="Segoe UI"/>
                <a:ea typeface="Segoe UI"/>
                <a:cs typeface="Segoe UI"/>
              </a:defRPr>
            </a:lvl9pPr>
          </a:lstStyle>
          <a:p xmlns:a="http://schemas.openxmlformats.org/drawingml/2006/main">
            <a:pPr algn="l">
              <a:defRPr sz="900" b="0" i="0">
                <a:solidFill>
                  <a:srgbClr val="A9E8CB"/>
                </a:solidFill>
                <a:latin typeface="Segoe UI"/>
                <a:ea typeface="Segoe UI"/>
                <a:cs typeface="Segoe UI"/>
              </a:defRPr>
            </a:pPr>
            <a:r>
              <a:rPr sz="900" b="0" i="0">
                <a:solidFill>
                  <a:srgbClr val="A9E8CB"/>
                </a:solidFill>
                <a:latin typeface="Segoe UI"/>
                <a:ea typeface="Segoe UI"/>
                <a:cs typeface="Segoe UI"/>
              </a:rPr>
              <a:t>caso aislado pronto</a:t>
            </a:r>
          </a:p>
        </p:txBody>
      </p:sp>
      <p:sp>
        <p:nvSpPr>
          <p:cNvPr id="41" name="">
            <a:extLst xmlns:a="http://schemas.openxmlformats.org/drawingml/2006/main">
              <a:ext uri="{FF2B5EF4-FFF2-40B4-BE49-F238E27FC236}">
                <a16:creationId xmlns:a16="http://schemas.microsoft.com/office/drawing/2014/main" id="{B9025BD5-5F9E-4A41-8F10-29A252BD21B5}"/>
              </a:ext>
            </a:extLst>
          </p:cNvPr>
          <p:cNvSpPr>
            <a:spLocks xmlns:a="http://schemas.openxmlformats.org/drawingml/2006/main" noGrp="1"/>
          </p:cNvSpPr>
          <p:nvPr/>
        </p:nvSpPr>
        <p:spPr>
          <a:xfrm xmlns:a="http://schemas.openxmlformats.org/drawingml/2006/main">
            <a:off x="9048750" y="5200650"/>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0">
                <a:solidFill>
                  <a:srgbClr val="A8C0BA"/>
                </a:solidFill>
                <a:latin typeface="Segoe UI"/>
                <a:ea typeface="Segoe UI"/>
                <a:cs typeface="Segoe UI"/>
              </a:defRPr>
            </a:defPPr>
            <a:lvl1pPr algn="l">
              <a:defRPr sz="900" b="0" i="0">
                <a:solidFill>
                  <a:srgbClr val="A8C0BA"/>
                </a:solidFill>
                <a:latin typeface="Segoe UI"/>
                <a:ea typeface="Segoe UI"/>
                <a:cs typeface="Segoe UI"/>
              </a:defRPr>
            </a:lvl1pPr>
            <a:lvl2pPr algn="l">
              <a:defRPr sz="900" b="0" i="0">
                <a:solidFill>
                  <a:srgbClr val="A8C0BA"/>
                </a:solidFill>
                <a:latin typeface="Segoe UI"/>
                <a:ea typeface="Segoe UI"/>
                <a:cs typeface="Segoe UI"/>
              </a:defRPr>
            </a:lvl2pPr>
            <a:lvl3pPr algn="l">
              <a:defRPr sz="900" b="0" i="0">
                <a:solidFill>
                  <a:srgbClr val="A8C0BA"/>
                </a:solidFill>
                <a:latin typeface="Segoe UI"/>
                <a:ea typeface="Segoe UI"/>
                <a:cs typeface="Segoe UI"/>
              </a:defRPr>
            </a:lvl3pPr>
            <a:lvl4pPr algn="l">
              <a:defRPr sz="900" b="0" i="0">
                <a:solidFill>
                  <a:srgbClr val="A8C0BA"/>
                </a:solidFill>
                <a:latin typeface="Segoe UI"/>
                <a:ea typeface="Segoe UI"/>
                <a:cs typeface="Segoe UI"/>
              </a:defRPr>
            </a:lvl4pPr>
            <a:lvl5pPr algn="l">
              <a:defRPr sz="900" b="0" i="0">
                <a:solidFill>
                  <a:srgbClr val="A8C0BA"/>
                </a:solidFill>
                <a:latin typeface="Segoe UI"/>
                <a:ea typeface="Segoe UI"/>
                <a:cs typeface="Segoe UI"/>
              </a:defRPr>
            </a:lvl5pPr>
            <a:lvl6pPr algn="l">
              <a:defRPr sz="900" b="0" i="0">
                <a:solidFill>
                  <a:srgbClr val="A8C0BA"/>
                </a:solidFill>
                <a:latin typeface="Segoe UI"/>
                <a:ea typeface="Segoe UI"/>
                <a:cs typeface="Segoe UI"/>
              </a:defRPr>
            </a:lvl6pPr>
            <a:lvl7pPr algn="l">
              <a:defRPr sz="900" b="0" i="0">
                <a:solidFill>
                  <a:srgbClr val="A8C0BA"/>
                </a:solidFill>
                <a:latin typeface="Segoe UI"/>
                <a:ea typeface="Segoe UI"/>
                <a:cs typeface="Segoe UI"/>
              </a:defRPr>
            </a:lvl7pPr>
            <a:lvl8pPr algn="l">
              <a:defRPr sz="900" b="0" i="0">
                <a:solidFill>
                  <a:srgbClr val="A8C0BA"/>
                </a:solidFill>
                <a:latin typeface="Segoe UI"/>
                <a:ea typeface="Segoe UI"/>
                <a:cs typeface="Segoe UI"/>
              </a:defRPr>
            </a:lvl8pPr>
            <a:lvl9pPr algn="l">
              <a:defRPr sz="900" b="0" i="0">
                <a:solidFill>
                  <a:srgbClr val="A8C0BA"/>
                </a:solidFill>
                <a:latin typeface="Segoe UI"/>
                <a:ea typeface="Segoe UI"/>
                <a:cs typeface="Segoe UI"/>
              </a:defRPr>
            </a:lvl9pPr>
          </a:lstStyle>
          <a:p xmlns:a="http://schemas.openxmlformats.org/drawingml/2006/main">
            <a:pPr algn="l">
              <a:defRPr sz="900" b="0" i="0">
                <a:solidFill>
                  <a:srgbClr val="A8C0BA"/>
                </a:solidFill>
                <a:latin typeface="Segoe UI"/>
                <a:ea typeface="Segoe UI"/>
                <a:cs typeface="Segoe UI"/>
              </a:defRPr>
            </a:pPr>
            <a:r>
              <a:rPr sz="900" b="0" i="0">
                <a:solidFill>
                  <a:srgbClr val="A8C0BA"/>
                </a:solidFill>
                <a:latin typeface="Segoe UI"/>
                <a:ea typeface="Segoe UI"/>
                <a:cs typeface="Segoe UI"/>
              </a:rPr>
              <a:t>días que siguen dividiéndose</a:t>
            </a:r>
          </a:p>
        </p:txBody>
      </p:sp>
      <p:sp>
        <p:nvSpPr>
          <p:cNvPr id="42" name="">
            <a:extLst xmlns:a="http://schemas.openxmlformats.org/drawingml/2006/main">
              <a:ext uri="{FF2B5EF4-FFF2-40B4-BE49-F238E27FC236}">
                <a16:creationId xmlns:a16="http://schemas.microsoft.com/office/drawing/2014/main" id="{CDD5B14E-B662-4C0E-8A42-CBD8E15B3309}"/>
              </a:ext>
            </a:extLst>
          </p:cNvPr>
          <p:cNvSpPr>
            <a:spLocks xmlns:a="http://schemas.openxmlformats.org/drawingml/2006/main" noGrp="1"/>
          </p:cNvSpPr>
          <p:nvPr/>
        </p:nvSpPr>
        <p:spPr>
          <a:xfrm xmlns:a="http://schemas.openxmlformats.org/drawingml/2006/main">
            <a:off x="6600825" y="5715000"/>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7E9E98"/>
                </a:solidFill>
                <a:latin typeface="Segoe UI"/>
                <a:ea typeface="Segoe UI"/>
                <a:cs typeface="Segoe UI"/>
              </a:defRPr>
            </a:defPPr>
            <a:lvl1pPr algn="r">
              <a:defRPr sz="750" b="0" i="0">
                <a:solidFill>
                  <a:srgbClr val="7E9E98"/>
                </a:solidFill>
                <a:latin typeface="Segoe UI"/>
                <a:ea typeface="Segoe UI"/>
                <a:cs typeface="Segoe UI"/>
              </a:defRPr>
            </a:lvl1pPr>
            <a:lvl2pPr algn="r">
              <a:defRPr sz="750" b="0" i="0">
                <a:solidFill>
                  <a:srgbClr val="7E9E98"/>
                </a:solidFill>
                <a:latin typeface="Segoe UI"/>
                <a:ea typeface="Segoe UI"/>
                <a:cs typeface="Segoe UI"/>
              </a:defRPr>
            </a:lvl2pPr>
            <a:lvl3pPr algn="r">
              <a:defRPr sz="750" b="0" i="0">
                <a:solidFill>
                  <a:srgbClr val="7E9E98"/>
                </a:solidFill>
                <a:latin typeface="Segoe UI"/>
                <a:ea typeface="Segoe UI"/>
                <a:cs typeface="Segoe UI"/>
              </a:defRPr>
            </a:lvl3pPr>
            <a:lvl4pPr algn="r">
              <a:defRPr sz="750" b="0" i="0">
                <a:solidFill>
                  <a:srgbClr val="7E9E98"/>
                </a:solidFill>
                <a:latin typeface="Segoe UI"/>
                <a:ea typeface="Segoe UI"/>
                <a:cs typeface="Segoe UI"/>
              </a:defRPr>
            </a:lvl4pPr>
            <a:lvl5pPr algn="r">
              <a:defRPr sz="750" b="0" i="0">
                <a:solidFill>
                  <a:srgbClr val="7E9E98"/>
                </a:solidFill>
                <a:latin typeface="Segoe UI"/>
                <a:ea typeface="Segoe UI"/>
                <a:cs typeface="Segoe UI"/>
              </a:defRPr>
            </a:lvl5pPr>
            <a:lvl6pPr algn="r">
              <a:defRPr sz="750" b="0" i="0">
                <a:solidFill>
                  <a:srgbClr val="7E9E98"/>
                </a:solidFill>
                <a:latin typeface="Segoe UI"/>
                <a:ea typeface="Segoe UI"/>
                <a:cs typeface="Segoe UI"/>
              </a:defRPr>
            </a:lvl6pPr>
            <a:lvl7pPr algn="r">
              <a:defRPr sz="750" b="0" i="0">
                <a:solidFill>
                  <a:srgbClr val="7E9E98"/>
                </a:solidFill>
                <a:latin typeface="Segoe UI"/>
                <a:ea typeface="Segoe UI"/>
                <a:cs typeface="Segoe UI"/>
              </a:defRPr>
            </a:lvl7pPr>
            <a:lvl8pPr algn="r">
              <a:defRPr sz="750" b="0" i="0">
                <a:solidFill>
                  <a:srgbClr val="7E9E98"/>
                </a:solidFill>
                <a:latin typeface="Segoe UI"/>
                <a:ea typeface="Segoe UI"/>
                <a:cs typeface="Segoe UI"/>
              </a:defRPr>
            </a:lvl8pPr>
            <a:lvl9pPr algn="r">
              <a:defRPr sz="750" b="0" i="0">
                <a:solidFill>
                  <a:srgbClr val="7E9E98"/>
                </a:solidFill>
                <a:latin typeface="Segoe UI"/>
                <a:ea typeface="Segoe UI"/>
                <a:cs typeface="Segoe UI"/>
              </a:defRPr>
            </a:lvl9pPr>
          </a:lstStyle>
          <a:p xmlns:a="http://schemas.openxmlformats.org/drawingml/2006/main">
            <a:pPr algn="r">
              <a:defRPr sz="750" b="0" i="0">
                <a:solidFill>
                  <a:srgbClr val="7E9E98"/>
                </a:solidFill>
                <a:latin typeface="Segoe UI"/>
                <a:ea typeface="Segoe UI"/>
                <a:cs typeface="Segoe UI"/>
              </a:defRPr>
            </a:pPr>
            <a:r>
              <a:rPr sz="750" b="0" i="0">
                <a:solidFill>
                  <a:srgbClr val="7E9E98"/>
                </a:solidFill>
                <a:latin typeface="Segoe UI"/>
                <a:ea typeface="Segoe UI"/>
                <a:cs typeface="Segoe UI"/>
              </a:rPr>
              <a:t>Esquema conceptual, no datos de una persona.</a:t>
            </a:r>
          </a:p>
        </p:txBody>
      </p:sp>
    </p:spTree>
    <p:extLst>
      <p:ext uri="{BB962C8B-B14F-4D97-AF65-F5344CB8AC3E}">
        <p14:creationId xmlns:p14="http://schemas.microsoft.com/office/powerpoint/2010/main" val="1755784464"/>
      </p:ext>
    </p:extLst>
  </p:cSld>
</p:sld>
</file>

<file path=ppt/slides/slide4.xml><?xml version="1.0" encoding="utf-8"?>
<p:sld xmlns:p="http://schemas.openxmlformats.org/presentationml/2006/main">
  <p:cSld>
    <p:bg>
      <p:bgPr>
        <a:solidFill xmlns:a="http://schemas.openxmlformats.org/drawingml/2006/main">
          <a:srgbClr val="071A24"/>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A7C14BCC-C429-469E-B9E7-C518A810EA38}"/>
              </a:ext>
            </a:extLst>
          </p:cNvPr>
          <p:cNvSpPr>
            <a:spLocks xmlns:a="http://schemas.openxmlformats.org/drawingml/2006/main" noGrp="1"/>
          </p:cNvSpPr>
          <p:nvPr/>
        </p:nvSpPr>
        <p:spPr>
          <a:xfrm xmlns:a="http://schemas.openxmlformats.org/drawingml/2006/main">
            <a:off x="704850" y="4572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BIOPULSE  /  APRENDIZAJE AUTOMÁTICO</a:t>
            </a:r>
          </a:p>
        </p:txBody>
      </p:sp>
      <p:sp>
        <p:nvSpPr>
          <p:cNvPr id="2" name="">
            <a:extLst xmlns:a="http://schemas.openxmlformats.org/drawingml/2006/main">
              <a:ext uri="{FF2B5EF4-FFF2-40B4-BE49-F238E27FC236}">
                <a16:creationId xmlns:a16="http://schemas.microsoft.com/office/drawing/2014/main" id="{A05487E5-E505-424E-8BD3-FD2672E2E80F}"/>
              </a:ext>
            </a:extLst>
          </p:cNvPr>
          <p:cNvSpPr>
            <a:spLocks xmlns:a="http://schemas.openxmlformats.org/drawingml/2006/main" noGrp="1"/>
          </p:cNvSpPr>
          <p:nvPr/>
        </p:nvSpPr>
        <p:spPr>
          <a:xfrm xmlns:a="http://schemas.openxmlformats.org/drawingml/2006/main">
            <a:off x="704850" y="876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1F7F3"/>
                </a:solidFill>
                <a:latin typeface="Segoe UI"/>
                <a:ea typeface="Segoe UI"/>
                <a:cs typeface="Segoe UI"/>
              </a:defRPr>
            </a:defPPr>
            <a:lvl1pPr algn="l">
              <a:defRPr sz="3150" b="1" i="0">
                <a:solidFill>
                  <a:srgbClr val="F1F7F3"/>
                </a:solidFill>
                <a:latin typeface="Segoe UI"/>
                <a:ea typeface="Segoe UI"/>
                <a:cs typeface="Segoe UI"/>
              </a:defRPr>
            </a:lvl1pPr>
            <a:lvl2pPr algn="l">
              <a:defRPr sz="3150" b="1" i="0">
                <a:solidFill>
                  <a:srgbClr val="F1F7F3"/>
                </a:solidFill>
                <a:latin typeface="Segoe UI"/>
                <a:ea typeface="Segoe UI"/>
                <a:cs typeface="Segoe UI"/>
              </a:defRPr>
            </a:lvl2pPr>
            <a:lvl3pPr algn="l">
              <a:defRPr sz="3150" b="1" i="0">
                <a:solidFill>
                  <a:srgbClr val="F1F7F3"/>
                </a:solidFill>
                <a:latin typeface="Segoe UI"/>
                <a:ea typeface="Segoe UI"/>
                <a:cs typeface="Segoe UI"/>
              </a:defRPr>
            </a:lvl3pPr>
            <a:lvl4pPr algn="l">
              <a:defRPr sz="3150" b="1" i="0">
                <a:solidFill>
                  <a:srgbClr val="F1F7F3"/>
                </a:solidFill>
                <a:latin typeface="Segoe UI"/>
                <a:ea typeface="Segoe UI"/>
                <a:cs typeface="Segoe UI"/>
              </a:defRPr>
            </a:lvl4pPr>
            <a:lvl5pPr algn="l">
              <a:defRPr sz="3150" b="1" i="0">
                <a:solidFill>
                  <a:srgbClr val="F1F7F3"/>
                </a:solidFill>
                <a:latin typeface="Segoe UI"/>
                <a:ea typeface="Segoe UI"/>
                <a:cs typeface="Segoe UI"/>
              </a:defRPr>
            </a:lvl5pPr>
            <a:lvl6pPr algn="l">
              <a:defRPr sz="3150" b="1" i="0">
                <a:solidFill>
                  <a:srgbClr val="F1F7F3"/>
                </a:solidFill>
                <a:latin typeface="Segoe UI"/>
                <a:ea typeface="Segoe UI"/>
                <a:cs typeface="Segoe UI"/>
              </a:defRPr>
            </a:lvl6pPr>
            <a:lvl7pPr algn="l">
              <a:defRPr sz="3150" b="1" i="0">
                <a:solidFill>
                  <a:srgbClr val="F1F7F3"/>
                </a:solidFill>
                <a:latin typeface="Segoe UI"/>
                <a:ea typeface="Segoe UI"/>
                <a:cs typeface="Segoe UI"/>
              </a:defRPr>
            </a:lvl7pPr>
            <a:lvl8pPr algn="l">
              <a:defRPr sz="3150" b="1" i="0">
                <a:solidFill>
                  <a:srgbClr val="F1F7F3"/>
                </a:solidFill>
                <a:latin typeface="Segoe UI"/>
                <a:ea typeface="Segoe UI"/>
                <a:cs typeface="Segoe UI"/>
              </a:defRPr>
            </a:lvl8pPr>
            <a:lvl9pPr algn="l">
              <a:defRPr sz="3150" b="1" i="0">
                <a:solidFill>
                  <a:srgbClr val="F1F7F3"/>
                </a:solidFill>
                <a:latin typeface="Segoe UI"/>
                <a:ea typeface="Segoe UI"/>
                <a:cs typeface="Segoe UI"/>
              </a:defRPr>
            </a:lvl9pPr>
          </a:lstStyle>
          <a:p xmlns:a="http://schemas.openxmlformats.org/drawingml/2006/main">
            <a:pPr algn="l">
              <a:defRPr sz="3150" b="1" i="0">
                <a:solidFill>
                  <a:srgbClr val="F1F7F3"/>
                </a:solidFill>
                <a:latin typeface="Segoe UI"/>
                <a:ea typeface="Segoe UI"/>
                <a:cs typeface="Segoe UI"/>
              </a:defRPr>
            </a:pPr>
            <a:r>
              <a:rPr sz="3150" b="1" i="0">
                <a:solidFill>
                  <a:srgbClr val="F1F7F3"/>
                </a:solidFill>
                <a:latin typeface="Segoe UI"/>
                <a:ea typeface="Segoe UI"/>
                <a:cs typeface="Segoe UI"/>
              </a:rPr>
              <a:t>El modelo se ajusta a una sola persona</a:t>
            </a:r>
          </a:p>
        </p:txBody>
      </p:sp>
      <p:sp>
        <p:nvSpPr>
          <p:cNvPr id="3" name="">
            <a:extLst xmlns:a="http://schemas.openxmlformats.org/drawingml/2006/main">
              <a:ext uri="{FF2B5EF4-FFF2-40B4-BE49-F238E27FC236}">
                <a16:creationId xmlns:a16="http://schemas.microsoft.com/office/drawing/2014/main" id="{A5069BA0-A6DE-4191-AE49-376BDE167CA4}"/>
              </a:ext>
            </a:extLst>
          </p:cNvPr>
          <p:cNvSpPr>
            <a:spLocks xmlns:a="http://schemas.openxmlformats.org/drawingml/2006/main" noGrp="1"/>
          </p:cNvSpPr>
          <p:nvPr/>
        </p:nvSpPr>
        <p:spPr>
          <a:xfrm xmlns:a="http://schemas.openxmlformats.org/drawingml/2006/main">
            <a:off x="723900" y="15621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A8C0BA"/>
                </a:solidFill>
                <a:latin typeface="Segoe UI"/>
                <a:ea typeface="Segoe UI"/>
                <a:cs typeface="Segoe UI"/>
              </a:defRPr>
            </a:defPPr>
            <a:lvl1pPr algn="l">
              <a:defRPr sz="1425" b="0" i="0">
                <a:solidFill>
                  <a:srgbClr val="A8C0BA"/>
                </a:solidFill>
                <a:latin typeface="Segoe UI"/>
                <a:ea typeface="Segoe UI"/>
                <a:cs typeface="Segoe UI"/>
              </a:defRPr>
            </a:lvl1pPr>
            <a:lvl2pPr algn="l">
              <a:defRPr sz="1425" b="0" i="0">
                <a:solidFill>
                  <a:srgbClr val="A8C0BA"/>
                </a:solidFill>
                <a:latin typeface="Segoe UI"/>
                <a:ea typeface="Segoe UI"/>
                <a:cs typeface="Segoe UI"/>
              </a:defRPr>
            </a:lvl2pPr>
            <a:lvl3pPr algn="l">
              <a:defRPr sz="1425" b="0" i="0">
                <a:solidFill>
                  <a:srgbClr val="A8C0BA"/>
                </a:solidFill>
                <a:latin typeface="Segoe UI"/>
                <a:ea typeface="Segoe UI"/>
                <a:cs typeface="Segoe UI"/>
              </a:defRPr>
            </a:lvl3pPr>
            <a:lvl4pPr algn="l">
              <a:defRPr sz="1425" b="0" i="0">
                <a:solidFill>
                  <a:srgbClr val="A8C0BA"/>
                </a:solidFill>
                <a:latin typeface="Segoe UI"/>
                <a:ea typeface="Segoe UI"/>
                <a:cs typeface="Segoe UI"/>
              </a:defRPr>
            </a:lvl4pPr>
            <a:lvl5pPr algn="l">
              <a:defRPr sz="1425" b="0" i="0">
                <a:solidFill>
                  <a:srgbClr val="A8C0BA"/>
                </a:solidFill>
                <a:latin typeface="Segoe UI"/>
                <a:ea typeface="Segoe UI"/>
                <a:cs typeface="Segoe UI"/>
              </a:defRPr>
            </a:lvl5pPr>
            <a:lvl6pPr algn="l">
              <a:defRPr sz="1425" b="0" i="0">
                <a:solidFill>
                  <a:srgbClr val="A8C0BA"/>
                </a:solidFill>
                <a:latin typeface="Segoe UI"/>
                <a:ea typeface="Segoe UI"/>
                <a:cs typeface="Segoe UI"/>
              </a:defRPr>
            </a:lvl6pPr>
            <a:lvl7pPr algn="l">
              <a:defRPr sz="1425" b="0" i="0">
                <a:solidFill>
                  <a:srgbClr val="A8C0BA"/>
                </a:solidFill>
                <a:latin typeface="Segoe UI"/>
                <a:ea typeface="Segoe UI"/>
                <a:cs typeface="Segoe UI"/>
              </a:defRPr>
            </a:lvl7pPr>
            <a:lvl8pPr algn="l">
              <a:defRPr sz="1425" b="0" i="0">
                <a:solidFill>
                  <a:srgbClr val="A8C0BA"/>
                </a:solidFill>
                <a:latin typeface="Segoe UI"/>
                <a:ea typeface="Segoe UI"/>
                <a:cs typeface="Segoe UI"/>
              </a:defRPr>
            </a:lvl8pPr>
            <a:lvl9pPr algn="l">
              <a:defRPr sz="1425" b="0" i="0">
                <a:solidFill>
                  <a:srgbClr val="A8C0BA"/>
                </a:solidFill>
                <a:latin typeface="Segoe UI"/>
                <a:ea typeface="Segoe UI"/>
                <a:cs typeface="Segoe UI"/>
              </a:defRPr>
            </a:lvl9pPr>
          </a:lstStyle>
          <a:p xmlns:a="http://schemas.openxmlformats.org/drawingml/2006/main">
            <a:pPr algn="l">
              <a:defRPr sz="1425" b="0" i="0">
                <a:solidFill>
                  <a:srgbClr val="A8C0BA"/>
                </a:solidFill>
                <a:latin typeface="Segoe UI"/>
                <a:ea typeface="Segoe UI"/>
                <a:cs typeface="Segoe UI"/>
              </a:defRPr>
            </a:pPr>
            <a:r>
              <a:rPr sz="1425" b="0" i="0">
                <a:solidFill>
                  <a:srgbClr val="A8C0BA"/>
                </a:solidFill>
                <a:latin typeface="Segoe UI"/>
                <a:ea typeface="Segoe UI"/>
                <a:cs typeface="Segoe UI"/>
              </a:rPr>
              <a:t>No usa un modelo global entrenado con los datos de otro usuario.</a:t>
            </a:r>
          </a:p>
        </p:txBody>
      </p:sp>
      <p:sp>
        <p:nvSpPr>
          <p:cNvPr id="4" name="">
            <a:extLst xmlns:a="http://schemas.openxmlformats.org/drawingml/2006/main">
              <a:ext uri="{FF2B5EF4-FFF2-40B4-BE49-F238E27FC236}">
                <a16:creationId xmlns:a16="http://schemas.microsoft.com/office/drawing/2014/main" id="{80BF89CB-6BF5-4F3B-B51F-F5DB19B0185D}"/>
              </a:ext>
            </a:extLst>
          </p:cNvPr>
          <p:cNvSpPr>
            <a:spLocks xmlns:a="http://schemas.openxmlformats.org/drawingml/2006/main" noGrp="1"/>
          </p:cNvSpPr>
          <p:nvPr/>
        </p:nvSpPr>
        <p:spPr>
          <a:xfrm xmlns:a="http://schemas.openxmlformats.org/drawingml/2006/main">
            <a:off x="704850" y="6362700"/>
            <a:ext cx="10782300"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8363471-4849-440B-81BA-B0BFD031B129}"/>
              </a:ext>
            </a:extLst>
          </p:cNvPr>
          <p:cNvSpPr>
            <a:spLocks xmlns:a="http://schemas.openxmlformats.org/drawingml/2006/main" noGrp="1"/>
          </p:cNvSpPr>
          <p:nvPr/>
        </p:nvSpPr>
        <p:spPr>
          <a:xfrm xmlns:a="http://schemas.openxmlformats.org/drawingml/2006/main">
            <a:off x="704850" y="6486525"/>
            <a:ext cx="542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7E9E98"/>
                </a:solidFill>
                <a:latin typeface="Segoe UI"/>
                <a:ea typeface="Segoe UI"/>
                <a:cs typeface="Segoe UI"/>
              </a:defRPr>
            </a:defPPr>
            <a:lvl1pPr algn="l">
              <a:defRPr sz="750" b="0" i="0">
                <a:solidFill>
                  <a:srgbClr val="7E9E98"/>
                </a:solidFill>
                <a:latin typeface="Segoe UI"/>
                <a:ea typeface="Segoe UI"/>
                <a:cs typeface="Segoe UI"/>
              </a:defRPr>
            </a:lvl1pPr>
            <a:lvl2pPr algn="l">
              <a:defRPr sz="750" b="0" i="0">
                <a:solidFill>
                  <a:srgbClr val="7E9E98"/>
                </a:solidFill>
                <a:latin typeface="Segoe UI"/>
                <a:ea typeface="Segoe UI"/>
                <a:cs typeface="Segoe UI"/>
              </a:defRPr>
            </a:lvl2pPr>
            <a:lvl3pPr algn="l">
              <a:defRPr sz="750" b="0" i="0">
                <a:solidFill>
                  <a:srgbClr val="7E9E98"/>
                </a:solidFill>
                <a:latin typeface="Segoe UI"/>
                <a:ea typeface="Segoe UI"/>
                <a:cs typeface="Segoe UI"/>
              </a:defRPr>
            </a:lvl3pPr>
            <a:lvl4pPr algn="l">
              <a:defRPr sz="750" b="0" i="0">
                <a:solidFill>
                  <a:srgbClr val="7E9E98"/>
                </a:solidFill>
                <a:latin typeface="Segoe UI"/>
                <a:ea typeface="Segoe UI"/>
                <a:cs typeface="Segoe UI"/>
              </a:defRPr>
            </a:lvl4pPr>
            <a:lvl5pPr algn="l">
              <a:defRPr sz="750" b="0" i="0">
                <a:solidFill>
                  <a:srgbClr val="7E9E98"/>
                </a:solidFill>
                <a:latin typeface="Segoe UI"/>
                <a:ea typeface="Segoe UI"/>
                <a:cs typeface="Segoe UI"/>
              </a:defRPr>
            </a:lvl5pPr>
            <a:lvl6pPr algn="l">
              <a:defRPr sz="750" b="0" i="0">
                <a:solidFill>
                  <a:srgbClr val="7E9E98"/>
                </a:solidFill>
                <a:latin typeface="Segoe UI"/>
                <a:ea typeface="Segoe UI"/>
                <a:cs typeface="Segoe UI"/>
              </a:defRPr>
            </a:lvl6pPr>
            <a:lvl7pPr algn="l">
              <a:defRPr sz="750" b="0" i="0">
                <a:solidFill>
                  <a:srgbClr val="7E9E98"/>
                </a:solidFill>
                <a:latin typeface="Segoe UI"/>
                <a:ea typeface="Segoe UI"/>
                <a:cs typeface="Segoe UI"/>
              </a:defRPr>
            </a:lvl7pPr>
            <a:lvl8pPr algn="l">
              <a:defRPr sz="750" b="0" i="0">
                <a:solidFill>
                  <a:srgbClr val="7E9E98"/>
                </a:solidFill>
                <a:latin typeface="Segoe UI"/>
                <a:ea typeface="Segoe UI"/>
                <a:cs typeface="Segoe UI"/>
              </a:defRPr>
            </a:lvl8pPr>
            <a:lvl9pPr algn="l">
              <a:defRPr sz="750" b="0" i="0">
                <a:solidFill>
                  <a:srgbClr val="7E9E98"/>
                </a:solidFill>
                <a:latin typeface="Segoe UI"/>
                <a:ea typeface="Segoe UI"/>
                <a:cs typeface="Segoe UI"/>
              </a:defRPr>
            </a:lvl9pPr>
          </a:lstStyle>
          <a:p xmlns:a="http://schemas.openxmlformats.org/drawingml/2006/main">
            <a:pPr algn="l">
              <a:defRPr sz="750" b="0" i="0">
                <a:solidFill>
                  <a:srgbClr val="7E9E98"/>
                </a:solidFill>
                <a:latin typeface="Segoe UI"/>
                <a:ea typeface="Segoe UI"/>
                <a:cs typeface="Segoe UI"/>
              </a:defRPr>
            </a:pPr>
            <a:r>
              <a:rPr sz="750" b="0" i="0">
                <a:solidFill>
                  <a:srgbClr val="7E9E98"/>
                </a:solidFill>
                <a:latin typeface="Segoe UI"/>
                <a:ea typeface="Segoe UI"/>
                <a:cs typeface="Segoe UI"/>
              </a:rPr>
              <a:t>BioPulse · ciencia de datos</a:t>
            </a:r>
          </a:p>
        </p:txBody>
      </p:sp>
      <p:sp>
        <p:nvSpPr>
          <p:cNvPr id="6" name="">
            <a:extLst xmlns:a="http://schemas.openxmlformats.org/drawingml/2006/main">
              <a:ext uri="{FF2B5EF4-FFF2-40B4-BE49-F238E27FC236}">
                <a16:creationId xmlns:a16="http://schemas.microsoft.com/office/drawing/2014/main" id="{7B0EFC76-320F-4C5F-B0FC-BDACAA0323FD}"/>
              </a:ext>
            </a:extLst>
          </p:cNvPr>
          <p:cNvSpPr>
            <a:spLocks xmlns:a="http://schemas.openxmlformats.org/drawingml/2006/main" noGrp="1"/>
          </p:cNvSpPr>
          <p:nvPr/>
        </p:nvSpPr>
        <p:spPr>
          <a:xfrm xmlns:a="http://schemas.openxmlformats.org/drawingml/2006/main">
            <a:off x="10734675" y="6477000"/>
            <a:ext cx="7524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7E9E98"/>
                </a:solidFill>
                <a:latin typeface="Segoe UI"/>
                <a:ea typeface="Segoe UI"/>
                <a:cs typeface="Segoe UI"/>
              </a:defRPr>
            </a:defPPr>
            <a:lvl1pPr algn="r">
              <a:defRPr sz="750" b="0" i="0">
                <a:solidFill>
                  <a:srgbClr val="7E9E98"/>
                </a:solidFill>
                <a:latin typeface="Segoe UI"/>
                <a:ea typeface="Segoe UI"/>
                <a:cs typeface="Segoe UI"/>
              </a:defRPr>
            </a:lvl1pPr>
            <a:lvl2pPr algn="r">
              <a:defRPr sz="750" b="0" i="0">
                <a:solidFill>
                  <a:srgbClr val="7E9E98"/>
                </a:solidFill>
                <a:latin typeface="Segoe UI"/>
                <a:ea typeface="Segoe UI"/>
                <a:cs typeface="Segoe UI"/>
              </a:defRPr>
            </a:lvl2pPr>
            <a:lvl3pPr algn="r">
              <a:defRPr sz="750" b="0" i="0">
                <a:solidFill>
                  <a:srgbClr val="7E9E98"/>
                </a:solidFill>
                <a:latin typeface="Segoe UI"/>
                <a:ea typeface="Segoe UI"/>
                <a:cs typeface="Segoe UI"/>
              </a:defRPr>
            </a:lvl3pPr>
            <a:lvl4pPr algn="r">
              <a:defRPr sz="750" b="0" i="0">
                <a:solidFill>
                  <a:srgbClr val="7E9E98"/>
                </a:solidFill>
                <a:latin typeface="Segoe UI"/>
                <a:ea typeface="Segoe UI"/>
                <a:cs typeface="Segoe UI"/>
              </a:defRPr>
            </a:lvl4pPr>
            <a:lvl5pPr algn="r">
              <a:defRPr sz="750" b="0" i="0">
                <a:solidFill>
                  <a:srgbClr val="7E9E98"/>
                </a:solidFill>
                <a:latin typeface="Segoe UI"/>
                <a:ea typeface="Segoe UI"/>
                <a:cs typeface="Segoe UI"/>
              </a:defRPr>
            </a:lvl5pPr>
            <a:lvl6pPr algn="r">
              <a:defRPr sz="750" b="0" i="0">
                <a:solidFill>
                  <a:srgbClr val="7E9E98"/>
                </a:solidFill>
                <a:latin typeface="Segoe UI"/>
                <a:ea typeface="Segoe UI"/>
                <a:cs typeface="Segoe UI"/>
              </a:defRPr>
            </a:lvl6pPr>
            <a:lvl7pPr algn="r">
              <a:defRPr sz="750" b="0" i="0">
                <a:solidFill>
                  <a:srgbClr val="7E9E98"/>
                </a:solidFill>
                <a:latin typeface="Segoe UI"/>
                <a:ea typeface="Segoe UI"/>
                <a:cs typeface="Segoe UI"/>
              </a:defRPr>
            </a:lvl7pPr>
            <a:lvl8pPr algn="r">
              <a:defRPr sz="750" b="0" i="0">
                <a:solidFill>
                  <a:srgbClr val="7E9E98"/>
                </a:solidFill>
                <a:latin typeface="Segoe UI"/>
                <a:ea typeface="Segoe UI"/>
                <a:cs typeface="Segoe UI"/>
              </a:defRPr>
            </a:lvl8pPr>
            <a:lvl9pPr algn="r">
              <a:defRPr sz="750" b="0" i="0">
                <a:solidFill>
                  <a:srgbClr val="7E9E98"/>
                </a:solidFill>
                <a:latin typeface="Segoe UI"/>
                <a:ea typeface="Segoe UI"/>
                <a:cs typeface="Segoe UI"/>
              </a:defRPr>
            </a:lvl9pPr>
          </a:lstStyle>
          <a:p xmlns:a="http://schemas.openxmlformats.org/drawingml/2006/main">
            <a:pPr algn="r">
              <a:defRPr sz="750" b="0" i="0">
                <a:solidFill>
                  <a:srgbClr val="7E9E98"/>
                </a:solidFill>
                <a:latin typeface="Segoe UI"/>
                <a:ea typeface="Segoe UI"/>
                <a:cs typeface="Segoe UI"/>
              </a:defRPr>
            </a:pPr>
            <a:r>
              <a:rPr sz="750" b="0" i="0">
                <a:solidFill>
                  <a:srgbClr val="7E9E98"/>
                </a:solidFill>
                <a:latin typeface="Segoe UI"/>
                <a:ea typeface="Segoe UI"/>
                <a:cs typeface="Segoe UI"/>
              </a:rPr>
              <a:t>04 / 08</a:t>
            </a:r>
          </a:p>
        </p:txBody>
      </p:sp>
      <p:sp>
        <p:nvSpPr>
          <p:cNvPr id="7" name="">
            <a:extLst xmlns:a="http://schemas.openxmlformats.org/drawingml/2006/main">
              <a:ext uri="{FF2B5EF4-FFF2-40B4-BE49-F238E27FC236}">
                <a16:creationId xmlns:a16="http://schemas.microsoft.com/office/drawing/2014/main" id="{636C0C80-F895-4636-A536-3D231CEFA74D}"/>
              </a:ext>
            </a:extLst>
          </p:cNvPr>
          <p:cNvSpPr>
            <a:spLocks xmlns:a="http://schemas.openxmlformats.org/drawingml/2006/main" noGrp="1"/>
          </p:cNvSpPr>
          <p:nvPr/>
        </p:nvSpPr>
        <p:spPr>
          <a:xfrm xmlns:a="http://schemas.openxmlformats.org/drawingml/2006/main">
            <a:off x="723900" y="259080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A9E8CB"/>
                </a:solidFill>
                <a:latin typeface="Segoe UI"/>
                <a:ea typeface="Segoe UI"/>
                <a:cs typeface="Segoe UI"/>
              </a:defRPr>
            </a:defPPr>
            <a:lvl1pPr algn="l">
              <a:defRPr sz="1050" b="1" i="0">
                <a:solidFill>
                  <a:srgbClr val="A9E8CB"/>
                </a:solidFill>
                <a:latin typeface="Segoe UI"/>
                <a:ea typeface="Segoe UI"/>
                <a:cs typeface="Segoe UI"/>
              </a:defRPr>
            </a:lvl1pPr>
            <a:lvl2pPr algn="l">
              <a:defRPr sz="1050" b="1" i="0">
                <a:solidFill>
                  <a:srgbClr val="A9E8CB"/>
                </a:solidFill>
                <a:latin typeface="Segoe UI"/>
                <a:ea typeface="Segoe UI"/>
                <a:cs typeface="Segoe UI"/>
              </a:defRPr>
            </a:lvl2pPr>
            <a:lvl3pPr algn="l">
              <a:defRPr sz="1050" b="1" i="0">
                <a:solidFill>
                  <a:srgbClr val="A9E8CB"/>
                </a:solidFill>
                <a:latin typeface="Segoe UI"/>
                <a:ea typeface="Segoe UI"/>
                <a:cs typeface="Segoe UI"/>
              </a:defRPr>
            </a:lvl3pPr>
            <a:lvl4pPr algn="l">
              <a:defRPr sz="1050" b="1" i="0">
                <a:solidFill>
                  <a:srgbClr val="A9E8CB"/>
                </a:solidFill>
                <a:latin typeface="Segoe UI"/>
                <a:ea typeface="Segoe UI"/>
                <a:cs typeface="Segoe UI"/>
              </a:defRPr>
            </a:lvl4pPr>
            <a:lvl5pPr algn="l">
              <a:defRPr sz="1050" b="1" i="0">
                <a:solidFill>
                  <a:srgbClr val="A9E8CB"/>
                </a:solidFill>
                <a:latin typeface="Segoe UI"/>
                <a:ea typeface="Segoe UI"/>
                <a:cs typeface="Segoe UI"/>
              </a:defRPr>
            </a:lvl5pPr>
            <a:lvl6pPr algn="l">
              <a:defRPr sz="1050" b="1" i="0">
                <a:solidFill>
                  <a:srgbClr val="A9E8CB"/>
                </a:solidFill>
                <a:latin typeface="Segoe UI"/>
                <a:ea typeface="Segoe UI"/>
                <a:cs typeface="Segoe UI"/>
              </a:defRPr>
            </a:lvl6pPr>
            <a:lvl7pPr algn="l">
              <a:defRPr sz="1050" b="1" i="0">
                <a:solidFill>
                  <a:srgbClr val="A9E8CB"/>
                </a:solidFill>
                <a:latin typeface="Segoe UI"/>
                <a:ea typeface="Segoe UI"/>
                <a:cs typeface="Segoe UI"/>
              </a:defRPr>
            </a:lvl7pPr>
            <a:lvl8pPr algn="l">
              <a:defRPr sz="1050" b="1" i="0">
                <a:solidFill>
                  <a:srgbClr val="A9E8CB"/>
                </a:solidFill>
                <a:latin typeface="Segoe UI"/>
                <a:ea typeface="Segoe UI"/>
                <a:cs typeface="Segoe UI"/>
              </a:defRPr>
            </a:lvl8pPr>
            <a:lvl9pPr algn="l">
              <a:defRPr sz="1050" b="1" i="0">
                <a:solidFill>
                  <a:srgbClr val="A9E8CB"/>
                </a:solidFill>
                <a:latin typeface="Segoe UI"/>
                <a:ea typeface="Segoe UI"/>
                <a:cs typeface="Segoe UI"/>
              </a:defRPr>
            </a:lvl9pPr>
          </a:lstStyle>
          <a:p xmlns:a="http://schemas.openxmlformats.org/drawingml/2006/main">
            <a:pPr algn="l">
              <a:defRPr sz="1050" b="1" i="0">
                <a:solidFill>
                  <a:srgbClr val="A9E8CB"/>
                </a:solidFill>
                <a:latin typeface="Segoe UI"/>
                <a:ea typeface="Segoe UI"/>
                <a:cs typeface="Segoe UI"/>
              </a:defRPr>
            </a:pPr>
            <a:r>
              <a:rPr sz="1050" b="1" i="0">
                <a:solidFill>
                  <a:srgbClr val="A9E8CB"/>
                </a:solidFill>
                <a:latin typeface="Segoe UI"/>
                <a:ea typeface="Segoe UI"/>
                <a:cs typeface="Segoe UI"/>
              </a:rPr>
              <a:t>A</a:t>
            </a:r>
          </a:p>
        </p:txBody>
      </p:sp>
      <p:sp>
        <p:nvSpPr>
          <p:cNvPr id="8" name="">
            <a:extLst xmlns:a="http://schemas.openxmlformats.org/drawingml/2006/main">
              <a:ext uri="{FF2B5EF4-FFF2-40B4-BE49-F238E27FC236}">
                <a16:creationId xmlns:a16="http://schemas.microsoft.com/office/drawing/2014/main" id="{0B0FEC03-B29E-48F8-9A71-F3B2B8D58347}"/>
              </a:ext>
            </a:extLst>
          </p:cNvPr>
          <p:cNvSpPr>
            <a:spLocks xmlns:a="http://schemas.openxmlformats.org/drawingml/2006/main" noGrp="1"/>
          </p:cNvSpPr>
          <p:nvPr/>
        </p:nvSpPr>
        <p:spPr>
          <a:xfrm xmlns:a="http://schemas.openxmlformats.org/drawingml/2006/main">
            <a:off x="723900" y="2981325"/>
            <a:ext cx="2324100"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DCF802B-94C3-423E-A2C9-C4D71EF6D16C}"/>
              </a:ext>
            </a:extLst>
          </p:cNvPr>
          <p:cNvSpPr>
            <a:spLocks xmlns:a="http://schemas.openxmlformats.org/drawingml/2006/main" noGrp="1"/>
          </p:cNvSpPr>
          <p:nvPr/>
        </p:nvSpPr>
        <p:spPr>
          <a:xfrm xmlns:a="http://schemas.openxmlformats.org/drawingml/2006/main">
            <a:off x="723900" y="320040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F1F7F3"/>
                </a:solidFill>
                <a:latin typeface="Segoe UI"/>
                <a:ea typeface="Segoe UI"/>
                <a:cs typeface="Segoe UI"/>
              </a:defRPr>
            </a:defPPr>
            <a:lvl1pPr algn="l">
              <a:defRPr sz="1950" b="1" i="0">
                <a:solidFill>
                  <a:srgbClr val="F1F7F3"/>
                </a:solidFill>
                <a:latin typeface="Segoe UI"/>
                <a:ea typeface="Segoe UI"/>
                <a:cs typeface="Segoe UI"/>
              </a:defRPr>
            </a:lvl1pPr>
            <a:lvl2pPr algn="l">
              <a:defRPr sz="1950" b="1" i="0">
                <a:solidFill>
                  <a:srgbClr val="F1F7F3"/>
                </a:solidFill>
                <a:latin typeface="Segoe UI"/>
                <a:ea typeface="Segoe UI"/>
                <a:cs typeface="Segoe UI"/>
              </a:defRPr>
            </a:lvl2pPr>
            <a:lvl3pPr algn="l">
              <a:defRPr sz="1950" b="1" i="0">
                <a:solidFill>
                  <a:srgbClr val="F1F7F3"/>
                </a:solidFill>
                <a:latin typeface="Segoe UI"/>
                <a:ea typeface="Segoe UI"/>
                <a:cs typeface="Segoe UI"/>
              </a:defRPr>
            </a:lvl3pPr>
            <a:lvl4pPr algn="l">
              <a:defRPr sz="1950" b="1" i="0">
                <a:solidFill>
                  <a:srgbClr val="F1F7F3"/>
                </a:solidFill>
                <a:latin typeface="Segoe UI"/>
                <a:ea typeface="Segoe UI"/>
                <a:cs typeface="Segoe UI"/>
              </a:defRPr>
            </a:lvl4pPr>
            <a:lvl5pPr algn="l">
              <a:defRPr sz="1950" b="1" i="0">
                <a:solidFill>
                  <a:srgbClr val="F1F7F3"/>
                </a:solidFill>
                <a:latin typeface="Segoe UI"/>
                <a:ea typeface="Segoe UI"/>
                <a:cs typeface="Segoe UI"/>
              </a:defRPr>
            </a:lvl5pPr>
            <a:lvl6pPr algn="l">
              <a:defRPr sz="1950" b="1" i="0">
                <a:solidFill>
                  <a:srgbClr val="F1F7F3"/>
                </a:solidFill>
                <a:latin typeface="Segoe UI"/>
                <a:ea typeface="Segoe UI"/>
                <a:cs typeface="Segoe UI"/>
              </a:defRPr>
            </a:lvl6pPr>
            <a:lvl7pPr algn="l">
              <a:defRPr sz="1950" b="1" i="0">
                <a:solidFill>
                  <a:srgbClr val="F1F7F3"/>
                </a:solidFill>
                <a:latin typeface="Segoe UI"/>
                <a:ea typeface="Segoe UI"/>
                <a:cs typeface="Segoe UI"/>
              </a:defRPr>
            </a:lvl7pPr>
            <a:lvl8pPr algn="l">
              <a:defRPr sz="1950" b="1" i="0">
                <a:solidFill>
                  <a:srgbClr val="F1F7F3"/>
                </a:solidFill>
                <a:latin typeface="Segoe UI"/>
                <a:ea typeface="Segoe UI"/>
                <a:cs typeface="Segoe UI"/>
              </a:defRPr>
            </a:lvl8pPr>
            <a:lvl9pPr algn="l">
              <a:defRPr sz="1950" b="1" i="0">
                <a:solidFill>
                  <a:srgbClr val="F1F7F3"/>
                </a:solidFill>
                <a:latin typeface="Segoe UI"/>
                <a:ea typeface="Segoe UI"/>
                <a:cs typeface="Segoe UI"/>
              </a:defRPr>
            </a:lvl9pPr>
          </a:lstStyle>
          <a:p xmlns:a="http://schemas.openxmlformats.org/drawingml/2006/main">
            <a:pPr algn="l">
              <a:defRPr sz="1950" b="1" i="0">
                <a:solidFill>
                  <a:srgbClr val="F1F7F3"/>
                </a:solidFill>
                <a:latin typeface="Segoe UI"/>
                <a:ea typeface="Segoe UI"/>
                <a:cs typeface="Segoe UI"/>
              </a:defRPr>
            </a:pPr>
            <a:r>
              <a:rPr sz="1950" b="1" i="0">
                <a:solidFill>
                  <a:srgbClr val="F1F7F3"/>
                </a:solidFill>
                <a:latin typeface="Segoe UI"/>
                <a:ea typeface="Segoe UI"/>
                <a:cs typeface="Segoe UI"/>
              </a:rPr>
              <a:t>Entradas</a:t>
            </a:r>
          </a:p>
        </p:txBody>
      </p:sp>
      <p:sp>
        <p:nvSpPr>
          <p:cNvPr id="10" name="">
            <a:extLst xmlns:a="http://schemas.openxmlformats.org/drawingml/2006/main">
              <a:ext uri="{FF2B5EF4-FFF2-40B4-BE49-F238E27FC236}">
                <a16:creationId xmlns:a16="http://schemas.microsoft.com/office/drawing/2014/main" id="{6F35FDF0-3B53-477A-BCA2-60E5CFF6672C}"/>
              </a:ext>
            </a:extLst>
          </p:cNvPr>
          <p:cNvSpPr>
            <a:spLocks xmlns:a="http://schemas.openxmlformats.org/drawingml/2006/main" noGrp="1"/>
          </p:cNvSpPr>
          <p:nvPr/>
        </p:nvSpPr>
        <p:spPr>
          <a:xfrm xmlns:a="http://schemas.openxmlformats.org/drawingml/2006/main">
            <a:off x="723900" y="3733800"/>
            <a:ext cx="2305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A8C0BA"/>
                </a:solidFill>
                <a:latin typeface="Segoe UI"/>
                <a:ea typeface="Segoe UI"/>
                <a:cs typeface="Segoe UI"/>
              </a:defRPr>
            </a:defPPr>
            <a:lvl1pPr algn="l">
              <a:defRPr sz="1275" b="0" i="0">
                <a:solidFill>
                  <a:srgbClr val="A8C0BA"/>
                </a:solidFill>
                <a:latin typeface="Segoe UI"/>
                <a:ea typeface="Segoe UI"/>
                <a:cs typeface="Segoe UI"/>
              </a:defRPr>
            </a:lvl1pPr>
            <a:lvl2pPr algn="l">
              <a:defRPr sz="1275" b="0" i="0">
                <a:solidFill>
                  <a:srgbClr val="A8C0BA"/>
                </a:solidFill>
                <a:latin typeface="Segoe UI"/>
                <a:ea typeface="Segoe UI"/>
                <a:cs typeface="Segoe UI"/>
              </a:defRPr>
            </a:lvl2pPr>
            <a:lvl3pPr algn="l">
              <a:defRPr sz="1275" b="0" i="0">
                <a:solidFill>
                  <a:srgbClr val="A8C0BA"/>
                </a:solidFill>
                <a:latin typeface="Segoe UI"/>
                <a:ea typeface="Segoe UI"/>
                <a:cs typeface="Segoe UI"/>
              </a:defRPr>
            </a:lvl3pPr>
            <a:lvl4pPr algn="l">
              <a:defRPr sz="1275" b="0" i="0">
                <a:solidFill>
                  <a:srgbClr val="A8C0BA"/>
                </a:solidFill>
                <a:latin typeface="Segoe UI"/>
                <a:ea typeface="Segoe UI"/>
                <a:cs typeface="Segoe UI"/>
              </a:defRPr>
            </a:lvl4pPr>
            <a:lvl5pPr algn="l">
              <a:defRPr sz="1275" b="0" i="0">
                <a:solidFill>
                  <a:srgbClr val="A8C0BA"/>
                </a:solidFill>
                <a:latin typeface="Segoe UI"/>
                <a:ea typeface="Segoe UI"/>
                <a:cs typeface="Segoe UI"/>
              </a:defRPr>
            </a:lvl5pPr>
            <a:lvl6pPr algn="l">
              <a:defRPr sz="1275" b="0" i="0">
                <a:solidFill>
                  <a:srgbClr val="A8C0BA"/>
                </a:solidFill>
                <a:latin typeface="Segoe UI"/>
                <a:ea typeface="Segoe UI"/>
                <a:cs typeface="Segoe UI"/>
              </a:defRPr>
            </a:lvl6pPr>
            <a:lvl7pPr algn="l">
              <a:defRPr sz="1275" b="0" i="0">
                <a:solidFill>
                  <a:srgbClr val="A8C0BA"/>
                </a:solidFill>
                <a:latin typeface="Segoe UI"/>
                <a:ea typeface="Segoe UI"/>
                <a:cs typeface="Segoe UI"/>
              </a:defRPr>
            </a:lvl7pPr>
            <a:lvl8pPr algn="l">
              <a:defRPr sz="1275" b="0" i="0">
                <a:solidFill>
                  <a:srgbClr val="A8C0BA"/>
                </a:solidFill>
                <a:latin typeface="Segoe UI"/>
                <a:ea typeface="Segoe UI"/>
                <a:cs typeface="Segoe UI"/>
              </a:defRPr>
            </a:lvl8pPr>
            <a:lvl9pPr algn="l">
              <a:defRPr sz="1275" b="0" i="0">
                <a:solidFill>
                  <a:srgbClr val="A8C0BA"/>
                </a:solidFill>
                <a:latin typeface="Segoe UI"/>
                <a:ea typeface="Segoe UI"/>
                <a:cs typeface="Segoe UI"/>
              </a:defRPr>
            </a:lvl9pPr>
          </a:lstStyle>
          <a:p xmlns:a="http://schemas.openxmlformats.org/drawingml/2006/main">
            <a:pPr algn="l">
              <a:defRPr sz="1275" b="0" i="0">
                <a:solidFill>
                  <a:srgbClr val="A8C0BA"/>
                </a:solidFill>
                <a:latin typeface="Segoe UI"/>
                <a:ea typeface="Segoe UI"/>
                <a:cs typeface="Segoe UI"/>
              </a:defRPr>
            </a:pPr>
            <a:r>
              <a:rPr sz="1275" b="0" i="0">
                <a:solidFill>
                  <a:srgbClr val="A8C0BA"/>
                </a:solidFill>
                <a:latin typeface="Segoe UI"/>
                <a:ea typeface="Segoe UI"/>
                <a:cs typeface="Segoe UI"/>
              </a:rPr>
              <a:t>HRV SDNN</a:t>
            </a:r>
          </a:p>
          <a:p xmlns:a="http://schemas.openxmlformats.org/drawingml/2006/main">
            <a:pPr algn="l">
              <a:defRPr sz="1275" b="0" i="0">
                <a:solidFill>
                  <a:srgbClr val="A8C0BA"/>
                </a:solidFill>
                <a:latin typeface="Segoe UI"/>
                <a:ea typeface="Segoe UI"/>
                <a:cs typeface="Segoe UI"/>
              </a:defRPr>
            </a:pPr>
            <a:r>
              <a:rPr sz="1275" b="0" i="0">
                <a:solidFill>
                  <a:srgbClr val="A8C0BA"/>
                </a:solidFill>
                <a:latin typeface="Segoe UI"/>
                <a:ea typeface="Segoe UI"/>
                <a:cs typeface="Segoe UI"/>
              </a:rPr>
              <a:t>Pulso en reposo</a:t>
            </a:r>
          </a:p>
          <a:p xmlns:a="http://schemas.openxmlformats.org/drawingml/2006/main">
            <a:pPr algn="l">
              <a:defRPr sz="1275" b="0" i="0">
                <a:solidFill>
                  <a:srgbClr val="A8C0BA"/>
                </a:solidFill>
                <a:latin typeface="Segoe UI"/>
                <a:ea typeface="Segoe UI"/>
                <a:cs typeface="Segoe UI"/>
              </a:defRPr>
            </a:pPr>
            <a:r>
              <a:rPr sz="1275" b="0" i="0">
                <a:solidFill>
                  <a:srgbClr val="A8C0BA"/>
                </a:solidFill>
                <a:latin typeface="Segoe UI"/>
                <a:ea typeface="Segoe UI"/>
                <a:cs typeface="Segoe UI"/>
              </a:rPr>
              <a:t>Energía activa</a:t>
            </a:r>
          </a:p>
        </p:txBody>
      </p:sp>
      <p:sp>
        <p:nvSpPr>
          <p:cNvPr id="11" name="">
            <a:extLst xmlns:a="http://schemas.openxmlformats.org/drawingml/2006/main">
              <a:ext uri="{FF2B5EF4-FFF2-40B4-BE49-F238E27FC236}">
                <a16:creationId xmlns:a16="http://schemas.microsoft.com/office/drawing/2014/main" id="{B2D3CF9F-3AE8-4FEB-A605-D9E64F0CDDDC}"/>
              </a:ext>
            </a:extLst>
          </p:cNvPr>
          <p:cNvSpPr>
            <a:spLocks xmlns:a="http://schemas.openxmlformats.org/drawingml/2006/main" noGrp="1"/>
          </p:cNvSpPr>
          <p:nvPr/>
        </p:nvSpPr>
        <p:spPr>
          <a:xfrm xmlns:a="http://schemas.openxmlformats.org/drawingml/2006/main">
            <a:off x="723900" y="5105400"/>
            <a:ext cx="23050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5F4D7"/>
                </a:solidFill>
                <a:latin typeface="Segoe UI"/>
                <a:ea typeface="Segoe UI"/>
                <a:cs typeface="Segoe UI"/>
              </a:defRPr>
            </a:defPPr>
            <a:lvl1pPr algn="l">
              <a:defRPr sz="900" b="1" i="0">
                <a:solidFill>
                  <a:srgbClr val="C5F4D7"/>
                </a:solidFill>
                <a:latin typeface="Segoe UI"/>
                <a:ea typeface="Segoe UI"/>
                <a:cs typeface="Segoe UI"/>
              </a:defRPr>
            </a:lvl1pPr>
            <a:lvl2pPr algn="l">
              <a:defRPr sz="900" b="1" i="0">
                <a:solidFill>
                  <a:srgbClr val="C5F4D7"/>
                </a:solidFill>
                <a:latin typeface="Segoe UI"/>
                <a:ea typeface="Segoe UI"/>
                <a:cs typeface="Segoe UI"/>
              </a:defRPr>
            </a:lvl2pPr>
            <a:lvl3pPr algn="l">
              <a:defRPr sz="900" b="1" i="0">
                <a:solidFill>
                  <a:srgbClr val="C5F4D7"/>
                </a:solidFill>
                <a:latin typeface="Segoe UI"/>
                <a:ea typeface="Segoe UI"/>
                <a:cs typeface="Segoe UI"/>
              </a:defRPr>
            </a:lvl3pPr>
            <a:lvl4pPr algn="l">
              <a:defRPr sz="900" b="1" i="0">
                <a:solidFill>
                  <a:srgbClr val="C5F4D7"/>
                </a:solidFill>
                <a:latin typeface="Segoe UI"/>
                <a:ea typeface="Segoe UI"/>
                <a:cs typeface="Segoe UI"/>
              </a:defRPr>
            </a:lvl4pPr>
            <a:lvl5pPr algn="l">
              <a:defRPr sz="900" b="1" i="0">
                <a:solidFill>
                  <a:srgbClr val="C5F4D7"/>
                </a:solidFill>
                <a:latin typeface="Segoe UI"/>
                <a:ea typeface="Segoe UI"/>
                <a:cs typeface="Segoe UI"/>
              </a:defRPr>
            </a:lvl5pPr>
            <a:lvl6pPr algn="l">
              <a:defRPr sz="900" b="1" i="0">
                <a:solidFill>
                  <a:srgbClr val="C5F4D7"/>
                </a:solidFill>
                <a:latin typeface="Segoe UI"/>
                <a:ea typeface="Segoe UI"/>
                <a:cs typeface="Segoe UI"/>
              </a:defRPr>
            </a:lvl6pPr>
            <a:lvl7pPr algn="l">
              <a:defRPr sz="900" b="1" i="0">
                <a:solidFill>
                  <a:srgbClr val="C5F4D7"/>
                </a:solidFill>
                <a:latin typeface="Segoe UI"/>
                <a:ea typeface="Segoe UI"/>
                <a:cs typeface="Segoe UI"/>
              </a:defRPr>
            </a:lvl7pPr>
            <a:lvl8pPr algn="l">
              <a:defRPr sz="900" b="1" i="0">
                <a:solidFill>
                  <a:srgbClr val="C5F4D7"/>
                </a:solidFill>
                <a:latin typeface="Segoe UI"/>
                <a:ea typeface="Segoe UI"/>
                <a:cs typeface="Segoe UI"/>
              </a:defRPr>
            </a:lvl8pPr>
            <a:lvl9pPr algn="l">
              <a:defRPr sz="900" b="1" i="0">
                <a:solidFill>
                  <a:srgbClr val="C5F4D7"/>
                </a:solidFill>
                <a:latin typeface="Segoe UI"/>
                <a:ea typeface="Segoe UI"/>
                <a:cs typeface="Segoe UI"/>
              </a:defRPr>
            </a:lvl9pPr>
          </a:lstStyle>
          <a:p xmlns:a="http://schemas.openxmlformats.org/drawingml/2006/main">
            <a:pPr algn="l">
              <a:defRPr sz="900" b="1" i="0">
                <a:solidFill>
                  <a:srgbClr val="C5F4D7"/>
                </a:solidFill>
                <a:latin typeface="Segoe UI"/>
                <a:ea typeface="Segoe UI"/>
                <a:cs typeface="Segoe UI"/>
              </a:defRPr>
            </a:pPr>
            <a:r>
              <a:rPr sz="900" b="1" i="0">
                <a:solidFill>
                  <a:srgbClr val="C5F4D7"/>
                </a:solidFill>
                <a:latin typeface="Segoe UI"/>
                <a:ea typeface="Segoe UI"/>
                <a:cs typeface="Segoe UI"/>
              </a:rPr>
              <a:t>Apple Health o CSV</a:t>
            </a:r>
          </a:p>
        </p:txBody>
      </p:sp>
      <p:sp>
        <p:nvSpPr>
          <p:cNvPr id="12" name="">
            <a:extLst xmlns:a="http://schemas.openxmlformats.org/drawingml/2006/main">
              <a:ext uri="{FF2B5EF4-FFF2-40B4-BE49-F238E27FC236}">
                <a16:creationId xmlns:a16="http://schemas.microsoft.com/office/drawing/2014/main" id="{CA23CA5C-09BD-412E-95D8-AC25A4F32A4B}"/>
              </a:ext>
            </a:extLst>
          </p:cNvPr>
          <p:cNvSpPr>
            <a:spLocks xmlns:a="http://schemas.openxmlformats.org/drawingml/2006/main" noGrp="1"/>
          </p:cNvSpPr>
          <p:nvPr/>
        </p:nvSpPr>
        <p:spPr>
          <a:xfrm xmlns:a="http://schemas.openxmlformats.org/drawingml/2006/main" flipH="0">
            <a:off x="3152775" y="3086100"/>
            <a:ext cx="200025" cy="0"/>
          </a:xfrm>
          <a:prstGeom xmlns:a="http://schemas.openxmlformats.org/drawingml/2006/main" prst="line">
            <a:avLst/>
          </a:prstGeom>
          <a:noFill xmlns:a="http://schemas.openxmlformats.org/drawingml/2006/main"/>
          <a:ln xmlns:a="http://schemas.openxmlformats.org/drawingml/2006/main" w="19050">
            <a:solidFill>
              <a:srgbClr val="A9E8CB"/>
            </a:solidFill>
            <a:prstDash val="solid"/>
          </a:ln>
        </p:spPr>
      </p:sp>
      <p:sp>
        <p:nvSpPr>
          <p:cNvPr id="13" name="">
            <a:extLst xmlns:a="http://schemas.openxmlformats.org/drawingml/2006/main">
              <a:ext uri="{FF2B5EF4-FFF2-40B4-BE49-F238E27FC236}">
                <a16:creationId xmlns:a16="http://schemas.microsoft.com/office/drawing/2014/main" id="{721E71BD-095C-4507-82BF-81B5E8C93077}"/>
              </a:ext>
            </a:extLst>
          </p:cNvPr>
          <p:cNvSpPr>
            <a:spLocks xmlns:a="http://schemas.openxmlformats.org/drawingml/2006/main" noGrp="1"/>
          </p:cNvSpPr>
          <p:nvPr/>
        </p:nvSpPr>
        <p:spPr>
          <a:xfrm xmlns:a="http://schemas.openxmlformats.org/drawingml/2006/main">
            <a:off x="3295650" y="3048000"/>
            <a:ext cx="76200" cy="76200"/>
          </a:xfrm>
          <a:prstGeom xmlns:a="http://schemas.openxmlformats.org/drawingml/2006/main" prst="ellipse">
            <a:avLst/>
          </a:prstGeom>
          <a:solidFill xmlns:a="http://schemas.openxmlformats.org/drawingml/2006/main">
            <a:srgbClr val="A9E8C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D8DA58C-0623-4EBC-8FA2-73CADD9651B2}"/>
              </a:ext>
            </a:extLst>
          </p:cNvPr>
          <p:cNvSpPr>
            <a:spLocks xmlns:a="http://schemas.openxmlformats.org/drawingml/2006/main" noGrp="1"/>
          </p:cNvSpPr>
          <p:nvPr/>
        </p:nvSpPr>
        <p:spPr>
          <a:xfrm xmlns:a="http://schemas.openxmlformats.org/drawingml/2006/main">
            <a:off x="3495675" y="259080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A9E8CB"/>
                </a:solidFill>
                <a:latin typeface="Segoe UI"/>
                <a:ea typeface="Segoe UI"/>
                <a:cs typeface="Segoe UI"/>
              </a:defRPr>
            </a:defPPr>
            <a:lvl1pPr algn="l">
              <a:defRPr sz="1050" b="1" i="0">
                <a:solidFill>
                  <a:srgbClr val="A9E8CB"/>
                </a:solidFill>
                <a:latin typeface="Segoe UI"/>
                <a:ea typeface="Segoe UI"/>
                <a:cs typeface="Segoe UI"/>
              </a:defRPr>
            </a:lvl1pPr>
            <a:lvl2pPr algn="l">
              <a:defRPr sz="1050" b="1" i="0">
                <a:solidFill>
                  <a:srgbClr val="A9E8CB"/>
                </a:solidFill>
                <a:latin typeface="Segoe UI"/>
                <a:ea typeface="Segoe UI"/>
                <a:cs typeface="Segoe UI"/>
              </a:defRPr>
            </a:lvl2pPr>
            <a:lvl3pPr algn="l">
              <a:defRPr sz="1050" b="1" i="0">
                <a:solidFill>
                  <a:srgbClr val="A9E8CB"/>
                </a:solidFill>
                <a:latin typeface="Segoe UI"/>
                <a:ea typeface="Segoe UI"/>
                <a:cs typeface="Segoe UI"/>
              </a:defRPr>
            </a:lvl3pPr>
            <a:lvl4pPr algn="l">
              <a:defRPr sz="1050" b="1" i="0">
                <a:solidFill>
                  <a:srgbClr val="A9E8CB"/>
                </a:solidFill>
                <a:latin typeface="Segoe UI"/>
                <a:ea typeface="Segoe UI"/>
                <a:cs typeface="Segoe UI"/>
              </a:defRPr>
            </a:lvl4pPr>
            <a:lvl5pPr algn="l">
              <a:defRPr sz="1050" b="1" i="0">
                <a:solidFill>
                  <a:srgbClr val="A9E8CB"/>
                </a:solidFill>
                <a:latin typeface="Segoe UI"/>
                <a:ea typeface="Segoe UI"/>
                <a:cs typeface="Segoe UI"/>
              </a:defRPr>
            </a:lvl5pPr>
            <a:lvl6pPr algn="l">
              <a:defRPr sz="1050" b="1" i="0">
                <a:solidFill>
                  <a:srgbClr val="A9E8CB"/>
                </a:solidFill>
                <a:latin typeface="Segoe UI"/>
                <a:ea typeface="Segoe UI"/>
                <a:cs typeface="Segoe UI"/>
              </a:defRPr>
            </a:lvl6pPr>
            <a:lvl7pPr algn="l">
              <a:defRPr sz="1050" b="1" i="0">
                <a:solidFill>
                  <a:srgbClr val="A9E8CB"/>
                </a:solidFill>
                <a:latin typeface="Segoe UI"/>
                <a:ea typeface="Segoe UI"/>
                <a:cs typeface="Segoe UI"/>
              </a:defRPr>
            </a:lvl7pPr>
            <a:lvl8pPr algn="l">
              <a:defRPr sz="1050" b="1" i="0">
                <a:solidFill>
                  <a:srgbClr val="A9E8CB"/>
                </a:solidFill>
                <a:latin typeface="Segoe UI"/>
                <a:ea typeface="Segoe UI"/>
                <a:cs typeface="Segoe UI"/>
              </a:defRPr>
            </a:lvl8pPr>
            <a:lvl9pPr algn="l">
              <a:defRPr sz="1050" b="1" i="0">
                <a:solidFill>
                  <a:srgbClr val="A9E8CB"/>
                </a:solidFill>
                <a:latin typeface="Segoe UI"/>
                <a:ea typeface="Segoe UI"/>
                <a:cs typeface="Segoe UI"/>
              </a:defRPr>
            </a:lvl9pPr>
          </a:lstStyle>
          <a:p xmlns:a="http://schemas.openxmlformats.org/drawingml/2006/main">
            <a:pPr algn="l">
              <a:defRPr sz="1050" b="1" i="0">
                <a:solidFill>
                  <a:srgbClr val="A9E8CB"/>
                </a:solidFill>
                <a:latin typeface="Segoe UI"/>
                <a:ea typeface="Segoe UI"/>
                <a:cs typeface="Segoe UI"/>
              </a:defRPr>
            </a:pPr>
            <a:r>
              <a:rPr sz="1050" b="1" i="0">
                <a:solidFill>
                  <a:srgbClr val="A9E8CB"/>
                </a:solidFill>
                <a:latin typeface="Segoe UI"/>
                <a:ea typeface="Segoe UI"/>
                <a:cs typeface="Segoe UI"/>
              </a:rPr>
              <a:t>B</a:t>
            </a:r>
          </a:p>
        </p:txBody>
      </p:sp>
      <p:sp>
        <p:nvSpPr>
          <p:cNvPr id="15" name="">
            <a:extLst xmlns:a="http://schemas.openxmlformats.org/drawingml/2006/main">
              <a:ext uri="{FF2B5EF4-FFF2-40B4-BE49-F238E27FC236}">
                <a16:creationId xmlns:a16="http://schemas.microsoft.com/office/drawing/2014/main" id="{75A7BB34-D656-4066-9FB6-B51614EB4FC4}"/>
              </a:ext>
            </a:extLst>
          </p:cNvPr>
          <p:cNvSpPr>
            <a:spLocks xmlns:a="http://schemas.openxmlformats.org/drawingml/2006/main" noGrp="1"/>
          </p:cNvSpPr>
          <p:nvPr/>
        </p:nvSpPr>
        <p:spPr>
          <a:xfrm xmlns:a="http://schemas.openxmlformats.org/drawingml/2006/main">
            <a:off x="3495675" y="2981325"/>
            <a:ext cx="2324100"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EAC36FA-02A5-4439-A8C3-C78572CEF701}"/>
              </a:ext>
            </a:extLst>
          </p:cNvPr>
          <p:cNvSpPr>
            <a:spLocks xmlns:a="http://schemas.openxmlformats.org/drawingml/2006/main" noGrp="1"/>
          </p:cNvSpPr>
          <p:nvPr/>
        </p:nvSpPr>
        <p:spPr>
          <a:xfrm xmlns:a="http://schemas.openxmlformats.org/drawingml/2006/main">
            <a:off x="3495675" y="320040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F1F7F3"/>
                </a:solidFill>
                <a:latin typeface="Segoe UI"/>
                <a:ea typeface="Segoe UI"/>
                <a:cs typeface="Segoe UI"/>
              </a:defRPr>
            </a:defPPr>
            <a:lvl1pPr algn="l">
              <a:defRPr sz="1950" b="1" i="0">
                <a:solidFill>
                  <a:srgbClr val="F1F7F3"/>
                </a:solidFill>
                <a:latin typeface="Segoe UI"/>
                <a:ea typeface="Segoe UI"/>
                <a:cs typeface="Segoe UI"/>
              </a:defRPr>
            </a:lvl1pPr>
            <a:lvl2pPr algn="l">
              <a:defRPr sz="1950" b="1" i="0">
                <a:solidFill>
                  <a:srgbClr val="F1F7F3"/>
                </a:solidFill>
                <a:latin typeface="Segoe UI"/>
                <a:ea typeface="Segoe UI"/>
                <a:cs typeface="Segoe UI"/>
              </a:defRPr>
            </a:lvl2pPr>
            <a:lvl3pPr algn="l">
              <a:defRPr sz="1950" b="1" i="0">
                <a:solidFill>
                  <a:srgbClr val="F1F7F3"/>
                </a:solidFill>
                <a:latin typeface="Segoe UI"/>
                <a:ea typeface="Segoe UI"/>
                <a:cs typeface="Segoe UI"/>
              </a:defRPr>
            </a:lvl3pPr>
            <a:lvl4pPr algn="l">
              <a:defRPr sz="1950" b="1" i="0">
                <a:solidFill>
                  <a:srgbClr val="F1F7F3"/>
                </a:solidFill>
                <a:latin typeface="Segoe UI"/>
                <a:ea typeface="Segoe UI"/>
                <a:cs typeface="Segoe UI"/>
              </a:defRPr>
            </a:lvl4pPr>
            <a:lvl5pPr algn="l">
              <a:defRPr sz="1950" b="1" i="0">
                <a:solidFill>
                  <a:srgbClr val="F1F7F3"/>
                </a:solidFill>
                <a:latin typeface="Segoe UI"/>
                <a:ea typeface="Segoe UI"/>
                <a:cs typeface="Segoe UI"/>
              </a:defRPr>
            </a:lvl5pPr>
            <a:lvl6pPr algn="l">
              <a:defRPr sz="1950" b="1" i="0">
                <a:solidFill>
                  <a:srgbClr val="F1F7F3"/>
                </a:solidFill>
                <a:latin typeface="Segoe UI"/>
                <a:ea typeface="Segoe UI"/>
                <a:cs typeface="Segoe UI"/>
              </a:defRPr>
            </a:lvl6pPr>
            <a:lvl7pPr algn="l">
              <a:defRPr sz="1950" b="1" i="0">
                <a:solidFill>
                  <a:srgbClr val="F1F7F3"/>
                </a:solidFill>
                <a:latin typeface="Segoe UI"/>
                <a:ea typeface="Segoe UI"/>
                <a:cs typeface="Segoe UI"/>
              </a:defRPr>
            </a:lvl7pPr>
            <a:lvl8pPr algn="l">
              <a:defRPr sz="1950" b="1" i="0">
                <a:solidFill>
                  <a:srgbClr val="F1F7F3"/>
                </a:solidFill>
                <a:latin typeface="Segoe UI"/>
                <a:ea typeface="Segoe UI"/>
                <a:cs typeface="Segoe UI"/>
              </a:defRPr>
            </a:lvl8pPr>
            <a:lvl9pPr algn="l">
              <a:defRPr sz="1950" b="1" i="0">
                <a:solidFill>
                  <a:srgbClr val="F1F7F3"/>
                </a:solidFill>
                <a:latin typeface="Segoe UI"/>
                <a:ea typeface="Segoe UI"/>
                <a:cs typeface="Segoe UI"/>
              </a:defRPr>
            </a:lvl9pPr>
          </a:lstStyle>
          <a:p xmlns:a="http://schemas.openxmlformats.org/drawingml/2006/main">
            <a:pPr algn="l">
              <a:defRPr sz="1950" b="1" i="0">
                <a:solidFill>
                  <a:srgbClr val="F1F7F3"/>
                </a:solidFill>
                <a:latin typeface="Segoe UI"/>
                <a:ea typeface="Segoe UI"/>
                <a:cs typeface="Segoe UI"/>
              </a:defRPr>
            </a:pPr>
            <a:r>
              <a:rPr sz="1950" b="1" i="0">
                <a:solidFill>
                  <a:srgbClr val="F1F7F3"/>
                </a:solidFill>
                <a:latin typeface="Segoe UI"/>
                <a:ea typeface="Segoe UI"/>
                <a:cs typeface="Segoe UI"/>
              </a:rPr>
              <a:t>Filtro</a:t>
            </a:r>
          </a:p>
        </p:txBody>
      </p:sp>
      <p:sp>
        <p:nvSpPr>
          <p:cNvPr id="17" name="">
            <a:extLst xmlns:a="http://schemas.openxmlformats.org/drawingml/2006/main">
              <a:ext uri="{FF2B5EF4-FFF2-40B4-BE49-F238E27FC236}">
                <a16:creationId xmlns:a16="http://schemas.microsoft.com/office/drawing/2014/main" id="{372B828E-7CF8-47C7-B6FD-4E01D3A08421}"/>
              </a:ext>
            </a:extLst>
          </p:cNvPr>
          <p:cNvSpPr>
            <a:spLocks xmlns:a="http://schemas.openxmlformats.org/drawingml/2006/main" noGrp="1"/>
          </p:cNvSpPr>
          <p:nvPr/>
        </p:nvSpPr>
        <p:spPr>
          <a:xfrm xmlns:a="http://schemas.openxmlformats.org/drawingml/2006/main">
            <a:off x="3495675" y="3733800"/>
            <a:ext cx="2305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A8C0BA"/>
                </a:solidFill>
                <a:latin typeface="Segoe UI"/>
                <a:ea typeface="Segoe UI"/>
                <a:cs typeface="Segoe UI"/>
              </a:defRPr>
            </a:defPPr>
            <a:lvl1pPr algn="l">
              <a:defRPr sz="1275" b="0" i="0">
                <a:solidFill>
                  <a:srgbClr val="A8C0BA"/>
                </a:solidFill>
                <a:latin typeface="Segoe UI"/>
                <a:ea typeface="Segoe UI"/>
                <a:cs typeface="Segoe UI"/>
              </a:defRPr>
            </a:lvl1pPr>
            <a:lvl2pPr algn="l">
              <a:defRPr sz="1275" b="0" i="0">
                <a:solidFill>
                  <a:srgbClr val="A8C0BA"/>
                </a:solidFill>
                <a:latin typeface="Segoe UI"/>
                <a:ea typeface="Segoe UI"/>
                <a:cs typeface="Segoe UI"/>
              </a:defRPr>
            </a:lvl2pPr>
            <a:lvl3pPr algn="l">
              <a:defRPr sz="1275" b="0" i="0">
                <a:solidFill>
                  <a:srgbClr val="A8C0BA"/>
                </a:solidFill>
                <a:latin typeface="Segoe UI"/>
                <a:ea typeface="Segoe UI"/>
                <a:cs typeface="Segoe UI"/>
              </a:defRPr>
            </a:lvl3pPr>
            <a:lvl4pPr algn="l">
              <a:defRPr sz="1275" b="0" i="0">
                <a:solidFill>
                  <a:srgbClr val="A8C0BA"/>
                </a:solidFill>
                <a:latin typeface="Segoe UI"/>
                <a:ea typeface="Segoe UI"/>
                <a:cs typeface="Segoe UI"/>
              </a:defRPr>
            </a:lvl4pPr>
            <a:lvl5pPr algn="l">
              <a:defRPr sz="1275" b="0" i="0">
                <a:solidFill>
                  <a:srgbClr val="A8C0BA"/>
                </a:solidFill>
                <a:latin typeface="Segoe UI"/>
                <a:ea typeface="Segoe UI"/>
                <a:cs typeface="Segoe UI"/>
              </a:defRPr>
            </a:lvl5pPr>
            <a:lvl6pPr algn="l">
              <a:defRPr sz="1275" b="0" i="0">
                <a:solidFill>
                  <a:srgbClr val="A8C0BA"/>
                </a:solidFill>
                <a:latin typeface="Segoe UI"/>
                <a:ea typeface="Segoe UI"/>
                <a:cs typeface="Segoe UI"/>
              </a:defRPr>
            </a:lvl6pPr>
            <a:lvl7pPr algn="l">
              <a:defRPr sz="1275" b="0" i="0">
                <a:solidFill>
                  <a:srgbClr val="A8C0BA"/>
                </a:solidFill>
                <a:latin typeface="Segoe UI"/>
                <a:ea typeface="Segoe UI"/>
                <a:cs typeface="Segoe UI"/>
              </a:defRPr>
            </a:lvl7pPr>
            <a:lvl8pPr algn="l">
              <a:defRPr sz="1275" b="0" i="0">
                <a:solidFill>
                  <a:srgbClr val="A8C0BA"/>
                </a:solidFill>
                <a:latin typeface="Segoe UI"/>
                <a:ea typeface="Segoe UI"/>
                <a:cs typeface="Segoe UI"/>
              </a:defRPr>
            </a:lvl8pPr>
            <a:lvl9pPr algn="l">
              <a:defRPr sz="1275" b="0" i="0">
                <a:solidFill>
                  <a:srgbClr val="A8C0BA"/>
                </a:solidFill>
                <a:latin typeface="Segoe UI"/>
                <a:ea typeface="Segoe UI"/>
                <a:cs typeface="Segoe UI"/>
              </a:defRPr>
            </a:lvl9pPr>
          </a:lstStyle>
          <a:p xmlns:a="http://schemas.openxmlformats.org/drawingml/2006/main">
            <a:pPr algn="l">
              <a:defRPr sz="1275" b="0" i="0">
                <a:solidFill>
                  <a:srgbClr val="A8C0BA"/>
                </a:solidFill>
                <a:latin typeface="Segoe UI"/>
                <a:ea typeface="Segoe UI"/>
                <a:cs typeface="Segoe UI"/>
              </a:defRPr>
            </a:pPr>
            <a:r>
              <a:rPr sz="1275" b="0" i="0">
                <a:solidFill>
                  <a:srgbClr val="A8C0BA"/>
                </a:solidFill>
                <a:latin typeface="Segoe UI"/>
                <a:ea typeface="Segoe UI"/>
                <a:cs typeface="Segoe UI"/>
              </a:rPr>
              <a:t>Tres señales presentes</a:t>
            </a:r>
          </a:p>
          <a:p xmlns:a="http://schemas.openxmlformats.org/drawingml/2006/main">
            <a:pPr algn="l">
              <a:defRPr sz="1275" b="0" i="0">
                <a:solidFill>
                  <a:srgbClr val="A8C0BA"/>
                </a:solidFill>
                <a:latin typeface="Segoe UI"/>
                <a:ea typeface="Segoe UI"/>
                <a:cs typeface="Segoe UI"/>
              </a:defRPr>
            </a:pPr>
            <a:r>
              <a:rPr sz="1275" b="0" i="0">
                <a:solidFill>
                  <a:srgbClr val="A8C0BA"/>
                </a:solidFill>
                <a:latin typeface="Segoe UI"/>
                <a:ea typeface="Segoe UI"/>
                <a:cs typeface="Segoe UI"/>
              </a:rPr>
              <a:t>Valores finitos</a:t>
            </a:r>
          </a:p>
          <a:p xmlns:a="http://schemas.openxmlformats.org/drawingml/2006/main">
            <a:pPr algn="l">
              <a:defRPr sz="1275" b="0" i="0">
                <a:solidFill>
                  <a:srgbClr val="A8C0BA"/>
                </a:solidFill>
                <a:latin typeface="Segoe UI"/>
                <a:ea typeface="Segoe UI"/>
                <a:cs typeface="Segoe UI"/>
              </a:defRPr>
            </a:pPr>
            <a:r>
              <a:rPr sz="1275" b="0" i="0">
                <a:solidFill>
                  <a:srgbClr val="A8C0BA"/>
                </a:solidFill>
                <a:latin typeface="Segoe UI"/>
                <a:ea typeface="Segoe UI"/>
                <a:cs typeface="Segoe UI"/>
              </a:rPr>
              <a:t>Día completo</a:t>
            </a:r>
          </a:p>
        </p:txBody>
      </p:sp>
      <p:sp>
        <p:nvSpPr>
          <p:cNvPr id="18" name="">
            <a:extLst xmlns:a="http://schemas.openxmlformats.org/drawingml/2006/main">
              <a:ext uri="{FF2B5EF4-FFF2-40B4-BE49-F238E27FC236}">
                <a16:creationId xmlns:a16="http://schemas.microsoft.com/office/drawing/2014/main" id="{8E384824-180E-440A-B042-CDBD4D7AD425}"/>
              </a:ext>
            </a:extLst>
          </p:cNvPr>
          <p:cNvSpPr>
            <a:spLocks xmlns:a="http://schemas.openxmlformats.org/drawingml/2006/main" noGrp="1"/>
          </p:cNvSpPr>
          <p:nvPr/>
        </p:nvSpPr>
        <p:spPr>
          <a:xfrm xmlns:a="http://schemas.openxmlformats.org/drawingml/2006/main">
            <a:off x="3495675" y="5105400"/>
            <a:ext cx="23050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5F4D7"/>
                </a:solidFill>
                <a:latin typeface="Segoe UI"/>
                <a:ea typeface="Segoe UI"/>
                <a:cs typeface="Segoe UI"/>
              </a:defRPr>
            </a:defPPr>
            <a:lvl1pPr algn="l">
              <a:defRPr sz="900" b="1" i="0">
                <a:solidFill>
                  <a:srgbClr val="C5F4D7"/>
                </a:solidFill>
                <a:latin typeface="Segoe UI"/>
                <a:ea typeface="Segoe UI"/>
                <a:cs typeface="Segoe UI"/>
              </a:defRPr>
            </a:lvl1pPr>
            <a:lvl2pPr algn="l">
              <a:defRPr sz="900" b="1" i="0">
                <a:solidFill>
                  <a:srgbClr val="C5F4D7"/>
                </a:solidFill>
                <a:latin typeface="Segoe UI"/>
                <a:ea typeface="Segoe UI"/>
                <a:cs typeface="Segoe UI"/>
              </a:defRPr>
            </a:lvl2pPr>
            <a:lvl3pPr algn="l">
              <a:defRPr sz="900" b="1" i="0">
                <a:solidFill>
                  <a:srgbClr val="C5F4D7"/>
                </a:solidFill>
                <a:latin typeface="Segoe UI"/>
                <a:ea typeface="Segoe UI"/>
                <a:cs typeface="Segoe UI"/>
              </a:defRPr>
            </a:lvl3pPr>
            <a:lvl4pPr algn="l">
              <a:defRPr sz="900" b="1" i="0">
                <a:solidFill>
                  <a:srgbClr val="C5F4D7"/>
                </a:solidFill>
                <a:latin typeface="Segoe UI"/>
                <a:ea typeface="Segoe UI"/>
                <a:cs typeface="Segoe UI"/>
              </a:defRPr>
            </a:lvl4pPr>
            <a:lvl5pPr algn="l">
              <a:defRPr sz="900" b="1" i="0">
                <a:solidFill>
                  <a:srgbClr val="C5F4D7"/>
                </a:solidFill>
                <a:latin typeface="Segoe UI"/>
                <a:ea typeface="Segoe UI"/>
                <a:cs typeface="Segoe UI"/>
              </a:defRPr>
            </a:lvl5pPr>
            <a:lvl6pPr algn="l">
              <a:defRPr sz="900" b="1" i="0">
                <a:solidFill>
                  <a:srgbClr val="C5F4D7"/>
                </a:solidFill>
                <a:latin typeface="Segoe UI"/>
                <a:ea typeface="Segoe UI"/>
                <a:cs typeface="Segoe UI"/>
              </a:defRPr>
            </a:lvl6pPr>
            <a:lvl7pPr algn="l">
              <a:defRPr sz="900" b="1" i="0">
                <a:solidFill>
                  <a:srgbClr val="C5F4D7"/>
                </a:solidFill>
                <a:latin typeface="Segoe UI"/>
                <a:ea typeface="Segoe UI"/>
                <a:cs typeface="Segoe UI"/>
              </a:defRPr>
            </a:lvl7pPr>
            <a:lvl8pPr algn="l">
              <a:defRPr sz="900" b="1" i="0">
                <a:solidFill>
                  <a:srgbClr val="C5F4D7"/>
                </a:solidFill>
                <a:latin typeface="Segoe UI"/>
                <a:ea typeface="Segoe UI"/>
                <a:cs typeface="Segoe UI"/>
              </a:defRPr>
            </a:lvl8pPr>
            <a:lvl9pPr algn="l">
              <a:defRPr sz="900" b="1" i="0">
                <a:solidFill>
                  <a:srgbClr val="C5F4D7"/>
                </a:solidFill>
                <a:latin typeface="Segoe UI"/>
                <a:ea typeface="Segoe UI"/>
                <a:cs typeface="Segoe UI"/>
              </a:defRPr>
            </a:lvl9pPr>
          </a:lstStyle>
          <a:p xmlns:a="http://schemas.openxmlformats.org/drawingml/2006/main">
            <a:pPr algn="l">
              <a:defRPr sz="900" b="1" i="0">
                <a:solidFill>
                  <a:srgbClr val="C5F4D7"/>
                </a:solidFill>
                <a:latin typeface="Segoe UI"/>
                <a:ea typeface="Segoe UI"/>
                <a:cs typeface="Segoe UI"/>
              </a:defRPr>
            </a:pPr>
            <a:r>
              <a:rPr sz="900" b="1" i="0">
                <a:solidFill>
                  <a:srgbClr val="C5F4D7"/>
                </a:solidFill>
                <a:latin typeface="Segoe UI"/>
                <a:ea typeface="Segoe UI"/>
                <a:cs typeface="Segoe UI"/>
              </a:rPr>
              <a:t>Sin completar huecos</a:t>
            </a:r>
          </a:p>
        </p:txBody>
      </p:sp>
      <p:sp>
        <p:nvSpPr>
          <p:cNvPr id="19" name="">
            <a:extLst xmlns:a="http://schemas.openxmlformats.org/drawingml/2006/main">
              <a:ext uri="{FF2B5EF4-FFF2-40B4-BE49-F238E27FC236}">
                <a16:creationId xmlns:a16="http://schemas.microsoft.com/office/drawing/2014/main" id="{B915FC22-6FF3-45C9-B269-059655D4ED51}"/>
              </a:ext>
            </a:extLst>
          </p:cNvPr>
          <p:cNvSpPr>
            <a:spLocks xmlns:a="http://schemas.openxmlformats.org/drawingml/2006/main" noGrp="1"/>
          </p:cNvSpPr>
          <p:nvPr/>
        </p:nvSpPr>
        <p:spPr>
          <a:xfrm xmlns:a="http://schemas.openxmlformats.org/drawingml/2006/main" flipH="0">
            <a:off x="5924550" y="3086100"/>
            <a:ext cx="200025" cy="0"/>
          </a:xfrm>
          <a:prstGeom xmlns:a="http://schemas.openxmlformats.org/drawingml/2006/main" prst="line">
            <a:avLst/>
          </a:prstGeom>
          <a:noFill xmlns:a="http://schemas.openxmlformats.org/drawingml/2006/main"/>
          <a:ln xmlns:a="http://schemas.openxmlformats.org/drawingml/2006/main" w="19050">
            <a:solidFill>
              <a:srgbClr val="A9E8CB"/>
            </a:solidFill>
            <a:prstDash val="solid"/>
          </a:ln>
        </p:spPr>
      </p:sp>
      <p:sp>
        <p:nvSpPr>
          <p:cNvPr id="20" name="">
            <a:extLst xmlns:a="http://schemas.openxmlformats.org/drawingml/2006/main">
              <a:ext uri="{FF2B5EF4-FFF2-40B4-BE49-F238E27FC236}">
                <a16:creationId xmlns:a16="http://schemas.microsoft.com/office/drawing/2014/main" id="{527D310D-61E4-4F4E-918D-EACD229132BD}"/>
              </a:ext>
            </a:extLst>
          </p:cNvPr>
          <p:cNvSpPr>
            <a:spLocks xmlns:a="http://schemas.openxmlformats.org/drawingml/2006/main" noGrp="1"/>
          </p:cNvSpPr>
          <p:nvPr/>
        </p:nvSpPr>
        <p:spPr>
          <a:xfrm xmlns:a="http://schemas.openxmlformats.org/drawingml/2006/main">
            <a:off x="6067425" y="3048000"/>
            <a:ext cx="76200" cy="76200"/>
          </a:xfrm>
          <a:prstGeom xmlns:a="http://schemas.openxmlformats.org/drawingml/2006/main" prst="ellipse">
            <a:avLst/>
          </a:prstGeom>
          <a:solidFill xmlns:a="http://schemas.openxmlformats.org/drawingml/2006/main">
            <a:srgbClr val="A9E8C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BE5DFFF-E73B-4209-9942-49E800447FBD}"/>
              </a:ext>
            </a:extLst>
          </p:cNvPr>
          <p:cNvSpPr>
            <a:spLocks xmlns:a="http://schemas.openxmlformats.org/drawingml/2006/main" noGrp="1"/>
          </p:cNvSpPr>
          <p:nvPr/>
        </p:nvSpPr>
        <p:spPr>
          <a:xfrm xmlns:a="http://schemas.openxmlformats.org/drawingml/2006/main">
            <a:off x="6267450" y="259080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A9E8CB"/>
                </a:solidFill>
                <a:latin typeface="Segoe UI"/>
                <a:ea typeface="Segoe UI"/>
                <a:cs typeface="Segoe UI"/>
              </a:defRPr>
            </a:defPPr>
            <a:lvl1pPr algn="l">
              <a:defRPr sz="1050" b="1" i="0">
                <a:solidFill>
                  <a:srgbClr val="A9E8CB"/>
                </a:solidFill>
                <a:latin typeface="Segoe UI"/>
                <a:ea typeface="Segoe UI"/>
                <a:cs typeface="Segoe UI"/>
              </a:defRPr>
            </a:lvl1pPr>
            <a:lvl2pPr algn="l">
              <a:defRPr sz="1050" b="1" i="0">
                <a:solidFill>
                  <a:srgbClr val="A9E8CB"/>
                </a:solidFill>
                <a:latin typeface="Segoe UI"/>
                <a:ea typeface="Segoe UI"/>
                <a:cs typeface="Segoe UI"/>
              </a:defRPr>
            </a:lvl2pPr>
            <a:lvl3pPr algn="l">
              <a:defRPr sz="1050" b="1" i="0">
                <a:solidFill>
                  <a:srgbClr val="A9E8CB"/>
                </a:solidFill>
                <a:latin typeface="Segoe UI"/>
                <a:ea typeface="Segoe UI"/>
                <a:cs typeface="Segoe UI"/>
              </a:defRPr>
            </a:lvl3pPr>
            <a:lvl4pPr algn="l">
              <a:defRPr sz="1050" b="1" i="0">
                <a:solidFill>
                  <a:srgbClr val="A9E8CB"/>
                </a:solidFill>
                <a:latin typeface="Segoe UI"/>
                <a:ea typeface="Segoe UI"/>
                <a:cs typeface="Segoe UI"/>
              </a:defRPr>
            </a:lvl4pPr>
            <a:lvl5pPr algn="l">
              <a:defRPr sz="1050" b="1" i="0">
                <a:solidFill>
                  <a:srgbClr val="A9E8CB"/>
                </a:solidFill>
                <a:latin typeface="Segoe UI"/>
                <a:ea typeface="Segoe UI"/>
                <a:cs typeface="Segoe UI"/>
              </a:defRPr>
            </a:lvl5pPr>
            <a:lvl6pPr algn="l">
              <a:defRPr sz="1050" b="1" i="0">
                <a:solidFill>
                  <a:srgbClr val="A9E8CB"/>
                </a:solidFill>
                <a:latin typeface="Segoe UI"/>
                <a:ea typeface="Segoe UI"/>
                <a:cs typeface="Segoe UI"/>
              </a:defRPr>
            </a:lvl6pPr>
            <a:lvl7pPr algn="l">
              <a:defRPr sz="1050" b="1" i="0">
                <a:solidFill>
                  <a:srgbClr val="A9E8CB"/>
                </a:solidFill>
                <a:latin typeface="Segoe UI"/>
                <a:ea typeface="Segoe UI"/>
                <a:cs typeface="Segoe UI"/>
              </a:defRPr>
            </a:lvl7pPr>
            <a:lvl8pPr algn="l">
              <a:defRPr sz="1050" b="1" i="0">
                <a:solidFill>
                  <a:srgbClr val="A9E8CB"/>
                </a:solidFill>
                <a:latin typeface="Segoe UI"/>
                <a:ea typeface="Segoe UI"/>
                <a:cs typeface="Segoe UI"/>
              </a:defRPr>
            </a:lvl8pPr>
            <a:lvl9pPr algn="l">
              <a:defRPr sz="1050" b="1" i="0">
                <a:solidFill>
                  <a:srgbClr val="A9E8CB"/>
                </a:solidFill>
                <a:latin typeface="Segoe UI"/>
                <a:ea typeface="Segoe UI"/>
                <a:cs typeface="Segoe UI"/>
              </a:defRPr>
            </a:lvl9pPr>
          </a:lstStyle>
          <a:p xmlns:a="http://schemas.openxmlformats.org/drawingml/2006/main">
            <a:pPr algn="l">
              <a:defRPr sz="1050" b="1" i="0">
                <a:solidFill>
                  <a:srgbClr val="A9E8CB"/>
                </a:solidFill>
                <a:latin typeface="Segoe UI"/>
                <a:ea typeface="Segoe UI"/>
                <a:cs typeface="Segoe UI"/>
              </a:defRPr>
            </a:pPr>
            <a:r>
              <a:rPr sz="1050" b="1" i="0">
                <a:solidFill>
                  <a:srgbClr val="A9E8CB"/>
                </a:solidFill>
                <a:latin typeface="Segoe UI"/>
                <a:ea typeface="Segoe UI"/>
                <a:cs typeface="Segoe UI"/>
              </a:rPr>
              <a:t>C</a:t>
            </a:r>
          </a:p>
        </p:txBody>
      </p:sp>
      <p:sp>
        <p:nvSpPr>
          <p:cNvPr id="22" name="">
            <a:extLst xmlns:a="http://schemas.openxmlformats.org/drawingml/2006/main">
              <a:ext uri="{FF2B5EF4-FFF2-40B4-BE49-F238E27FC236}">
                <a16:creationId xmlns:a16="http://schemas.microsoft.com/office/drawing/2014/main" id="{89C790CF-572D-4C9A-A556-5AA92CF885F3}"/>
              </a:ext>
            </a:extLst>
          </p:cNvPr>
          <p:cNvSpPr>
            <a:spLocks xmlns:a="http://schemas.openxmlformats.org/drawingml/2006/main" noGrp="1"/>
          </p:cNvSpPr>
          <p:nvPr/>
        </p:nvSpPr>
        <p:spPr>
          <a:xfrm xmlns:a="http://schemas.openxmlformats.org/drawingml/2006/main">
            <a:off x="6267450" y="2981325"/>
            <a:ext cx="2324100"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C740141-5AEE-4C12-BC67-08804AD2DD15}"/>
              </a:ext>
            </a:extLst>
          </p:cNvPr>
          <p:cNvSpPr>
            <a:spLocks xmlns:a="http://schemas.openxmlformats.org/drawingml/2006/main" noGrp="1"/>
          </p:cNvSpPr>
          <p:nvPr/>
        </p:nvSpPr>
        <p:spPr>
          <a:xfrm xmlns:a="http://schemas.openxmlformats.org/drawingml/2006/main">
            <a:off x="6267450" y="320040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F1F7F3"/>
                </a:solidFill>
                <a:latin typeface="Segoe UI"/>
                <a:ea typeface="Segoe UI"/>
                <a:cs typeface="Segoe UI"/>
              </a:defRPr>
            </a:defPPr>
            <a:lvl1pPr algn="l">
              <a:defRPr sz="1950" b="1" i="0">
                <a:solidFill>
                  <a:srgbClr val="F1F7F3"/>
                </a:solidFill>
                <a:latin typeface="Segoe UI"/>
                <a:ea typeface="Segoe UI"/>
                <a:cs typeface="Segoe UI"/>
              </a:defRPr>
            </a:lvl1pPr>
            <a:lvl2pPr algn="l">
              <a:defRPr sz="1950" b="1" i="0">
                <a:solidFill>
                  <a:srgbClr val="F1F7F3"/>
                </a:solidFill>
                <a:latin typeface="Segoe UI"/>
                <a:ea typeface="Segoe UI"/>
                <a:cs typeface="Segoe UI"/>
              </a:defRPr>
            </a:lvl2pPr>
            <a:lvl3pPr algn="l">
              <a:defRPr sz="1950" b="1" i="0">
                <a:solidFill>
                  <a:srgbClr val="F1F7F3"/>
                </a:solidFill>
                <a:latin typeface="Segoe UI"/>
                <a:ea typeface="Segoe UI"/>
                <a:cs typeface="Segoe UI"/>
              </a:defRPr>
            </a:lvl3pPr>
            <a:lvl4pPr algn="l">
              <a:defRPr sz="1950" b="1" i="0">
                <a:solidFill>
                  <a:srgbClr val="F1F7F3"/>
                </a:solidFill>
                <a:latin typeface="Segoe UI"/>
                <a:ea typeface="Segoe UI"/>
                <a:cs typeface="Segoe UI"/>
              </a:defRPr>
            </a:lvl4pPr>
            <a:lvl5pPr algn="l">
              <a:defRPr sz="1950" b="1" i="0">
                <a:solidFill>
                  <a:srgbClr val="F1F7F3"/>
                </a:solidFill>
                <a:latin typeface="Segoe UI"/>
                <a:ea typeface="Segoe UI"/>
                <a:cs typeface="Segoe UI"/>
              </a:defRPr>
            </a:lvl5pPr>
            <a:lvl6pPr algn="l">
              <a:defRPr sz="1950" b="1" i="0">
                <a:solidFill>
                  <a:srgbClr val="F1F7F3"/>
                </a:solidFill>
                <a:latin typeface="Segoe UI"/>
                <a:ea typeface="Segoe UI"/>
                <a:cs typeface="Segoe UI"/>
              </a:defRPr>
            </a:lvl6pPr>
            <a:lvl7pPr algn="l">
              <a:defRPr sz="1950" b="1" i="0">
                <a:solidFill>
                  <a:srgbClr val="F1F7F3"/>
                </a:solidFill>
                <a:latin typeface="Segoe UI"/>
                <a:ea typeface="Segoe UI"/>
                <a:cs typeface="Segoe UI"/>
              </a:defRPr>
            </a:lvl7pPr>
            <a:lvl8pPr algn="l">
              <a:defRPr sz="1950" b="1" i="0">
                <a:solidFill>
                  <a:srgbClr val="F1F7F3"/>
                </a:solidFill>
                <a:latin typeface="Segoe UI"/>
                <a:ea typeface="Segoe UI"/>
                <a:cs typeface="Segoe UI"/>
              </a:defRPr>
            </a:lvl8pPr>
            <a:lvl9pPr algn="l">
              <a:defRPr sz="1950" b="1" i="0">
                <a:solidFill>
                  <a:srgbClr val="F1F7F3"/>
                </a:solidFill>
                <a:latin typeface="Segoe UI"/>
                <a:ea typeface="Segoe UI"/>
                <a:cs typeface="Segoe UI"/>
              </a:defRPr>
            </a:lvl9pPr>
          </a:lstStyle>
          <a:p xmlns:a="http://schemas.openxmlformats.org/drawingml/2006/main">
            <a:pPr algn="l">
              <a:defRPr sz="1950" b="1" i="0">
                <a:solidFill>
                  <a:srgbClr val="F1F7F3"/>
                </a:solidFill>
                <a:latin typeface="Segoe UI"/>
                <a:ea typeface="Segoe UI"/>
                <a:cs typeface="Segoe UI"/>
              </a:defRPr>
            </a:pPr>
            <a:r>
              <a:rPr sz="1950" b="1" i="0">
                <a:solidFill>
                  <a:srgbClr val="F1F7F3"/>
                </a:solidFill>
                <a:latin typeface="Segoe UI"/>
                <a:ea typeface="Segoe UI"/>
                <a:cs typeface="Segoe UI"/>
              </a:rPr>
              <a:t>Referencia</a:t>
            </a:r>
          </a:p>
        </p:txBody>
      </p:sp>
      <p:sp>
        <p:nvSpPr>
          <p:cNvPr id="24" name="">
            <a:extLst xmlns:a="http://schemas.openxmlformats.org/drawingml/2006/main">
              <a:ext uri="{FF2B5EF4-FFF2-40B4-BE49-F238E27FC236}">
                <a16:creationId xmlns:a16="http://schemas.microsoft.com/office/drawing/2014/main" id="{C8F2D2CC-8C75-4510-8F46-EA1DE776FA0F}"/>
              </a:ext>
            </a:extLst>
          </p:cNvPr>
          <p:cNvSpPr>
            <a:spLocks xmlns:a="http://schemas.openxmlformats.org/drawingml/2006/main" noGrp="1"/>
          </p:cNvSpPr>
          <p:nvPr/>
        </p:nvSpPr>
        <p:spPr>
          <a:xfrm xmlns:a="http://schemas.openxmlformats.org/drawingml/2006/main">
            <a:off x="6267450" y="3733800"/>
            <a:ext cx="2305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A8C0BA"/>
                </a:solidFill>
                <a:latin typeface="Segoe UI"/>
                <a:ea typeface="Segoe UI"/>
                <a:cs typeface="Segoe UI"/>
              </a:defRPr>
            </a:defPPr>
            <a:lvl1pPr algn="l">
              <a:defRPr sz="1275" b="0" i="0">
                <a:solidFill>
                  <a:srgbClr val="A8C0BA"/>
                </a:solidFill>
                <a:latin typeface="Segoe UI"/>
                <a:ea typeface="Segoe UI"/>
                <a:cs typeface="Segoe UI"/>
              </a:defRPr>
            </a:lvl1pPr>
            <a:lvl2pPr algn="l">
              <a:defRPr sz="1275" b="0" i="0">
                <a:solidFill>
                  <a:srgbClr val="A8C0BA"/>
                </a:solidFill>
                <a:latin typeface="Segoe UI"/>
                <a:ea typeface="Segoe UI"/>
                <a:cs typeface="Segoe UI"/>
              </a:defRPr>
            </a:lvl2pPr>
            <a:lvl3pPr algn="l">
              <a:defRPr sz="1275" b="0" i="0">
                <a:solidFill>
                  <a:srgbClr val="A8C0BA"/>
                </a:solidFill>
                <a:latin typeface="Segoe UI"/>
                <a:ea typeface="Segoe UI"/>
                <a:cs typeface="Segoe UI"/>
              </a:defRPr>
            </a:lvl3pPr>
            <a:lvl4pPr algn="l">
              <a:defRPr sz="1275" b="0" i="0">
                <a:solidFill>
                  <a:srgbClr val="A8C0BA"/>
                </a:solidFill>
                <a:latin typeface="Segoe UI"/>
                <a:ea typeface="Segoe UI"/>
                <a:cs typeface="Segoe UI"/>
              </a:defRPr>
            </a:lvl4pPr>
            <a:lvl5pPr algn="l">
              <a:defRPr sz="1275" b="0" i="0">
                <a:solidFill>
                  <a:srgbClr val="A8C0BA"/>
                </a:solidFill>
                <a:latin typeface="Segoe UI"/>
                <a:ea typeface="Segoe UI"/>
                <a:cs typeface="Segoe UI"/>
              </a:defRPr>
            </a:lvl5pPr>
            <a:lvl6pPr algn="l">
              <a:defRPr sz="1275" b="0" i="0">
                <a:solidFill>
                  <a:srgbClr val="A8C0BA"/>
                </a:solidFill>
                <a:latin typeface="Segoe UI"/>
                <a:ea typeface="Segoe UI"/>
                <a:cs typeface="Segoe UI"/>
              </a:defRPr>
            </a:lvl6pPr>
            <a:lvl7pPr algn="l">
              <a:defRPr sz="1275" b="0" i="0">
                <a:solidFill>
                  <a:srgbClr val="A8C0BA"/>
                </a:solidFill>
                <a:latin typeface="Segoe UI"/>
                <a:ea typeface="Segoe UI"/>
                <a:cs typeface="Segoe UI"/>
              </a:defRPr>
            </a:lvl7pPr>
            <a:lvl8pPr algn="l">
              <a:defRPr sz="1275" b="0" i="0">
                <a:solidFill>
                  <a:srgbClr val="A8C0BA"/>
                </a:solidFill>
                <a:latin typeface="Segoe UI"/>
                <a:ea typeface="Segoe UI"/>
                <a:cs typeface="Segoe UI"/>
              </a:defRPr>
            </a:lvl8pPr>
            <a:lvl9pPr algn="l">
              <a:defRPr sz="1275" b="0" i="0">
                <a:solidFill>
                  <a:srgbClr val="A8C0BA"/>
                </a:solidFill>
                <a:latin typeface="Segoe UI"/>
                <a:ea typeface="Segoe UI"/>
                <a:cs typeface="Segoe UI"/>
              </a:defRPr>
            </a:lvl9pPr>
          </a:lstStyle>
          <a:p xmlns:a="http://schemas.openxmlformats.org/drawingml/2006/main">
            <a:pPr algn="l">
              <a:defRPr sz="1275" b="0" i="0">
                <a:solidFill>
                  <a:srgbClr val="A8C0BA"/>
                </a:solidFill>
                <a:latin typeface="Segoe UI"/>
                <a:ea typeface="Segoe UI"/>
                <a:cs typeface="Segoe UI"/>
              </a:defRPr>
            </a:pPr>
            <a:r>
              <a:rPr sz="1275" b="0" i="0">
                <a:solidFill>
                  <a:srgbClr val="A8C0BA"/>
                </a:solidFill>
                <a:latin typeface="Segoe UI"/>
                <a:ea typeface="Segoe UI"/>
                <a:cs typeface="Segoe UI"/>
              </a:rPr>
              <a:t>Hasta 90 días previos</a:t>
            </a:r>
          </a:p>
          <a:p xmlns:a="http://schemas.openxmlformats.org/drawingml/2006/main">
            <a:pPr algn="l">
              <a:defRPr sz="1275" b="0" i="0">
                <a:solidFill>
                  <a:srgbClr val="A8C0BA"/>
                </a:solidFill>
                <a:latin typeface="Segoe UI"/>
                <a:ea typeface="Segoe UI"/>
                <a:cs typeface="Segoe UI"/>
              </a:defRPr>
            </a:pPr>
            <a:r>
              <a:rPr sz="1275" b="0" i="0">
                <a:solidFill>
                  <a:srgbClr val="A8C0BA"/>
                </a:solidFill>
                <a:latin typeface="Segoe UI"/>
                <a:ea typeface="Segoe UI"/>
                <a:cs typeface="Segoe UI"/>
              </a:rPr>
              <a:t>Mínimo 30 días</a:t>
            </a:r>
          </a:p>
          <a:p xmlns:a="http://schemas.openxmlformats.org/drawingml/2006/main">
            <a:pPr algn="l">
              <a:defRPr sz="1275" b="0" i="0">
                <a:solidFill>
                  <a:srgbClr val="A8C0BA"/>
                </a:solidFill>
                <a:latin typeface="Segoe UI"/>
                <a:ea typeface="Segoe UI"/>
                <a:cs typeface="Segoe UI"/>
              </a:defRPr>
            </a:pPr>
            <a:r>
              <a:rPr sz="1275" b="0" i="0">
                <a:solidFill>
                  <a:srgbClr val="A8C0BA"/>
                </a:solidFill>
                <a:latin typeface="Segoe UI"/>
                <a:ea typeface="Segoe UI"/>
                <a:cs typeface="Segoe UI"/>
              </a:rPr>
              <a:t>Solo historial propio</a:t>
            </a:r>
          </a:p>
        </p:txBody>
      </p:sp>
      <p:sp>
        <p:nvSpPr>
          <p:cNvPr id="25" name="">
            <a:extLst xmlns:a="http://schemas.openxmlformats.org/drawingml/2006/main">
              <a:ext uri="{FF2B5EF4-FFF2-40B4-BE49-F238E27FC236}">
                <a16:creationId xmlns:a16="http://schemas.microsoft.com/office/drawing/2014/main" id="{96B27506-4E86-4CD6-9B1F-DACD523E6F7E}"/>
              </a:ext>
            </a:extLst>
          </p:cNvPr>
          <p:cNvSpPr>
            <a:spLocks xmlns:a="http://schemas.openxmlformats.org/drawingml/2006/main" noGrp="1"/>
          </p:cNvSpPr>
          <p:nvPr/>
        </p:nvSpPr>
        <p:spPr>
          <a:xfrm xmlns:a="http://schemas.openxmlformats.org/drawingml/2006/main">
            <a:off x="6267450" y="5105400"/>
            <a:ext cx="23050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5F4D7"/>
                </a:solidFill>
                <a:latin typeface="Segoe UI"/>
                <a:ea typeface="Segoe UI"/>
                <a:cs typeface="Segoe UI"/>
              </a:defRPr>
            </a:defPPr>
            <a:lvl1pPr algn="l">
              <a:defRPr sz="900" b="1" i="0">
                <a:solidFill>
                  <a:srgbClr val="C5F4D7"/>
                </a:solidFill>
                <a:latin typeface="Segoe UI"/>
                <a:ea typeface="Segoe UI"/>
                <a:cs typeface="Segoe UI"/>
              </a:defRPr>
            </a:lvl1pPr>
            <a:lvl2pPr algn="l">
              <a:defRPr sz="900" b="1" i="0">
                <a:solidFill>
                  <a:srgbClr val="C5F4D7"/>
                </a:solidFill>
                <a:latin typeface="Segoe UI"/>
                <a:ea typeface="Segoe UI"/>
                <a:cs typeface="Segoe UI"/>
              </a:defRPr>
            </a:lvl2pPr>
            <a:lvl3pPr algn="l">
              <a:defRPr sz="900" b="1" i="0">
                <a:solidFill>
                  <a:srgbClr val="C5F4D7"/>
                </a:solidFill>
                <a:latin typeface="Segoe UI"/>
                <a:ea typeface="Segoe UI"/>
                <a:cs typeface="Segoe UI"/>
              </a:defRPr>
            </a:lvl3pPr>
            <a:lvl4pPr algn="l">
              <a:defRPr sz="900" b="1" i="0">
                <a:solidFill>
                  <a:srgbClr val="C5F4D7"/>
                </a:solidFill>
                <a:latin typeface="Segoe UI"/>
                <a:ea typeface="Segoe UI"/>
                <a:cs typeface="Segoe UI"/>
              </a:defRPr>
            </a:lvl4pPr>
            <a:lvl5pPr algn="l">
              <a:defRPr sz="900" b="1" i="0">
                <a:solidFill>
                  <a:srgbClr val="C5F4D7"/>
                </a:solidFill>
                <a:latin typeface="Segoe UI"/>
                <a:ea typeface="Segoe UI"/>
                <a:cs typeface="Segoe UI"/>
              </a:defRPr>
            </a:lvl5pPr>
            <a:lvl6pPr algn="l">
              <a:defRPr sz="900" b="1" i="0">
                <a:solidFill>
                  <a:srgbClr val="C5F4D7"/>
                </a:solidFill>
                <a:latin typeface="Segoe UI"/>
                <a:ea typeface="Segoe UI"/>
                <a:cs typeface="Segoe UI"/>
              </a:defRPr>
            </a:lvl6pPr>
            <a:lvl7pPr algn="l">
              <a:defRPr sz="900" b="1" i="0">
                <a:solidFill>
                  <a:srgbClr val="C5F4D7"/>
                </a:solidFill>
                <a:latin typeface="Segoe UI"/>
                <a:ea typeface="Segoe UI"/>
                <a:cs typeface="Segoe UI"/>
              </a:defRPr>
            </a:lvl7pPr>
            <a:lvl8pPr algn="l">
              <a:defRPr sz="900" b="1" i="0">
                <a:solidFill>
                  <a:srgbClr val="C5F4D7"/>
                </a:solidFill>
                <a:latin typeface="Segoe UI"/>
                <a:ea typeface="Segoe UI"/>
                <a:cs typeface="Segoe UI"/>
              </a:defRPr>
            </a:lvl8pPr>
            <a:lvl9pPr algn="l">
              <a:defRPr sz="900" b="1" i="0">
                <a:solidFill>
                  <a:srgbClr val="C5F4D7"/>
                </a:solidFill>
                <a:latin typeface="Segoe UI"/>
                <a:ea typeface="Segoe UI"/>
                <a:cs typeface="Segoe UI"/>
              </a:defRPr>
            </a:lvl9pPr>
          </a:lstStyle>
          <a:p xmlns:a="http://schemas.openxmlformats.org/drawingml/2006/main">
            <a:pPr algn="l">
              <a:defRPr sz="900" b="1" i="0">
                <a:solidFill>
                  <a:srgbClr val="C5F4D7"/>
                </a:solidFill>
                <a:latin typeface="Segoe UI"/>
                <a:ea typeface="Segoe UI"/>
                <a:cs typeface="Segoe UI"/>
              </a:defRPr>
            </a:pPr>
            <a:r>
              <a:rPr sz="900" b="1" i="0">
                <a:solidFill>
                  <a:srgbClr val="C5F4D7"/>
                </a:solidFill>
                <a:latin typeface="Segoe UI"/>
                <a:ea typeface="Segoe UI"/>
                <a:cs typeface="Segoe UI"/>
              </a:rPr>
              <a:t>Día evaluado excluido</a:t>
            </a:r>
          </a:p>
        </p:txBody>
      </p:sp>
      <p:sp>
        <p:nvSpPr>
          <p:cNvPr id="26" name="">
            <a:extLst xmlns:a="http://schemas.openxmlformats.org/drawingml/2006/main">
              <a:ext uri="{FF2B5EF4-FFF2-40B4-BE49-F238E27FC236}">
                <a16:creationId xmlns:a16="http://schemas.microsoft.com/office/drawing/2014/main" id="{2C13308E-1E72-4301-9B5E-73947F49C081}"/>
              </a:ext>
            </a:extLst>
          </p:cNvPr>
          <p:cNvSpPr>
            <a:spLocks xmlns:a="http://schemas.openxmlformats.org/drawingml/2006/main" noGrp="1"/>
          </p:cNvSpPr>
          <p:nvPr/>
        </p:nvSpPr>
        <p:spPr>
          <a:xfrm xmlns:a="http://schemas.openxmlformats.org/drawingml/2006/main" flipH="0">
            <a:off x="8696325" y="3086100"/>
            <a:ext cx="200025" cy="0"/>
          </a:xfrm>
          <a:prstGeom xmlns:a="http://schemas.openxmlformats.org/drawingml/2006/main" prst="line">
            <a:avLst/>
          </a:prstGeom>
          <a:noFill xmlns:a="http://schemas.openxmlformats.org/drawingml/2006/main"/>
          <a:ln xmlns:a="http://schemas.openxmlformats.org/drawingml/2006/main" w="19050">
            <a:solidFill>
              <a:srgbClr val="A9E8CB"/>
            </a:solidFill>
            <a:prstDash val="solid"/>
          </a:ln>
        </p:spPr>
      </p:sp>
      <p:sp>
        <p:nvSpPr>
          <p:cNvPr id="27" name="">
            <a:extLst xmlns:a="http://schemas.openxmlformats.org/drawingml/2006/main">
              <a:ext uri="{FF2B5EF4-FFF2-40B4-BE49-F238E27FC236}">
                <a16:creationId xmlns:a16="http://schemas.microsoft.com/office/drawing/2014/main" id="{4521CE9A-B408-432A-AEBF-939449F5DFA5}"/>
              </a:ext>
            </a:extLst>
          </p:cNvPr>
          <p:cNvSpPr>
            <a:spLocks xmlns:a="http://schemas.openxmlformats.org/drawingml/2006/main" noGrp="1"/>
          </p:cNvSpPr>
          <p:nvPr/>
        </p:nvSpPr>
        <p:spPr>
          <a:xfrm xmlns:a="http://schemas.openxmlformats.org/drawingml/2006/main">
            <a:off x="8839200" y="3048000"/>
            <a:ext cx="76200" cy="76200"/>
          </a:xfrm>
          <a:prstGeom xmlns:a="http://schemas.openxmlformats.org/drawingml/2006/main" prst="ellipse">
            <a:avLst/>
          </a:prstGeom>
          <a:solidFill xmlns:a="http://schemas.openxmlformats.org/drawingml/2006/main">
            <a:srgbClr val="A9E8C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DA0DB64-7B76-43F5-8A79-780FE93C1DE5}"/>
              </a:ext>
            </a:extLst>
          </p:cNvPr>
          <p:cNvSpPr>
            <a:spLocks xmlns:a="http://schemas.openxmlformats.org/drawingml/2006/main" noGrp="1"/>
          </p:cNvSpPr>
          <p:nvPr/>
        </p:nvSpPr>
        <p:spPr>
          <a:xfrm xmlns:a="http://schemas.openxmlformats.org/drawingml/2006/main">
            <a:off x="9039225" y="259080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A9E8CB"/>
                </a:solidFill>
                <a:latin typeface="Segoe UI"/>
                <a:ea typeface="Segoe UI"/>
                <a:cs typeface="Segoe UI"/>
              </a:defRPr>
            </a:defPPr>
            <a:lvl1pPr algn="l">
              <a:defRPr sz="1050" b="1" i="0">
                <a:solidFill>
                  <a:srgbClr val="A9E8CB"/>
                </a:solidFill>
                <a:latin typeface="Segoe UI"/>
                <a:ea typeface="Segoe UI"/>
                <a:cs typeface="Segoe UI"/>
              </a:defRPr>
            </a:lvl1pPr>
            <a:lvl2pPr algn="l">
              <a:defRPr sz="1050" b="1" i="0">
                <a:solidFill>
                  <a:srgbClr val="A9E8CB"/>
                </a:solidFill>
                <a:latin typeface="Segoe UI"/>
                <a:ea typeface="Segoe UI"/>
                <a:cs typeface="Segoe UI"/>
              </a:defRPr>
            </a:lvl2pPr>
            <a:lvl3pPr algn="l">
              <a:defRPr sz="1050" b="1" i="0">
                <a:solidFill>
                  <a:srgbClr val="A9E8CB"/>
                </a:solidFill>
                <a:latin typeface="Segoe UI"/>
                <a:ea typeface="Segoe UI"/>
                <a:cs typeface="Segoe UI"/>
              </a:defRPr>
            </a:lvl3pPr>
            <a:lvl4pPr algn="l">
              <a:defRPr sz="1050" b="1" i="0">
                <a:solidFill>
                  <a:srgbClr val="A9E8CB"/>
                </a:solidFill>
                <a:latin typeface="Segoe UI"/>
                <a:ea typeface="Segoe UI"/>
                <a:cs typeface="Segoe UI"/>
              </a:defRPr>
            </a:lvl4pPr>
            <a:lvl5pPr algn="l">
              <a:defRPr sz="1050" b="1" i="0">
                <a:solidFill>
                  <a:srgbClr val="A9E8CB"/>
                </a:solidFill>
                <a:latin typeface="Segoe UI"/>
                <a:ea typeface="Segoe UI"/>
                <a:cs typeface="Segoe UI"/>
              </a:defRPr>
            </a:lvl5pPr>
            <a:lvl6pPr algn="l">
              <a:defRPr sz="1050" b="1" i="0">
                <a:solidFill>
                  <a:srgbClr val="A9E8CB"/>
                </a:solidFill>
                <a:latin typeface="Segoe UI"/>
                <a:ea typeface="Segoe UI"/>
                <a:cs typeface="Segoe UI"/>
              </a:defRPr>
            </a:lvl6pPr>
            <a:lvl7pPr algn="l">
              <a:defRPr sz="1050" b="1" i="0">
                <a:solidFill>
                  <a:srgbClr val="A9E8CB"/>
                </a:solidFill>
                <a:latin typeface="Segoe UI"/>
                <a:ea typeface="Segoe UI"/>
                <a:cs typeface="Segoe UI"/>
              </a:defRPr>
            </a:lvl7pPr>
            <a:lvl8pPr algn="l">
              <a:defRPr sz="1050" b="1" i="0">
                <a:solidFill>
                  <a:srgbClr val="A9E8CB"/>
                </a:solidFill>
                <a:latin typeface="Segoe UI"/>
                <a:ea typeface="Segoe UI"/>
                <a:cs typeface="Segoe UI"/>
              </a:defRPr>
            </a:lvl8pPr>
            <a:lvl9pPr algn="l">
              <a:defRPr sz="1050" b="1" i="0">
                <a:solidFill>
                  <a:srgbClr val="A9E8CB"/>
                </a:solidFill>
                <a:latin typeface="Segoe UI"/>
                <a:ea typeface="Segoe UI"/>
                <a:cs typeface="Segoe UI"/>
              </a:defRPr>
            </a:lvl9pPr>
          </a:lstStyle>
          <a:p xmlns:a="http://schemas.openxmlformats.org/drawingml/2006/main">
            <a:pPr algn="l">
              <a:defRPr sz="1050" b="1" i="0">
                <a:solidFill>
                  <a:srgbClr val="A9E8CB"/>
                </a:solidFill>
                <a:latin typeface="Segoe UI"/>
                <a:ea typeface="Segoe UI"/>
                <a:cs typeface="Segoe UI"/>
              </a:defRPr>
            </a:pPr>
            <a:r>
              <a:rPr sz="1050" b="1" i="0">
                <a:solidFill>
                  <a:srgbClr val="A9E8CB"/>
                </a:solidFill>
                <a:latin typeface="Segoe UI"/>
                <a:ea typeface="Segoe UI"/>
                <a:cs typeface="Segoe UI"/>
              </a:rPr>
              <a:t>D</a:t>
            </a:r>
          </a:p>
        </p:txBody>
      </p:sp>
      <p:sp>
        <p:nvSpPr>
          <p:cNvPr id="29" name="">
            <a:extLst xmlns:a="http://schemas.openxmlformats.org/drawingml/2006/main">
              <a:ext uri="{FF2B5EF4-FFF2-40B4-BE49-F238E27FC236}">
                <a16:creationId xmlns:a16="http://schemas.microsoft.com/office/drawing/2014/main" id="{4FA4D04E-4D87-4EB9-B801-8EE2BB59709B}"/>
              </a:ext>
            </a:extLst>
          </p:cNvPr>
          <p:cNvSpPr>
            <a:spLocks xmlns:a="http://schemas.openxmlformats.org/drawingml/2006/main" noGrp="1"/>
          </p:cNvSpPr>
          <p:nvPr/>
        </p:nvSpPr>
        <p:spPr>
          <a:xfrm xmlns:a="http://schemas.openxmlformats.org/drawingml/2006/main">
            <a:off x="9039225" y="2981325"/>
            <a:ext cx="2324100"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BE31578-1491-45E3-A198-B94B183140C2}"/>
              </a:ext>
            </a:extLst>
          </p:cNvPr>
          <p:cNvSpPr>
            <a:spLocks xmlns:a="http://schemas.openxmlformats.org/drawingml/2006/main" noGrp="1"/>
          </p:cNvSpPr>
          <p:nvPr/>
        </p:nvSpPr>
        <p:spPr>
          <a:xfrm xmlns:a="http://schemas.openxmlformats.org/drawingml/2006/main">
            <a:off x="9039225" y="320040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F1F7F3"/>
                </a:solidFill>
                <a:latin typeface="Segoe UI"/>
                <a:ea typeface="Segoe UI"/>
                <a:cs typeface="Segoe UI"/>
              </a:defRPr>
            </a:defPPr>
            <a:lvl1pPr algn="l">
              <a:defRPr sz="1950" b="1" i="0">
                <a:solidFill>
                  <a:srgbClr val="F1F7F3"/>
                </a:solidFill>
                <a:latin typeface="Segoe UI"/>
                <a:ea typeface="Segoe UI"/>
                <a:cs typeface="Segoe UI"/>
              </a:defRPr>
            </a:lvl1pPr>
            <a:lvl2pPr algn="l">
              <a:defRPr sz="1950" b="1" i="0">
                <a:solidFill>
                  <a:srgbClr val="F1F7F3"/>
                </a:solidFill>
                <a:latin typeface="Segoe UI"/>
                <a:ea typeface="Segoe UI"/>
                <a:cs typeface="Segoe UI"/>
              </a:defRPr>
            </a:lvl2pPr>
            <a:lvl3pPr algn="l">
              <a:defRPr sz="1950" b="1" i="0">
                <a:solidFill>
                  <a:srgbClr val="F1F7F3"/>
                </a:solidFill>
                <a:latin typeface="Segoe UI"/>
                <a:ea typeface="Segoe UI"/>
                <a:cs typeface="Segoe UI"/>
              </a:defRPr>
            </a:lvl3pPr>
            <a:lvl4pPr algn="l">
              <a:defRPr sz="1950" b="1" i="0">
                <a:solidFill>
                  <a:srgbClr val="F1F7F3"/>
                </a:solidFill>
                <a:latin typeface="Segoe UI"/>
                <a:ea typeface="Segoe UI"/>
                <a:cs typeface="Segoe UI"/>
              </a:defRPr>
            </a:lvl4pPr>
            <a:lvl5pPr algn="l">
              <a:defRPr sz="1950" b="1" i="0">
                <a:solidFill>
                  <a:srgbClr val="F1F7F3"/>
                </a:solidFill>
                <a:latin typeface="Segoe UI"/>
                <a:ea typeface="Segoe UI"/>
                <a:cs typeface="Segoe UI"/>
              </a:defRPr>
            </a:lvl5pPr>
            <a:lvl6pPr algn="l">
              <a:defRPr sz="1950" b="1" i="0">
                <a:solidFill>
                  <a:srgbClr val="F1F7F3"/>
                </a:solidFill>
                <a:latin typeface="Segoe UI"/>
                <a:ea typeface="Segoe UI"/>
                <a:cs typeface="Segoe UI"/>
              </a:defRPr>
            </a:lvl6pPr>
            <a:lvl7pPr algn="l">
              <a:defRPr sz="1950" b="1" i="0">
                <a:solidFill>
                  <a:srgbClr val="F1F7F3"/>
                </a:solidFill>
                <a:latin typeface="Segoe UI"/>
                <a:ea typeface="Segoe UI"/>
                <a:cs typeface="Segoe UI"/>
              </a:defRPr>
            </a:lvl7pPr>
            <a:lvl8pPr algn="l">
              <a:defRPr sz="1950" b="1" i="0">
                <a:solidFill>
                  <a:srgbClr val="F1F7F3"/>
                </a:solidFill>
                <a:latin typeface="Segoe UI"/>
                <a:ea typeface="Segoe UI"/>
                <a:cs typeface="Segoe UI"/>
              </a:defRPr>
            </a:lvl8pPr>
            <a:lvl9pPr algn="l">
              <a:defRPr sz="1950" b="1" i="0">
                <a:solidFill>
                  <a:srgbClr val="F1F7F3"/>
                </a:solidFill>
                <a:latin typeface="Segoe UI"/>
                <a:ea typeface="Segoe UI"/>
                <a:cs typeface="Segoe UI"/>
              </a:defRPr>
            </a:lvl9pPr>
          </a:lstStyle>
          <a:p xmlns:a="http://schemas.openxmlformats.org/drawingml/2006/main">
            <a:pPr algn="l">
              <a:defRPr sz="1950" b="1" i="0">
                <a:solidFill>
                  <a:srgbClr val="F1F7F3"/>
                </a:solidFill>
                <a:latin typeface="Segoe UI"/>
                <a:ea typeface="Segoe UI"/>
                <a:cs typeface="Segoe UI"/>
              </a:defRPr>
            </a:pPr>
            <a:r>
              <a:rPr sz="1950" b="1" i="0">
                <a:solidFill>
                  <a:srgbClr val="F1F7F3"/>
                </a:solidFill>
                <a:latin typeface="Segoe UI"/>
                <a:ea typeface="Segoe UI"/>
                <a:cs typeface="Segoe UI"/>
              </a:rPr>
              <a:t>Resultado</a:t>
            </a:r>
          </a:p>
        </p:txBody>
      </p:sp>
      <p:sp>
        <p:nvSpPr>
          <p:cNvPr id="31" name="">
            <a:extLst xmlns:a="http://schemas.openxmlformats.org/drawingml/2006/main">
              <a:ext uri="{FF2B5EF4-FFF2-40B4-BE49-F238E27FC236}">
                <a16:creationId xmlns:a16="http://schemas.microsoft.com/office/drawing/2014/main" id="{D54A682E-0946-4DC2-ADAC-2F35A17C2CFC}"/>
              </a:ext>
            </a:extLst>
          </p:cNvPr>
          <p:cNvSpPr>
            <a:spLocks xmlns:a="http://schemas.openxmlformats.org/drawingml/2006/main" noGrp="1"/>
          </p:cNvSpPr>
          <p:nvPr/>
        </p:nvSpPr>
        <p:spPr>
          <a:xfrm xmlns:a="http://schemas.openxmlformats.org/drawingml/2006/main">
            <a:off x="9039225" y="3733800"/>
            <a:ext cx="2305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A8C0BA"/>
                </a:solidFill>
                <a:latin typeface="Segoe UI"/>
                <a:ea typeface="Segoe UI"/>
                <a:cs typeface="Segoe UI"/>
              </a:defRPr>
            </a:defPPr>
            <a:lvl1pPr algn="l">
              <a:defRPr sz="1275" b="0" i="0">
                <a:solidFill>
                  <a:srgbClr val="A8C0BA"/>
                </a:solidFill>
                <a:latin typeface="Segoe UI"/>
                <a:ea typeface="Segoe UI"/>
                <a:cs typeface="Segoe UI"/>
              </a:defRPr>
            </a:lvl1pPr>
            <a:lvl2pPr algn="l">
              <a:defRPr sz="1275" b="0" i="0">
                <a:solidFill>
                  <a:srgbClr val="A8C0BA"/>
                </a:solidFill>
                <a:latin typeface="Segoe UI"/>
                <a:ea typeface="Segoe UI"/>
                <a:cs typeface="Segoe UI"/>
              </a:defRPr>
            </a:lvl2pPr>
            <a:lvl3pPr algn="l">
              <a:defRPr sz="1275" b="0" i="0">
                <a:solidFill>
                  <a:srgbClr val="A8C0BA"/>
                </a:solidFill>
                <a:latin typeface="Segoe UI"/>
                <a:ea typeface="Segoe UI"/>
                <a:cs typeface="Segoe UI"/>
              </a:defRPr>
            </a:lvl3pPr>
            <a:lvl4pPr algn="l">
              <a:defRPr sz="1275" b="0" i="0">
                <a:solidFill>
                  <a:srgbClr val="A8C0BA"/>
                </a:solidFill>
                <a:latin typeface="Segoe UI"/>
                <a:ea typeface="Segoe UI"/>
                <a:cs typeface="Segoe UI"/>
              </a:defRPr>
            </a:lvl4pPr>
            <a:lvl5pPr algn="l">
              <a:defRPr sz="1275" b="0" i="0">
                <a:solidFill>
                  <a:srgbClr val="A8C0BA"/>
                </a:solidFill>
                <a:latin typeface="Segoe UI"/>
                <a:ea typeface="Segoe UI"/>
                <a:cs typeface="Segoe UI"/>
              </a:defRPr>
            </a:lvl5pPr>
            <a:lvl6pPr algn="l">
              <a:defRPr sz="1275" b="0" i="0">
                <a:solidFill>
                  <a:srgbClr val="A8C0BA"/>
                </a:solidFill>
                <a:latin typeface="Segoe UI"/>
                <a:ea typeface="Segoe UI"/>
                <a:cs typeface="Segoe UI"/>
              </a:defRPr>
            </a:lvl6pPr>
            <a:lvl7pPr algn="l">
              <a:defRPr sz="1275" b="0" i="0">
                <a:solidFill>
                  <a:srgbClr val="A8C0BA"/>
                </a:solidFill>
                <a:latin typeface="Segoe UI"/>
                <a:ea typeface="Segoe UI"/>
                <a:cs typeface="Segoe UI"/>
              </a:defRPr>
            </a:lvl7pPr>
            <a:lvl8pPr algn="l">
              <a:defRPr sz="1275" b="0" i="0">
                <a:solidFill>
                  <a:srgbClr val="A8C0BA"/>
                </a:solidFill>
                <a:latin typeface="Segoe UI"/>
                <a:ea typeface="Segoe UI"/>
                <a:cs typeface="Segoe UI"/>
              </a:defRPr>
            </a:lvl8pPr>
            <a:lvl9pPr algn="l">
              <a:defRPr sz="1275" b="0" i="0">
                <a:solidFill>
                  <a:srgbClr val="A8C0BA"/>
                </a:solidFill>
                <a:latin typeface="Segoe UI"/>
                <a:ea typeface="Segoe UI"/>
                <a:cs typeface="Segoe UI"/>
              </a:defRPr>
            </a:lvl9pPr>
          </a:lstStyle>
          <a:p xmlns:a="http://schemas.openxmlformats.org/drawingml/2006/main">
            <a:pPr algn="l">
              <a:defRPr sz="1275" b="0" i="0">
                <a:solidFill>
                  <a:srgbClr val="A8C0BA"/>
                </a:solidFill>
                <a:latin typeface="Segoe UI"/>
                <a:ea typeface="Segoe UI"/>
                <a:cs typeface="Segoe UI"/>
              </a:defRPr>
            </a:pPr>
            <a:r>
              <a:rPr sz="1275" b="0" i="0">
                <a:solidFill>
                  <a:srgbClr val="A8C0BA"/>
                </a:solidFill>
                <a:latin typeface="Segoe UI"/>
                <a:ea typeface="Segoe UI"/>
                <a:cs typeface="Segoe UI"/>
              </a:rPr>
              <a:t>100 árboles</a:t>
            </a:r>
          </a:p>
          <a:p xmlns:a="http://schemas.openxmlformats.org/drawingml/2006/main">
            <a:pPr algn="l">
              <a:defRPr sz="1275" b="0" i="0">
                <a:solidFill>
                  <a:srgbClr val="A8C0BA"/>
                </a:solidFill>
                <a:latin typeface="Segoe UI"/>
                <a:ea typeface="Segoe UI"/>
                <a:cs typeface="Segoe UI"/>
              </a:defRPr>
            </a:pPr>
            <a:r>
              <a:rPr sz="1275" b="0" i="0">
                <a:solidFill>
                  <a:srgbClr val="A8C0BA"/>
                </a:solidFill>
                <a:latin typeface="Segoe UI"/>
                <a:ea typeface="Segoe UI"/>
                <a:cs typeface="Segoe UI"/>
              </a:rPr>
              <a:t>Promedio de recorrido</a:t>
            </a:r>
          </a:p>
          <a:p xmlns:a="http://schemas.openxmlformats.org/drawingml/2006/main">
            <a:pPr algn="l">
              <a:defRPr sz="1275" b="0" i="0">
                <a:solidFill>
                  <a:srgbClr val="A8C0BA"/>
                </a:solidFill>
                <a:latin typeface="Segoe UI"/>
                <a:ea typeface="Segoe UI"/>
                <a:cs typeface="Segoe UI"/>
              </a:defRPr>
            </a:pPr>
            <a:r>
              <a:rPr sz="1275" b="0" i="0">
                <a:solidFill>
                  <a:srgbClr val="A8C0BA"/>
                </a:solidFill>
                <a:latin typeface="Segoe UI"/>
                <a:ea typeface="Segoe UI"/>
                <a:cs typeface="Segoe UI"/>
              </a:rPr>
              <a:t>Índice 0–100</a:t>
            </a:r>
          </a:p>
        </p:txBody>
      </p:sp>
      <p:sp>
        <p:nvSpPr>
          <p:cNvPr id="32" name="">
            <a:extLst xmlns:a="http://schemas.openxmlformats.org/drawingml/2006/main">
              <a:ext uri="{FF2B5EF4-FFF2-40B4-BE49-F238E27FC236}">
                <a16:creationId xmlns:a16="http://schemas.microsoft.com/office/drawing/2014/main" id="{BCF1BBB0-636B-47A8-B5DE-B9D9603DAC87}"/>
              </a:ext>
            </a:extLst>
          </p:cNvPr>
          <p:cNvSpPr>
            <a:spLocks xmlns:a="http://schemas.openxmlformats.org/drawingml/2006/main" noGrp="1"/>
          </p:cNvSpPr>
          <p:nvPr/>
        </p:nvSpPr>
        <p:spPr>
          <a:xfrm xmlns:a="http://schemas.openxmlformats.org/drawingml/2006/main">
            <a:off x="9039225" y="5105400"/>
            <a:ext cx="23050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5F4D7"/>
                </a:solidFill>
                <a:latin typeface="Segoe UI"/>
                <a:ea typeface="Segoe UI"/>
                <a:cs typeface="Segoe UI"/>
              </a:defRPr>
            </a:defPPr>
            <a:lvl1pPr algn="l">
              <a:defRPr sz="900" b="1" i="0">
                <a:solidFill>
                  <a:srgbClr val="C5F4D7"/>
                </a:solidFill>
                <a:latin typeface="Segoe UI"/>
                <a:ea typeface="Segoe UI"/>
                <a:cs typeface="Segoe UI"/>
              </a:defRPr>
            </a:lvl1pPr>
            <a:lvl2pPr algn="l">
              <a:defRPr sz="900" b="1" i="0">
                <a:solidFill>
                  <a:srgbClr val="C5F4D7"/>
                </a:solidFill>
                <a:latin typeface="Segoe UI"/>
                <a:ea typeface="Segoe UI"/>
                <a:cs typeface="Segoe UI"/>
              </a:defRPr>
            </a:lvl2pPr>
            <a:lvl3pPr algn="l">
              <a:defRPr sz="900" b="1" i="0">
                <a:solidFill>
                  <a:srgbClr val="C5F4D7"/>
                </a:solidFill>
                <a:latin typeface="Segoe UI"/>
                <a:ea typeface="Segoe UI"/>
                <a:cs typeface="Segoe UI"/>
              </a:defRPr>
            </a:lvl3pPr>
            <a:lvl4pPr algn="l">
              <a:defRPr sz="900" b="1" i="0">
                <a:solidFill>
                  <a:srgbClr val="C5F4D7"/>
                </a:solidFill>
                <a:latin typeface="Segoe UI"/>
                <a:ea typeface="Segoe UI"/>
                <a:cs typeface="Segoe UI"/>
              </a:defRPr>
            </a:lvl4pPr>
            <a:lvl5pPr algn="l">
              <a:defRPr sz="900" b="1" i="0">
                <a:solidFill>
                  <a:srgbClr val="C5F4D7"/>
                </a:solidFill>
                <a:latin typeface="Segoe UI"/>
                <a:ea typeface="Segoe UI"/>
                <a:cs typeface="Segoe UI"/>
              </a:defRPr>
            </a:lvl5pPr>
            <a:lvl6pPr algn="l">
              <a:defRPr sz="900" b="1" i="0">
                <a:solidFill>
                  <a:srgbClr val="C5F4D7"/>
                </a:solidFill>
                <a:latin typeface="Segoe UI"/>
                <a:ea typeface="Segoe UI"/>
                <a:cs typeface="Segoe UI"/>
              </a:defRPr>
            </a:lvl6pPr>
            <a:lvl7pPr algn="l">
              <a:defRPr sz="900" b="1" i="0">
                <a:solidFill>
                  <a:srgbClr val="C5F4D7"/>
                </a:solidFill>
                <a:latin typeface="Segoe UI"/>
                <a:ea typeface="Segoe UI"/>
                <a:cs typeface="Segoe UI"/>
              </a:defRPr>
            </a:lvl7pPr>
            <a:lvl8pPr algn="l">
              <a:defRPr sz="900" b="1" i="0">
                <a:solidFill>
                  <a:srgbClr val="C5F4D7"/>
                </a:solidFill>
                <a:latin typeface="Segoe UI"/>
                <a:ea typeface="Segoe UI"/>
                <a:cs typeface="Segoe UI"/>
              </a:defRPr>
            </a:lvl8pPr>
            <a:lvl9pPr algn="l">
              <a:defRPr sz="900" b="1" i="0">
                <a:solidFill>
                  <a:srgbClr val="C5F4D7"/>
                </a:solidFill>
                <a:latin typeface="Segoe UI"/>
                <a:ea typeface="Segoe UI"/>
                <a:cs typeface="Segoe UI"/>
              </a:defRPr>
            </a:lvl9pPr>
          </a:lstStyle>
          <a:p xmlns:a="http://schemas.openxmlformats.org/drawingml/2006/main">
            <a:pPr algn="l">
              <a:defRPr sz="900" b="1" i="0">
                <a:solidFill>
                  <a:srgbClr val="C5F4D7"/>
                </a:solidFill>
                <a:latin typeface="Segoe UI"/>
                <a:ea typeface="Segoe UI"/>
                <a:cs typeface="Segoe UI"/>
              </a:defRPr>
            </a:pPr>
            <a:r>
              <a:rPr sz="900" b="1" i="0">
                <a:solidFill>
                  <a:srgbClr val="C5F4D7"/>
                </a:solidFill>
                <a:latin typeface="Segoe UI"/>
                <a:ea typeface="Segoe UI"/>
                <a:cs typeface="Segoe UI"/>
              </a:rPr>
              <a:t>Se calcula en iPhone</a:t>
            </a:r>
          </a:p>
        </p:txBody>
      </p:sp>
      <p:sp>
        <p:nvSpPr>
          <p:cNvPr id="33" name="">
            <a:extLst xmlns:a="http://schemas.openxmlformats.org/drawingml/2006/main">
              <a:ext uri="{FF2B5EF4-FFF2-40B4-BE49-F238E27FC236}">
                <a16:creationId xmlns:a16="http://schemas.microsoft.com/office/drawing/2014/main" id="{4B1CBB8E-D727-424F-8C5C-9FF2CF283F66}"/>
              </a:ext>
            </a:extLst>
          </p:cNvPr>
          <p:cNvSpPr>
            <a:spLocks xmlns:a="http://schemas.openxmlformats.org/drawingml/2006/main" noGrp="1"/>
          </p:cNvSpPr>
          <p:nvPr/>
        </p:nvSpPr>
        <p:spPr>
          <a:xfrm xmlns:a="http://schemas.openxmlformats.org/drawingml/2006/main">
            <a:off x="723900" y="5829300"/>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7E9E98"/>
                </a:solidFill>
                <a:latin typeface="Segoe UI"/>
                <a:ea typeface="Segoe UI"/>
                <a:cs typeface="Segoe UI"/>
              </a:defRPr>
            </a:defPPr>
            <a:lvl1pPr algn="l">
              <a:defRPr sz="1050" b="0" i="0">
                <a:solidFill>
                  <a:srgbClr val="7E9E98"/>
                </a:solidFill>
                <a:latin typeface="Segoe UI"/>
                <a:ea typeface="Segoe UI"/>
                <a:cs typeface="Segoe UI"/>
              </a:defRPr>
            </a:lvl1pPr>
            <a:lvl2pPr algn="l">
              <a:defRPr sz="1050" b="0" i="0">
                <a:solidFill>
                  <a:srgbClr val="7E9E98"/>
                </a:solidFill>
                <a:latin typeface="Segoe UI"/>
                <a:ea typeface="Segoe UI"/>
                <a:cs typeface="Segoe UI"/>
              </a:defRPr>
            </a:lvl2pPr>
            <a:lvl3pPr algn="l">
              <a:defRPr sz="1050" b="0" i="0">
                <a:solidFill>
                  <a:srgbClr val="7E9E98"/>
                </a:solidFill>
                <a:latin typeface="Segoe UI"/>
                <a:ea typeface="Segoe UI"/>
                <a:cs typeface="Segoe UI"/>
              </a:defRPr>
            </a:lvl3pPr>
            <a:lvl4pPr algn="l">
              <a:defRPr sz="1050" b="0" i="0">
                <a:solidFill>
                  <a:srgbClr val="7E9E98"/>
                </a:solidFill>
                <a:latin typeface="Segoe UI"/>
                <a:ea typeface="Segoe UI"/>
                <a:cs typeface="Segoe UI"/>
              </a:defRPr>
            </a:lvl4pPr>
            <a:lvl5pPr algn="l">
              <a:defRPr sz="1050" b="0" i="0">
                <a:solidFill>
                  <a:srgbClr val="7E9E98"/>
                </a:solidFill>
                <a:latin typeface="Segoe UI"/>
                <a:ea typeface="Segoe UI"/>
                <a:cs typeface="Segoe UI"/>
              </a:defRPr>
            </a:lvl5pPr>
            <a:lvl6pPr algn="l">
              <a:defRPr sz="1050" b="0" i="0">
                <a:solidFill>
                  <a:srgbClr val="7E9E98"/>
                </a:solidFill>
                <a:latin typeface="Segoe UI"/>
                <a:ea typeface="Segoe UI"/>
                <a:cs typeface="Segoe UI"/>
              </a:defRPr>
            </a:lvl6pPr>
            <a:lvl7pPr algn="l">
              <a:defRPr sz="1050" b="0" i="0">
                <a:solidFill>
                  <a:srgbClr val="7E9E98"/>
                </a:solidFill>
                <a:latin typeface="Segoe UI"/>
                <a:ea typeface="Segoe UI"/>
                <a:cs typeface="Segoe UI"/>
              </a:defRPr>
            </a:lvl7pPr>
            <a:lvl8pPr algn="l">
              <a:defRPr sz="1050" b="0" i="0">
                <a:solidFill>
                  <a:srgbClr val="7E9E98"/>
                </a:solidFill>
                <a:latin typeface="Segoe UI"/>
                <a:ea typeface="Segoe UI"/>
                <a:cs typeface="Segoe UI"/>
              </a:defRPr>
            </a:lvl8pPr>
            <a:lvl9pPr algn="l">
              <a:defRPr sz="1050" b="0" i="0">
                <a:solidFill>
                  <a:srgbClr val="7E9E98"/>
                </a:solidFill>
                <a:latin typeface="Segoe UI"/>
                <a:ea typeface="Segoe UI"/>
                <a:cs typeface="Segoe UI"/>
              </a:defRPr>
            </a:lvl9pPr>
          </a:lstStyle>
          <a:p xmlns:a="http://schemas.openxmlformats.org/drawingml/2006/main">
            <a:pPr algn="l">
              <a:defRPr sz="1050" b="0" i="0">
                <a:solidFill>
                  <a:srgbClr val="7E9E98"/>
                </a:solidFill>
                <a:latin typeface="Segoe UI"/>
                <a:ea typeface="Segoe UI"/>
                <a:cs typeface="Segoe UI"/>
              </a:defRPr>
            </a:pPr>
            <a:r>
              <a:rPr sz="1050" b="0" i="0">
                <a:solidFill>
                  <a:srgbClr val="7E9E98"/>
                </a:solidFill>
                <a:latin typeface="Segoe UI"/>
                <a:ea typeface="Segoe UI"/>
                <a:cs typeface="Segoe UI"/>
              </a:rPr>
              <a:t>El modelo no necesita datos de sueño y no envía estas mediciones a un modelo remoto.</a:t>
            </a:r>
          </a:p>
        </p:txBody>
      </p:sp>
    </p:spTree>
    <p:extLst>
      <p:ext uri="{BB962C8B-B14F-4D97-AF65-F5344CB8AC3E}">
        <p14:creationId xmlns:p14="http://schemas.microsoft.com/office/powerpoint/2010/main" val="668365242"/>
      </p:ext>
    </p:extLst>
  </p:cSld>
</p:sld>
</file>

<file path=ppt/slides/slide5.xml><?xml version="1.0" encoding="utf-8"?>
<p:sld xmlns:p="http://schemas.openxmlformats.org/presentationml/2006/main">
  <p:cSld>
    <p:bg>
      <p:bgPr>
        <a:solidFill xmlns:a="http://schemas.openxmlformats.org/drawingml/2006/main">
          <a:srgbClr val="071A24"/>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56EF9FF-5674-4779-9CC3-C0DB4229B4B9}"/>
              </a:ext>
            </a:extLst>
          </p:cNvPr>
          <p:cNvSpPr>
            <a:spLocks xmlns:a="http://schemas.openxmlformats.org/drawingml/2006/main" noGrp="1"/>
          </p:cNvSpPr>
          <p:nvPr/>
        </p:nvSpPr>
        <p:spPr>
          <a:xfrm xmlns:a="http://schemas.openxmlformats.org/drawingml/2006/main">
            <a:off x="704850" y="4572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BIOPULSE  /  APRENDIZAJE AUTOMÁTICO</a:t>
            </a:r>
          </a:p>
        </p:txBody>
      </p:sp>
      <p:sp>
        <p:nvSpPr>
          <p:cNvPr id="2" name="">
            <a:extLst xmlns:a="http://schemas.openxmlformats.org/drawingml/2006/main">
              <a:ext uri="{FF2B5EF4-FFF2-40B4-BE49-F238E27FC236}">
                <a16:creationId xmlns:a16="http://schemas.microsoft.com/office/drawing/2014/main" id="{D7BB8A2A-0CA7-4005-80EF-D620A2B00406}"/>
              </a:ext>
            </a:extLst>
          </p:cNvPr>
          <p:cNvSpPr>
            <a:spLocks xmlns:a="http://schemas.openxmlformats.org/drawingml/2006/main" noGrp="1"/>
          </p:cNvSpPr>
          <p:nvPr/>
        </p:nvSpPr>
        <p:spPr>
          <a:xfrm xmlns:a="http://schemas.openxmlformats.org/drawingml/2006/main">
            <a:off x="704850" y="876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1F7F3"/>
                </a:solidFill>
                <a:latin typeface="Segoe UI"/>
                <a:ea typeface="Segoe UI"/>
                <a:cs typeface="Segoe UI"/>
              </a:defRPr>
            </a:defPPr>
            <a:lvl1pPr algn="l">
              <a:defRPr sz="3150" b="1" i="0">
                <a:solidFill>
                  <a:srgbClr val="F1F7F3"/>
                </a:solidFill>
                <a:latin typeface="Segoe UI"/>
                <a:ea typeface="Segoe UI"/>
                <a:cs typeface="Segoe UI"/>
              </a:defRPr>
            </a:lvl1pPr>
            <a:lvl2pPr algn="l">
              <a:defRPr sz="3150" b="1" i="0">
                <a:solidFill>
                  <a:srgbClr val="F1F7F3"/>
                </a:solidFill>
                <a:latin typeface="Segoe UI"/>
                <a:ea typeface="Segoe UI"/>
                <a:cs typeface="Segoe UI"/>
              </a:defRPr>
            </a:lvl2pPr>
            <a:lvl3pPr algn="l">
              <a:defRPr sz="3150" b="1" i="0">
                <a:solidFill>
                  <a:srgbClr val="F1F7F3"/>
                </a:solidFill>
                <a:latin typeface="Segoe UI"/>
                <a:ea typeface="Segoe UI"/>
                <a:cs typeface="Segoe UI"/>
              </a:defRPr>
            </a:lvl3pPr>
            <a:lvl4pPr algn="l">
              <a:defRPr sz="3150" b="1" i="0">
                <a:solidFill>
                  <a:srgbClr val="F1F7F3"/>
                </a:solidFill>
                <a:latin typeface="Segoe UI"/>
                <a:ea typeface="Segoe UI"/>
                <a:cs typeface="Segoe UI"/>
              </a:defRPr>
            </a:lvl4pPr>
            <a:lvl5pPr algn="l">
              <a:defRPr sz="3150" b="1" i="0">
                <a:solidFill>
                  <a:srgbClr val="F1F7F3"/>
                </a:solidFill>
                <a:latin typeface="Segoe UI"/>
                <a:ea typeface="Segoe UI"/>
                <a:cs typeface="Segoe UI"/>
              </a:defRPr>
            </a:lvl5pPr>
            <a:lvl6pPr algn="l">
              <a:defRPr sz="3150" b="1" i="0">
                <a:solidFill>
                  <a:srgbClr val="F1F7F3"/>
                </a:solidFill>
                <a:latin typeface="Segoe UI"/>
                <a:ea typeface="Segoe UI"/>
                <a:cs typeface="Segoe UI"/>
              </a:defRPr>
            </a:lvl6pPr>
            <a:lvl7pPr algn="l">
              <a:defRPr sz="3150" b="1" i="0">
                <a:solidFill>
                  <a:srgbClr val="F1F7F3"/>
                </a:solidFill>
                <a:latin typeface="Segoe UI"/>
                <a:ea typeface="Segoe UI"/>
                <a:cs typeface="Segoe UI"/>
              </a:defRPr>
            </a:lvl7pPr>
            <a:lvl8pPr algn="l">
              <a:defRPr sz="3150" b="1" i="0">
                <a:solidFill>
                  <a:srgbClr val="F1F7F3"/>
                </a:solidFill>
                <a:latin typeface="Segoe UI"/>
                <a:ea typeface="Segoe UI"/>
                <a:cs typeface="Segoe UI"/>
              </a:defRPr>
            </a:lvl8pPr>
            <a:lvl9pPr algn="l">
              <a:defRPr sz="3150" b="1" i="0">
                <a:solidFill>
                  <a:srgbClr val="F1F7F3"/>
                </a:solidFill>
                <a:latin typeface="Segoe UI"/>
                <a:ea typeface="Segoe UI"/>
                <a:cs typeface="Segoe UI"/>
              </a:defRPr>
            </a:lvl9pPr>
          </a:lstStyle>
          <a:p xmlns:a="http://schemas.openxmlformats.org/drawingml/2006/main">
            <a:pPr algn="l">
              <a:defRPr sz="3150" b="1" i="0">
                <a:solidFill>
                  <a:srgbClr val="F1F7F3"/>
                </a:solidFill>
                <a:latin typeface="Segoe UI"/>
                <a:ea typeface="Segoe UI"/>
                <a:cs typeface="Segoe UI"/>
              </a:defRPr>
            </a:pPr>
            <a:r>
              <a:rPr sz="3150" b="1" i="0">
                <a:solidFill>
                  <a:srgbClr val="F1F7F3"/>
                </a:solidFill>
                <a:latin typeface="Segoe UI"/>
                <a:ea typeface="Segoe UI"/>
                <a:cs typeface="Segoe UI"/>
              </a:rPr>
              <a:t>El score mide aislamiento, no gravedad</a:t>
            </a:r>
          </a:p>
        </p:txBody>
      </p:sp>
      <p:sp>
        <p:nvSpPr>
          <p:cNvPr id="3" name="">
            <a:extLst xmlns:a="http://schemas.openxmlformats.org/drawingml/2006/main">
              <a:ext uri="{FF2B5EF4-FFF2-40B4-BE49-F238E27FC236}">
                <a16:creationId xmlns:a16="http://schemas.microsoft.com/office/drawing/2014/main" id="{3C2829A2-C1FD-4983-8A8C-92CE459A2509}"/>
              </a:ext>
            </a:extLst>
          </p:cNvPr>
          <p:cNvSpPr>
            <a:spLocks xmlns:a="http://schemas.openxmlformats.org/drawingml/2006/main" noGrp="1"/>
          </p:cNvSpPr>
          <p:nvPr/>
        </p:nvSpPr>
        <p:spPr>
          <a:xfrm xmlns:a="http://schemas.openxmlformats.org/drawingml/2006/main">
            <a:off x="723900" y="15621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A8C0BA"/>
                </a:solidFill>
                <a:latin typeface="Segoe UI"/>
                <a:ea typeface="Segoe UI"/>
                <a:cs typeface="Segoe UI"/>
              </a:defRPr>
            </a:defPPr>
            <a:lvl1pPr algn="l">
              <a:defRPr sz="1425" b="0" i="0">
                <a:solidFill>
                  <a:srgbClr val="A8C0BA"/>
                </a:solidFill>
                <a:latin typeface="Segoe UI"/>
                <a:ea typeface="Segoe UI"/>
                <a:cs typeface="Segoe UI"/>
              </a:defRPr>
            </a:lvl1pPr>
            <a:lvl2pPr algn="l">
              <a:defRPr sz="1425" b="0" i="0">
                <a:solidFill>
                  <a:srgbClr val="A8C0BA"/>
                </a:solidFill>
                <a:latin typeface="Segoe UI"/>
                <a:ea typeface="Segoe UI"/>
                <a:cs typeface="Segoe UI"/>
              </a:defRPr>
            </a:lvl2pPr>
            <a:lvl3pPr algn="l">
              <a:defRPr sz="1425" b="0" i="0">
                <a:solidFill>
                  <a:srgbClr val="A8C0BA"/>
                </a:solidFill>
                <a:latin typeface="Segoe UI"/>
                <a:ea typeface="Segoe UI"/>
                <a:cs typeface="Segoe UI"/>
              </a:defRPr>
            </a:lvl3pPr>
            <a:lvl4pPr algn="l">
              <a:defRPr sz="1425" b="0" i="0">
                <a:solidFill>
                  <a:srgbClr val="A8C0BA"/>
                </a:solidFill>
                <a:latin typeface="Segoe UI"/>
                <a:ea typeface="Segoe UI"/>
                <a:cs typeface="Segoe UI"/>
              </a:defRPr>
            </a:lvl4pPr>
            <a:lvl5pPr algn="l">
              <a:defRPr sz="1425" b="0" i="0">
                <a:solidFill>
                  <a:srgbClr val="A8C0BA"/>
                </a:solidFill>
                <a:latin typeface="Segoe UI"/>
                <a:ea typeface="Segoe UI"/>
                <a:cs typeface="Segoe UI"/>
              </a:defRPr>
            </a:lvl5pPr>
            <a:lvl6pPr algn="l">
              <a:defRPr sz="1425" b="0" i="0">
                <a:solidFill>
                  <a:srgbClr val="A8C0BA"/>
                </a:solidFill>
                <a:latin typeface="Segoe UI"/>
                <a:ea typeface="Segoe UI"/>
                <a:cs typeface="Segoe UI"/>
              </a:defRPr>
            </a:lvl6pPr>
            <a:lvl7pPr algn="l">
              <a:defRPr sz="1425" b="0" i="0">
                <a:solidFill>
                  <a:srgbClr val="A8C0BA"/>
                </a:solidFill>
                <a:latin typeface="Segoe UI"/>
                <a:ea typeface="Segoe UI"/>
                <a:cs typeface="Segoe UI"/>
              </a:defRPr>
            </a:lvl7pPr>
            <a:lvl8pPr algn="l">
              <a:defRPr sz="1425" b="0" i="0">
                <a:solidFill>
                  <a:srgbClr val="A8C0BA"/>
                </a:solidFill>
                <a:latin typeface="Segoe UI"/>
                <a:ea typeface="Segoe UI"/>
                <a:cs typeface="Segoe UI"/>
              </a:defRPr>
            </a:lvl8pPr>
            <a:lvl9pPr algn="l">
              <a:defRPr sz="1425" b="0" i="0">
                <a:solidFill>
                  <a:srgbClr val="A8C0BA"/>
                </a:solidFill>
                <a:latin typeface="Segoe UI"/>
                <a:ea typeface="Segoe UI"/>
                <a:cs typeface="Segoe UI"/>
              </a:defRPr>
            </a:lvl9pPr>
          </a:lstStyle>
          <a:p xmlns:a="http://schemas.openxmlformats.org/drawingml/2006/main">
            <a:pPr algn="l">
              <a:defRPr sz="1425" b="0" i="0">
                <a:solidFill>
                  <a:srgbClr val="A8C0BA"/>
                </a:solidFill>
                <a:latin typeface="Segoe UI"/>
                <a:ea typeface="Segoe UI"/>
                <a:cs typeface="Segoe UI"/>
              </a:defRPr>
            </a:pPr>
            <a:r>
              <a:rPr sz="1425" b="0" i="0">
                <a:solidFill>
                  <a:srgbClr val="A8C0BA"/>
                </a:solidFill>
                <a:latin typeface="Segoe UI"/>
                <a:ea typeface="Segoe UI"/>
                <a:cs typeface="Segoe UI"/>
              </a:rPr>
              <a:t>La cifra se interpreta en relación con la historia reciente de esa persona.</a:t>
            </a:r>
          </a:p>
        </p:txBody>
      </p:sp>
      <p:sp>
        <p:nvSpPr>
          <p:cNvPr id="4" name="">
            <a:extLst xmlns:a="http://schemas.openxmlformats.org/drawingml/2006/main">
              <a:ext uri="{FF2B5EF4-FFF2-40B4-BE49-F238E27FC236}">
                <a16:creationId xmlns:a16="http://schemas.microsoft.com/office/drawing/2014/main" id="{ADF6ACFA-257E-4D53-9CCB-4D691D85FB98}"/>
              </a:ext>
            </a:extLst>
          </p:cNvPr>
          <p:cNvSpPr>
            <a:spLocks xmlns:a="http://schemas.openxmlformats.org/drawingml/2006/main" noGrp="1"/>
          </p:cNvSpPr>
          <p:nvPr/>
        </p:nvSpPr>
        <p:spPr>
          <a:xfrm xmlns:a="http://schemas.openxmlformats.org/drawingml/2006/main">
            <a:off x="704850" y="6362700"/>
            <a:ext cx="10782300"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2DD0B03-771E-4ECE-B298-AC6290085716}"/>
              </a:ext>
            </a:extLst>
          </p:cNvPr>
          <p:cNvSpPr>
            <a:spLocks xmlns:a="http://schemas.openxmlformats.org/drawingml/2006/main" noGrp="1"/>
          </p:cNvSpPr>
          <p:nvPr/>
        </p:nvSpPr>
        <p:spPr>
          <a:xfrm xmlns:a="http://schemas.openxmlformats.org/drawingml/2006/main">
            <a:off x="704850" y="6486525"/>
            <a:ext cx="542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7E9E98"/>
                </a:solidFill>
                <a:latin typeface="Segoe UI"/>
                <a:ea typeface="Segoe UI"/>
                <a:cs typeface="Segoe UI"/>
              </a:defRPr>
            </a:defPPr>
            <a:lvl1pPr algn="l">
              <a:defRPr sz="750" b="0" i="0">
                <a:solidFill>
                  <a:srgbClr val="7E9E98"/>
                </a:solidFill>
                <a:latin typeface="Segoe UI"/>
                <a:ea typeface="Segoe UI"/>
                <a:cs typeface="Segoe UI"/>
              </a:defRPr>
            </a:lvl1pPr>
            <a:lvl2pPr algn="l">
              <a:defRPr sz="750" b="0" i="0">
                <a:solidFill>
                  <a:srgbClr val="7E9E98"/>
                </a:solidFill>
                <a:latin typeface="Segoe UI"/>
                <a:ea typeface="Segoe UI"/>
                <a:cs typeface="Segoe UI"/>
              </a:defRPr>
            </a:lvl2pPr>
            <a:lvl3pPr algn="l">
              <a:defRPr sz="750" b="0" i="0">
                <a:solidFill>
                  <a:srgbClr val="7E9E98"/>
                </a:solidFill>
                <a:latin typeface="Segoe UI"/>
                <a:ea typeface="Segoe UI"/>
                <a:cs typeface="Segoe UI"/>
              </a:defRPr>
            </a:lvl3pPr>
            <a:lvl4pPr algn="l">
              <a:defRPr sz="750" b="0" i="0">
                <a:solidFill>
                  <a:srgbClr val="7E9E98"/>
                </a:solidFill>
                <a:latin typeface="Segoe UI"/>
                <a:ea typeface="Segoe UI"/>
                <a:cs typeface="Segoe UI"/>
              </a:defRPr>
            </a:lvl4pPr>
            <a:lvl5pPr algn="l">
              <a:defRPr sz="750" b="0" i="0">
                <a:solidFill>
                  <a:srgbClr val="7E9E98"/>
                </a:solidFill>
                <a:latin typeface="Segoe UI"/>
                <a:ea typeface="Segoe UI"/>
                <a:cs typeface="Segoe UI"/>
              </a:defRPr>
            </a:lvl5pPr>
            <a:lvl6pPr algn="l">
              <a:defRPr sz="750" b="0" i="0">
                <a:solidFill>
                  <a:srgbClr val="7E9E98"/>
                </a:solidFill>
                <a:latin typeface="Segoe UI"/>
                <a:ea typeface="Segoe UI"/>
                <a:cs typeface="Segoe UI"/>
              </a:defRPr>
            </a:lvl6pPr>
            <a:lvl7pPr algn="l">
              <a:defRPr sz="750" b="0" i="0">
                <a:solidFill>
                  <a:srgbClr val="7E9E98"/>
                </a:solidFill>
                <a:latin typeface="Segoe UI"/>
                <a:ea typeface="Segoe UI"/>
                <a:cs typeface="Segoe UI"/>
              </a:defRPr>
            </a:lvl7pPr>
            <a:lvl8pPr algn="l">
              <a:defRPr sz="750" b="0" i="0">
                <a:solidFill>
                  <a:srgbClr val="7E9E98"/>
                </a:solidFill>
                <a:latin typeface="Segoe UI"/>
                <a:ea typeface="Segoe UI"/>
                <a:cs typeface="Segoe UI"/>
              </a:defRPr>
            </a:lvl8pPr>
            <a:lvl9pPr algn="l">
              <a:defRPr sz="750" b="0" i="0">
                <a:solidFill>
                  <a:srgbClr val="7E9E98"/>
                </a:solidFill>
                <a:latin typeface="Segoe UI"/>
                <a:ea typeface="Segoe UI"/>
                <a:cs typeface="Segoe UI"/>
              </a:defRPr>
            </a:lvl9pPr>
          </a:lstStyle>
          <a:p xmlns:a="http://schemas.openxmlformats.org/drawingml/2006/main">
            <a:pPr algn="l">
              <a:defRPr sz="750" b="0" i="0">
                <a:solidFill>
                  <a:srgbClr val="7E9E98"/>
                </a:solidFill>
                <a:latin typeface="Segoe UI"/>
                <a:ea typeface="Segoe UI"/>
                <a:cs typeface="Segoe UI"/>
              </a:defRPr>
            </a:pPr>
            <a:r>
              <a:rPr sz="750" b="0" i="0">
                <a:solidFill>
                  <a:srgbClr val="7E9E98"/>
                </a:solidFill>
                <a:latin typeface="Segoe UI"/>
                <a:ea typeface="Segoe UI"/>
                <a:cs typeface="Segoe UI"/>
              </a:rPr>
              <a:t>BioPulse · ciencia de datos</a:t>
            </a:r>
          </a:p>
        </p:txBody>
      </p:sp>
      <p:sp>
        <p:nvSpPr>
          <p:cNvPr id="6" name="">
            <a:extLst xmlns:a="http://schemas.openxmlformats.org/drawingml/2006/main">
              <a:ext uri="{FF2B5EF4-FFF2-40B4-BE49-F238E27FC236}">
                <a16:creationId xmlns:a16="http://schemas.microsoft.com/office/drawing/2014/main" id="{2DA3AA12-5909-4873-9D0A-B7B556BDFFA3}"/>
              </a:ext>
            </a:extLst>
          </p:cNvPr>
          <p:cNvSpPr>
            <a:spLocks xmlns:a="http://schemas.openxmlformats.org/drawingml/2006/main" noGrp="1"/>
          </p:cNvSpPr>
          <p:nvPr/>
        </p:nvSpPr>
        <p:spPr>
          <a:xfrm xmlns:a="http://schemas.openxmlformats.org/drawingml/2006/main">
            <a:off x="10734675" y="6477000"/>
            <a:ext cx="7524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7E9E98"/>
                </a:solidFill>
                <a:latin typeface="Segoe UI"/>
                <a:ea typeface="Segoe UI"/>
                <a:cs typeface="Segoe UI"/>
              </a:defRPr>
            </a:defPPr>
            <a:lvl1pPr algn="r">
              <a:defRPr sz="750" b="0" i="0">
                <a:solidFill>
                  <a:srgbClr val="7E9E98"/>
                </a:solidFill>
                <a:latin typeface="Segoe UI"/>
                <a:ea typeface="Segoe UI"/>
                <a:cs typeface="Segoe UI"/>
              </a:defRPr>
            </a:lvl1pPr>
            <a:lvl2pPr algn="r">
              <a:defRPr sz="750" b="0" i="0">
                <a:solidFill>
                  <a:srgbClr val="7E9E98"/>
                </a:solidFill>
                <a:latin typeface="Segoe UI"/>
                <a:ea typeface="Segoe UI"/>
                <a:cs typeface="Segoe UI"/>
              </a:defRPr>
            </a:lvl2pPr>
            <a:lvl3pPr algn="r">
              <a:defRPr sz="750" b="0" i="0">
                <a:solidFill>
                  <a:srgbClr val="7E9E98"/>
                </a:solidFill>
                <a:latin typeface="Segoe UI"/>
                <a:ea typeface="Segoe UI"/>
                <a:cs typeface="Segoe UI"/>
              </a:defRPr>
            </a:lvl3pPr>
            <a:lvl4pPr algn="r">
              <a:defRPr sz="750" b="0" i="0">
                <a:solidFill>
                  <a:srgbClr val="7E9E98"/>
                </a:solidFill>
                <a:latin typeface="Segoe UI"/>
                <a:ea typeface="Segoe UI"/>
                <a:cs typeface="Segoe UI"/>
              </a:defRPr>
            </a:lvl4pPr>
            <a:lvl5pPr algn="r">
              <a:defRPr sz="750" b="0" i="0">
                <a:solidFill>
                  <a:srgbClr val="7E9E98"/>
                </a:solidFill>
                <a:latin typeface="Segoe UI"/>
                <a:ea typeface="Segoe UI"/>
                <a:cs typeface="Segoe UI"/>
              </a:defRPr>
            </a:lvl5pPr>
            <a:lvl6pPr algn="r">
              <a:defRPr sz="750" b="0" i="0">
                <a:solidFill>
                  <a:srgbClr val="7E9E98"/>
                </a:solidFill>
                <a:latin typeface="Segoe UI"/>
                <a:ea typeface="Segoe UI"/>
                <a:cs typeface="Segoe UI"/>
              </a:defRPr>
            </a:lvl6pPr>
            <a:lvl7pPr algn="r">
              <a:defRPr sz="750" b="0" i="0">
                <a:solidFill>
                  <a:srgbClr val="7E9E98"/>
                </a:solidFill>
                <a:latin typeface="Segoe UI"/>
                <a:ea typeface="Segoe UI"/>
                <a:cs typeface="Segoe UI"/>
              </a:defRPr>
            </a:lvl7pPr>
            <a:lvl8pPr algn="r">
              <a:defRPr sz="750" b="0" i="0">
                <a:solidFill>
                  <a:srgbClr val="7E9E98"/>
                </a:solidFill>
                <a:latin typeface="Segoe UI"/>
                <a:ea typeface="Segoe UI"/>
                <a:cs typeface="Segoe UI"/>
              </a:defRPr>
            </a:lvl8pPr>
            <a:lvl9pPr algn="r">
              <a:defRPr sz="750" b="0" i="0">
                <a:solidFill>
                  <a:srgbClr val="7E9E98"/>
                </a:solidFill>
                <a:latin typeface="Segoe UI"/>
                <a:ea typeface="Segoe UI"/>
                <a:cs typeface="Segoe UI"/>
              </a:defRPr>
            </a:lvl9pPr>
          </a:lstStyle>
          <a:p xmlns:a="http://schemas.openxmlformats.org/drawingml/2006/main">
            <a:pPr algn="r">
              <a:defRPr sz="750" b="0" i="0">
                <a:solidFill>
                  <a:srgbClr val="7E9E98"/>
                </a:solidFill>
                <a:latin typeface="Segoe UI"/>
                <a:ea typeface="Segoe UI"/>
                <a:cs typeface="Segoe UI"/>
              </a:defRPr>
            </a:pPr>
            <a:r>
              <a:rPr sz="750" b="0" i="0">
                <a:solidFill>
                  <a:srgbClr val="7E9E98"/>
                </a:solidFill>
                <a:latin typeface="Segoe UI"/>
                <a:ea typeface="Segoe UI"/>
                <a:cs typeface="Segoe UI"/>
              </a:rPr>
              <a:t>05 / 08</a:t>
            </a:r>
          </a:p>
        </p:txBody>
      </p:sp>
      <p:sp>
        <p:nvSpPr>
          <p:cNvPr id="7" name="">
            <a:extLst xmlns:a="http://schemas.openxmlformats.org/drawingml/2006/main">
              <a:ext uri="{FF2B5EF4-FFF2-40B4-BE49-F238E27FC236}">
                <a16:creationId xmlns:a16="http://schemas.microsoft.com/office/drawing/2014/main" id="{F280877B-12E8-4BDE-964B-312CC56FE0DD}"/>
              </a:ext>
            </a:extLst>
          </p:cNvPr>
          <p:cNvSpPr>
            <a:spLocks xmlns:a="http://schemas.openxmlformats.org/drawingml/2006/main" noGrp="1"/>
          </p:cNvSpPr>
          <p:nvPr/>
        </p:nvSpPr>
        <p:spPr>
          <a:xfrm xmlns:a="http://schemas.openxmlformats.org/drawingml/2006/main">
            <a:off x="742950" y="242887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CÁLCULO DEL ÍNDICE</a:t>
            </a:r>
          </a:p>
        </p:txBody>
      </p:sp>
      <p:sp>
        <p:nvSpPr>
          <p:cNvPr id="8" name="">
            <a:extLst xmlns:a="http://schemas.openxmlformats.org/drawingml/2006/main">
              <a:ext uri="{FF2B5EF4-FFF2-40B4-BE49-F238E27FC236}">
                <a16:creationId xmlns:a16="http://schemas.microsoft.com/office/drawing/2014/main" id="{8F8904A0-F4B1-417F-AE8A-FA4F9BF293C3}"/>
              </a:ext>
            </a:extLst>
          </p:cNvPr>
          <p:cNvSpPr>
            <a:spLocks xmlns:a="http://schemas.openxmlformats.org/drawingml/2006/main" noGrp="1"/>
          </p:cNvSpPr>
          <p:nvPr/>
        </p:nvSpPr>
        <p:spPr>
          <a:xfrm xmlns:a="http://schemas.openxmlformats.org/drawingml/2006/main">
            <a:off x="723900" y="2867025"/>
            <a:ext cx="5153025" cy="1990725"/>
          </a:xfrm>
          <a:prstGeom xmlns:a="http://schemas.openxmlformats.org/drawingml/2006/main" prst="roundRect">
            <a:avLst>
              <a:gd name="adj" fmla="val 7656"/>
            </a:avLst>
          </a:prstGeom>
          <a:solidFill xmlns:a="http://schemas.openxmlformats.org/drawingml/2006/main">
            <a:srgbClr val="102B34"/>
          </a:solidFill>
          <a:ln xmlns:a="http://schemas.openxmlformats.org/drawingml/2006/main" w="9525">
            <a:solidFill>
              <a:srgbClr val="8DBEB1">
                <a:alpha val="16863"/>
              </a:srgbClr>
            </a:solidFill>
            <a:prstDash val="solid"/>
          </a:ln>
        </p:spPr>
      </p:sp>
      <p:sp>
        <p:nvSpPr>
          <p:cNvPr id="9" name="">
            <a:extLst xmlns:a="http://schemas.openxmlformats.org/drawingml/2006/main">
              <a:ext uri="{FF2B5EF4-FFF2-40B4-BE49-F238E27FC236}">
                <a16:creationId xmlns:a16="http://schemas.microsoft.com/office/drawing/2014/main" id="{E3CED474-A9A2-4BF2-AEE6-5DBDDA7E4F53}"/>
              </a:ext>
            </a:extLst>
          </p:cNvPr>
          <p:cNvSpPr>
            <a:spLocks xmlns:a="http://schemas.openxmlformats.org/drawingml/2006/main" noGrp="1"/>
          </p:cNvSpPr>
          <p:nvPr/>
        </p:nvSpPr>
        <p:spPr>
          <a:xfrm xmlns:a="http://schemas.openxmlformats.org/drawingml/2006/main">
            <a:off x="990600" y="3190875"/>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75" b="1" i="0">
                <a:solidFill>
                  <a:srgbClr val="C5F4D7"/>
                </a:solidFill>
                <a:latin typeface="Segoe UI"/>
                <a:ea typeface="Segoe UI"/>
                <a:cs typeface="Segoe UI"/>
              </a:defRPr>
            </a:defPPr>
            <a:lvl1pPr algn="ctr">
              <a:defRPr sz="2175" b="1" i="0">
                <a:solidFill>
                  <a:srgbClr val="C5F4D7"/>
                </a:solidFill>
                <a:latin typeface="Segoe UI"/>
                <a:ea typeface="Segoe UI"/>
                <a:cs typeface="Segoe UI"/>
              </a:defRPr>
            </a:lvl1pPr>
            <a:lvl2pPr algn="ctr">
              <a:defRPr sz="2175" b="1" i="0">
                <a:solidFill>
                  <a:srgbClr val="C5F4D7"/>
                </a:solidFill>
                <a:latin typeface="Segoe UI"/>
                <a:ea typeface="Segoe UI"/>
                <a:cs typeface="Segoe UI"/>
              </a:defRPr>
            </a:lvl2pPr>
            <a:lvl3pPr algn="ctr">
              <a:defRPr sz="2175" b="1" i="0">
                <a:solidFill>
                  <a:srgbClr val="C5F4D7"/>
                </a:solidFill>
                <a:latin typeface="Segoe UI"/>
                <a:ea typeface="Segoe UI"/>
                <a:cs typeface="Segoe UI"/>
              </a:defRPr>
            </a:lvl3pPr>
            <a:lvl4pPr algn="ctr">
              <a:defRPr sz="2175" b="1" i="0">
                <a:solidFill>
                  <a:srgbClr val="C5F4D7"/>
                </a:solidFill>
                <a:latin typeface="Segoe UI"/>
                <a:ea typeface="Segoe UI"/>
                <a:cs typeface="Segoe UI"/>
              </a:defRPr>
            </a:lvl4pPr>
            <a:lvl5pPr algn="ctr">
              <a:defRPr sz="2175" b="1" i="0">
                <a:solidFill>
                  <a:srgbClr val="C5F4D7"/>
                </a:solidFill>
                <a:latin typeface="Segoe UI"/>
                <a:ea typeface="Segoe UI"/>
                <a:cs typeface="Segoe UI"/>
              </a:defRPr>
            </a:lvl5pPr>
            <a:lvl6pPr algn="ctr">
              <a:defRPr sz="2175" b="1" i="0">
                <a:solidFill>
                  <a:srgbClr val="C5F4D7"/>
                </a:solidFill>
                <a:latin typeface="Segoe UI"/>
                <a:ea typeface="Segoe UI"/>
                <a:cs typeface="Segoe UI"/>
              </a:defRPr>
            </a:lvl6pPr>
            <a:lvl7pPr algn="ctr">
              <a:defRPr sz="2175" b="1" i="0">
                <a:solidFill>
                  <a:srgbClr val="C5F4D7"/>
                </a:solidFill>
                <a:latin typeface="Segoe UI"/>
                <a:ea typeface="Segoe UI"/>
                <a:cs typeface="Segoe UI"/>
              </a:defRPr>
            </a:lvl7pPr>
            <a:lvl8pPr algn="ctr">
              <a:defRPr sz="2175" b="1" i="0">
                <a:solidFill>
                  <a:srgbClr val="C5F4D7"/>
                </a:solidFill>
                <a:latin typeface="Segoe UI"/>
                <a:ea typeface="Segoe UI"/>
                <a:cs typeface="Segoe UI"/>
              </a:defRPr>
            </a:lvl8pPr>
            <a:lvl9pPr algn="ctr">
              <a:defRPr sz="2175" b="1" i="0">
                <a:solidFill>
                  <a:srgbClr val="C5F4D7"/>
                </a:solidFill>
                <a:latin typeface="Segoe UI"/>
                <a:ea typeface="Segoe UI"/>
                <a:cs typeface="Segoe UI"/>
              </a:defRPr>
            </a:lvl9pPr>
          </a:lstStyle>
          <a:p xmlns:a="http://schemas.openxmlformats.org/drawingml/2006/main">
            <a:pPr algn="ctr">
              <a:defRPr sz="2175" b="1" i="0">
                <a:solidFill>
                  <a:srgbClr val="C5F4D7"/>
                </a:solidFill>
                <a:latin typeface="Segoe UI"/>
                <a:ea typeface="Segoe UI"/>
                <a:cs typeface="Segoe UI"/>
              </a:defRPr>
            </a:pPr>
            <a:r>
              <a:rPr sz="2175" b="1" i="0">
                <a:solidFill>
                  <a:srgbClr val="C5F4D7"/>
                </a:solidFill>
                <a:latin typeface="Segoe UI"/>
                <a:ea typeface="Segoe UI"/>
                <a:cs typeface="Segoe UI"/>
              </a:rPr>
              <a:t>100 × 2^(−E[h(x)] / c(n))</a:t>
            </a:r>
          </a:p>
        </p:txBody>
      </p:sp>
      <p:sp>
        <p:nvSpPr>
          <p:cNvPr id="10" name="">
            <a:extLst xmlns:a="http://schemas.openxmlformats.org/drawingml/2006/main">
              <a:ext uri="{FF2B5EF4-FFF2-40B4-BE49-F238E27FC236}">
                <a16:creationId xmlns:a16="http://schemas.microsoft.com/office/drawing/2014/main" id="{B874C375-F40D-4208-BB60-273884FBAA21}"/>
              </a:ext>
            </a:extLst>
          </p:cNvPr>
          <p:cNvSpPr>
            <a:spLocks xmlns:a="http://schemas.openxmlformats.org/drawingml/2006/main" noGrp="1"/>
          </p:cNvSpPr>
          <p:nvPr/>
        </p:nvSpPr>
        <p:spPr>
          <a:xfrm xmlns:a="http://schemas.openxmlformats.org/drawingml/2006/main">
            <a:off x="1028700" y="3790950"/>
            <a:ext cx="4572000"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A02D5AE-0CF6-4345-B208-EE5AF0C13E70}"/>
              </a:ext>
            </a:extLst>
          </p:cNvPr>
          <p:cNvSpPr>
            <a:spLocks xmlns:a="http://schemas.openxmlformats.org/drawingml/2006/main" noGrp="1"/>
          </p:cNvSpPr>
          <p:nvPr/>
        </p:nvSpPr>
        <p:spPr>
          <a:xfrm xmlns:a="http://schemas.openxmlformats.org/drawingml/2006/main">
            <a:off x="990600" y="4019550"/>
            <a:ext cx="4476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i="0">
                <a:solidFill>
                  <a:srgbClr val="A8C0BA"/>
                </a:solidFill>
                <a:latin typeface="Segoe UI"/>
                <a:ea typeface="Segoe UI"/>
                <a:cs typeface="Segoe UI"/>
              </a:defRPr>
            </a:defPPr>
            <a:lvl1pPr algn="ctr">
              <a:defRPr sz="1200" b="0" i="0">
                <a:solidFill>
                  <a:srgbClr val="A8C0BA"/>
                </a:solidFill>
                <a:latin typeface="Segoe UI"/>
                <a:ea typeface="Segoe UI"/>
                <a:cs typeface="Segoe UI"/>
              </a:defRPr>
            </a:lvl1pPr>
            <a:lvl2pPr algn="ctr">
              <a:defRPr sz="1200" b="0" i="0">
                <a:solidFill>
                  <a:srgbClr val="A8C0BA"/>
                </a:solidFill>
                <a:latin typeface="Segoe UI"/>
                <a:ea typeface="Segoe UI"/>
                <a:cs typeface="Segoe UI"/>
              </a:defRPr>
            </a:lvl2pPr>
            <a:lvl3pPr algn="ctr">
              <a:defRPr sz="1200" b="0" i="0">
                <a:solidFill>
                  <a:srgbClr val="A8C0BA"/>
                </a:solidFill>
                <a:latin typeface="Segoe UI"/>
                <a:ea typeface="Segoe UI"/>
                <a:cs typeface="Segoe UI"/>
              </a:defRPr>
            </a:lvl3pPr>
            <a:lvl4pPr algn="ctr">
              <a:defRPr sz="1200" b="0" i="0">
                <a:solidFill>
                  <a:srgbClr val="A8C0BA"/>
                </a:solidFill>
                <a:latin typeface="Segoe UI"/>
                <a:ea typeface="Segoe UI"/>
                <a:cs typeface="Segoe UI"/>
              </a:defRPr>
            </a:lvl4pPr>
            <a:lvl5pPr algn="ctr">
              <a:defRPr sz="1200" b="0" i="0">
                <a:solidFill>
                  <a:srgbClr val="A8C0BA"/>
                </a:solidFill>
                <a:latin typeface="Segoe UI"/>
                <a:ea typeface="Segoe UI"/>
                <a:cs typeface="Segoe UI"/>
              </a:defRPr>
            </a:lvl5pPr>
            <a:lvl6pPr algn="ctr">
              <a:defRPr sz="1200" b="0" i="0">
                <a:solidFill>
                  <a:srgbClr val="A8C0BA"/>
                </a:solidFill>
                <a:latin typeface="Segoe UI"/>
                <a:ea typeface="Segoe UI"/>
                <a:cs typeface="Segoe UI"/>
              </a:defRPr>
            </a:lvl6pPr>
            <a:lvl7pPr algn="ctr">
              <a:defRPr sz="1200" b="0" i="0">
                <a:solidFill>
                  <a:srgbClr val="A8C0BA"/>
                </a:solidFill>
                <a:latin typeface="Segoe UI"/>
                <a:ea typeface="Segoe UI"/>
                <a:cs typeface="Segoe UI"/>
              </a:defRPr>
            </a:lvl7pPr>
            <a:lvl8pPr algn="ctr">
              <a:defRPr sz="1200" b="0" i="0">
                <a:solidFill>
                  <a:srgbClr val="A8C0BA"/>
                </a:solidFill>
                <a:latin typeface="Segoe UI"/>
                <a:ea typeface="Segoe UI"/>
                <a:cs typeface="Segoe UI"/>
              </a:defRPr>
            </a:lvl8pPr>
            <a:lvl9pPr algn="ctr">
              <a:defRPr sz="1200" b="0" i="0">
                <a:solidFill>
                  <a:srgbClr val="A8C0BA"/>
                </a:solidFill>
                <a:latin typeface="Segoe UI"/>
                <a:ea typeface="Segoe UI"/>
                <a:cs typeface="Segoe UI"/>
              </a:defRPr>
            </a:lvl9pPr>
          </a:lstStyle>
          <a:p xmlns:a="http://schemas.openxmlformats.org/drawingml/2006/main">
            <a:pPr algn="ctr">
              <a:defRPr sz="1200" b="0" i="0">
                <a:solidFill>
                  <a:srgbClr val="A8C0BA"/>
                </a:solidFill>
                <a:latin typeface="Segoe UI"/>
                <a:ea typeface="Segoe UI"/>
                <a:cs typeface="Segoe UI"/>
              </a:defRPr>
            </a:pPr>
            <a:r>
              <a:rPr sz="1200" b="0" i="0">
                <a:solidFill>
                  <a:srgbClr val="A8C0BA"/>
                </a:solidFill>
                <a:latin typeface="Segoe UI"/>
                <a:ea typeface="Segoe UI"/>
                <a:cs typeface="Segoe UI"/>
              </a:rPr>
              <a:t>Promedio de cortes para aislar el día, normalizado por el tamaño de muestra.</a:t>
            </a:r>
          </a:p>
        </p:txBody>
      </p:sp>
      <p:sp>
        <p:nvSpPr>
          <p:cNvPr id="12" name="">
            <a:extLst xmlns:a="http://schemas.openxmlformats.org/drawingml/2006/main">
              <a:ext uri="{FF2B5EF4-FFF2-40B4-BE49-F238E27FC236}">
                <a16:creationId xmlns:a16="http://schemas.microsoft.com/office/drawing/2014/main" id="{B89B3E2D-EC9D-4DAF-8050-382D20791FAC}"/>
              </a:ext>
            </a:extLst>
          </p:cNvPr>
          <p:cNvSpPr>
            <a:spLocks xmlns:a="http://schemas.openxmlformats.org/drawingml/2006/main" noGrp="1"/>
          </p:cNvSpPr>
          <p:nvPr/>
        </p:nvSpPr>
        <p:spPr>
          <a:xfrm xmlns:a="http://schemas.openxmlformats.org/drawingml/2006/main">
            <a:off x="6553200" y="2505075"/>
            <a:ext cx="4476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CÓMO LEERLO</a:t>
            </a:r>
          </a:p>
        </p:txBody>
      </p:sp>
      <p:sp>
        <p:nvSpPr>
          <p:cNvPr id="13" name="">
            <a:extLst xmlns:a="http://schemas.openxmlformats.org/drawingml/2006/main">
              <a:ext uri="{FF2B5EF4-FFF2-40B4-BE49-F238E27FC236}">
                <a16:creationId xmlns:a16="http://schemas.microsoft.com/office/drawing/2014/main" id="{B75C3E33-C094-440A-9BB4-4BBAAD0A8E7E}"/>
              </a:ext>
            </a:extLst>
          </p:cNvPr>
          <p:cNvSpPr>
            <a:spLocks xmlns:a="http://schemas.openxmlformats.org/drawingml/2006/main" noGrp="1"/>
          </p:cNvSpPr>
          <p:nvPr/>
        </p:nvSpPr>
        <p:spPr>
          <a:xfrm xmlns:a="http://schemas.openxmlformats.org/drawingml/2006/main">
            <a:off x="6553200" y="2962275"/>
            <a:ext cx="452437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F1F7F3"/>
                </a:solidFill>
                <a:latin typeface="Segoe UI"/>
                <a:ea typeface="Segoe UI"/>
                <a:cs typeface="Segoe UI"/>
              </a:defRPr>
            </a:defPPr>
            <a:lvl1pPr algn="l">
              <a:defRPr sz="1650" b="1" i="0">
                <a:solidFill>
                  <a:srgbClr val="F1F7F3"/>
                </a:solidFill>
                <a:latin typeface="Segoe UI"/>
                <a:ea typeface="Segoe UI"/>
                <a:cs typeface="Segoe UI"/>
              </a:defRPr>
            </a:lvl1pPr>
            <a:lvl2pPr algn="l">
              <a:defRPr sz="1650" b="1" i="0">
                <a:solidFill>
                  <a:srgbClr val="F1F7F3"/>
                </a:solidFill>
                <a:latin typeface="Segoe UI"/>
                <a:ea typeface="Segoe UI"/>
                <a:cs typeface="Segoe UI"/>
              </a:defRPr>
            </a:lvl2pPr>
            <a:lvl3pPr algn="l">
              <a:defRPr sz="1650" b="1" i="0">
                <a:solidFill>
                  <a:srgbClr val="F1F7F3"/>
                </a:solidFill>
                <a:latin typeface="Segoe UI"/>
                <a:ea typeface="Segoe UI"/>
                <a:cs typeface="Segoe UI"/>
              </a:defRPr>
            </a:lvl3pPr>
            <a:lvl4pPr algn="l">
              <a:defRPr sz="1650" b="1" i="0">
                <a:solidFill>
                  <a:srgbClr val="F1F7F3"/>
                </a:solidFill>
                <a:latin typeface="Segoe UI"/>
                <a:ea typeface="Segoe UI"/>
                <a:cs typeface="Segoe UI"/>
              </a:defRPr>
            </a:lvl4pPr>
            <a:lvl5pPr algn="l">
              <a:defRPr sz="1650" b="1" i="0">
                <a:solidFill>
                  <a:srgbClr val="F1F7F3"/>
                </a:solidFill>
                <a:latin typeface="Segoe UI"/>
                <a:ea typeface="Segoe UI"/>
                <a:cs typeface="Segoe UI"/>
              </a:defRPr>
            </a:lvl5pPr>
            <a:lvl6pPr algn="l">
              <a:defRPr sz="1650" b="1" i="0">
                <a:solidFill>
                  <a:srgbClr val="F1F7F3"/>
                </a:solidFill>
                <a:latin typeface="Segoe UI"/>
                <a:ea typeface="Segoe UI"/>
                <a:cs typeface="Segoe UI"/>
              </a:defRPr>
            </a:lvl6pPr>
            <a:lvl7pPr algn="l">
              <a:defRPr sz="1650" b="1" i="0">
                <a:solidFill>
                  <a:srgbClr val="F1F7F3"/>
                </a:solidFill>
                <a:latin typeface="Segoe UI"/>
                <a:ea typeface="Segoe UI"/>
                <a:cs typeface="Segoe UI"/>
              </a:defRPr>
            </a:lvl7pPr>
            <a:lvl8pPr algn="l">
              <a:defRPr sz="1650" b="1" i="0">
                <a:solidFill>
                  <a:srgbClr val="F1F7F3"/>
                </a:solidFill>
                <a:latin typeface="Segoe UI"/>
                <a:ea typeface="Segoe UI"/>
                <a:cs typeface="Segoe UI"/>
              </a:defRPr>
            </a:lvl8pPr>
            <a:lvl9pPr algn="l">
              <a:defRPr sz="1650" b="1" i="0">
                <a:solidFill>
                  <a:srgbClr val="F1F7F3"/>
                </a:solidFill>
                <a:latin typeface="Segoe UI"/>
                <a:ea typeface="Segoe UI"/>
                <a:cs typeface="Segoe UI"/>
              </a:defRPr>
            </a:lvl9pPr>
          </a:lstStyle>
          <a:p xmlns:a="http://schemas.openxmlformats.org/drawingml/2006/main">
            <a:pPr algn="l">
              <a:defRPr sz="1650" b="1" i="0">
                <a:solidFill>
                  <a:srgbClr val="F1F7F3"/>
                </a:solidFill>
                <a:latin typeface="Segoe UI"/>
                <a:ea typeface="Segoe UI"/>
                <a:cs typeface="Segoe UI"/>
              </a:defRPr>
            </a:pPr>
            <a:r>
              <a:rPr sz="1650" b="1" i="0">
                <a:solidFill>
                  <a:srgbClr val="F1F7F3"/>
                </a:solidFill>
                <a:latin typeface="Segoe UI"/>
                <a:ea typeface="Segoe UI"/>
                <a:cs typeface="Segoe UI"/>
              </a:rPr>
              <a:t>Un valor más alto indica que la combinación de señales quedó más aislada.</a:t>
            </a:r>
          </a:p>
        </p:txBody>
      </p:sp>
      <p:sp>
        <p:nvSpPr>
          <p:cNvPr id="14" name="">
            <a:extLst xmlns:a="http://schemas.openxmlformats.org/drawingml/2006/main">
              <a:ext uri="{FF2B5EF4-FFF2-40B4-BE49-F238E27FC236}">
                <a16:creationId xmlns:a16="http://schemas.microsoft.com/office/drawing/2014/main" id="{30A6E778-32A9-4B1D-A496-43BD9B49D255}"/>
              </a:ext>
            </a:extLst>
          </p:cNvPr>
          <p:cNvSpPr>
            <a:spLocks xmlns:a="http://schemas.openxmlformats.org/drawingml/2006/main" noGrp="1"/>
          </p:cNvSpPr>
          <p:nvPr/>
        </p:nvSpPr>
        <p:spPr>
          <a:xfrm xmlns:a="http://schemas.openxmlformats.org/drawingml/2006/main">
            <a:off x="6553200" y="396240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A8C0BA"/>
                </a:solidFill>
                <a:latin typeface="Segoe UI"/>
                <a:ea typeface="Segoe UI"/>
                <a:cs typeface="Segoe UI"/>
              </a:defRPr>
            </a:defPPr>
            <a:lvl1pPr algn="l">
              <a:defRPr sz="1200" b="0" i="0">
                <a:solidFill>
                  <a:srgbClr val="A8C0BA"/>
                </a:solidFill>
                <a:latin typeface="Segoe UI"/>
                <a:ea typeface="Segoe UI"/>
                <a:cs typeface="Segoe UI"/>
              </a:defRPr>
            </a:lvl1pPr>
            <a:lvl2pPr algn="l">
              <a:defRPr sz="1200" b="0" i="0">
                <a:solidFill>
                  <a:srgbClr val="A8C0BA"/>
                </a:solidFill>
                <a:latin typeface="Segoe UI"/>
                <a:ea typeface="Segoe UI"/>
                <a:cs typeface="Segoe UI"/>
              </a:defRPr>
            </a:lvl2pPr>
            <a:lvl3pPr algn="l">
              <a:defRPr sz="1200" b="0" i="0">
                <a:solidFill>
                  <a:srgbClr val="A8C0BA"/>
                </a:solidFill>
                <a:latin typeface="Segoe UI"/>
                <a:ea typeface="Segoe UI"/>
                <a:cs typeface="Segoe UI"/>
              </a:defRPr>
            </a:lvl3pPr>
            <a:lvl4pPr algn="l">
              <a:defRPr sz="1200" b="0" i="0">
                <a:solidFill>
                  <a:srgbClr val="A8C0BA"/>
                </a:solidFill>
                <a:latin typeface="Segoe UI"/>
                <a:ea typeface="Segoe UI"/>
                <a:cs typeface="Segoe UI"/>
              </a:defRPr>
            </a:lvl4pPr>
            <a:lvl5pPr algn="l">
              <a:defRPr sz="1200" b="0" i="0">
                <a:solidFill>
                  <a:srgbClr val="A8C0BA"/>
                </a:solidFill>
                <a:latin typeface="Segoe UI"/>
                <a:ea typeface="Segoe UI"/>
                <a:cs typeface="Segoe UI"/>
              </a:defRPr>
            </a:lvl5pPr>
            <a:lvl6pPr algn="l">
              <a:defRPr sz="1200" b="0" i="0">
                <a:solidFill>
                  <a:srgbClr val="A8C0BA"/>
                </a:solidFill>
                <a:latin typeface="Segoe UI"/>
                <a:ea typeface="Segoe UI"/>
                <a:cs typeface="Segoe UI"/>
              </a:defRPr>
            </a:lvl6pPr>
            <a:lvl7pPr algn="l">
              <a:defRPr sz="1200" b="0" i="0">
                <a:solidFill>
                  <a:srgbClr val="A8C0BA"/>
                </a:solidFill>
                <a:latin typeface="Segoe UI"/>
                <a:ea typeface="Segoe UI"/>
                <a:cs typeface="Segoe UI"/>
              </a:defRPr>
            </a:lvl7pPr>
            <a:lvl8pPr algn="l">
              <a:defRPr sz="1200" b="0" i="0">
                <a:solidFill>
                  <a:srgbClr val="A8C0BA"/>
                </a:solidFill>
                <a:latin typeface="Segoe UI"/>
                <a:ea typeface="Segoe UI"/>
                <a:cs typeface="Segoe UI"/>
              </a:defRPr>
            </a:lvl8pPr>
            <a:lvl9pPr algn="l">
              <a:defRPr sz="1200" b="0" i="0">
                <a:solidFill>
                  <a:srgbClr val="A8C0BA"/>
                </a:solidFill>
                <a:latin typeface="Segoe UI"/>
                <a:ea typeface="Segoe UI"/>
                <a:cs typeface="Segoe UI"/>
              </a:defRPr>
            </a:lvl9pPr>
          </a:lstStyle>
          <a:p xmlns:a="http://schemas.openxmlformats.org/drawingml/2006/main">
            <a:pPr algn="l">
              <a:defRPr sz="1200" b="0" i="0">
                <a:solidFill>
                  <a:srgbClr val="A8C0BA"/>
                </a:solidFill>
                <a:latin typeface="Segoe UI"/>
                <a:ea typeface="Segoe UI"/>
                <a:cs typeface="Segoe UI"/>
              </a:defRPr>
            </a:pPr>
            <a:r>
              <a:rPr sz="1200" b="0" i="0">
                <a:solidFill>
                  <a:srgbClr val="A8C0BA"/>
                </a:solidFill>
                <a:latin typeface="Segoe UI"/>
                <a:ea typeface="Segoe UI"/>
                <a:cs typeface="Segoe UI"/>
              </a:rPr>
              <a:t>La interfaz redondea el resultado a un entero entre 0 y 100.</a:t>
            </a:r>
          </a:p>
        </p:txBody>
      </p:sp>
      <p:sp>
        <p:nvSpPr>
          <p:cNvPr id="15" name="">
            <a:extLst xmlns:a="http://schemas.openxmlformats.org/drawingml/2006/main">
              <a:ext uri="{FF2B5EF4-FFF2-40B4-BE49-F238E27FC236}">
                <a16:creationId xmlns:a16="http://schemas.microsoft.com/office/drawing/2014/main" id="{FEEE99AC-3E40-49DF-BA7E-75DEF4D626DC}"/>
              </a:ext>
            </a:extLst>
          </p:cNvPr>
          <p:cNvSpPr>
            <a:spLocks xmlns:a="http://schemas.openxmlformats.org/drawingml/2006/main" noGrp="1"/>
          </p:cNvSpPr>
          <p:nvPr/>
        </p:nvSpPr>
        <p:spPr>
          <a:xfrm xmlns:a="http://schemas.openxmlformats.org/drawingml/2006/main">
            <a:off x="6553200" y="4733925"/>
            <a:ext cx="9525" cy="666750"/>
          </a:xfrm>
          <a:prstGeom xmlns:a="http://schemas.openxmlformats.org/drawingml/2006/main" prst="rect">
            <a:avLst/>
          </a:prstGeom>
          <a:solidFill xmlns:a="http://schemas.openxmlformats.org/drawingml/2006/main">
            <a:srgbClr val="D7C98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89D96B9-87A9-4649-BD86-7D35A39DB6C3}"/>
              </a:ext>
            </a:extLst>
          </p:cNvPr>
          <p:cNvSpPr>
            <a:spLocks xmlns:a="http://schemas.openxmlformats.org/drawingml/2006/main" noGrp="1"/>
          </p:cNvSpPr>
          <p:nvPr/>
        </p:nvSpPr>
        <p:spPr>
          <a:xfrm xmlns:a="http://schemas.openxmlformats.org/drawingml/2006/main">
            <a:off x="6734175" y="4724400"/>
            <a:ext cx="42862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D7C98D"/>
                </a:solidFill>
                <a:latin typeface="Segoe UI"/>
                <a:ea typeface="Segoe UI"/>
                <a:cs typeface="Segoe UI"/>
              </a:defRPr>
            </a:defPPr>
            <a:lvl1pPr algn="l">
              <a:defRPr sz="1125" b="0" i="0">
                <a:solidFill>
                  <a:srgbClr val="D7C98D"/>
                </a:solidFill>
                <a:latin typeface="Segoe UI"/>
                <a:ea typeface="Segoe UI"/>
                <a:cs typeface="Segoe UI"/>
              </a:defRPr>
            </a:lvl1pPr>
            <a:lvl2pPr algn="l">
              <a:defRPr sz="1125" b="0" i="0">
                <a:solidFill>
                  <a:srgbClr val="D7C98D"/>
                </a:solidFill>
                <a:latin typeface="Segoe UI"/>
                <a:ea typeface="Segoe UI"/>
                <a:cs typeface="Segoe UI"/>
              </a:defRPr>
            </a:lvl2pPr>
            <a:lvl3pPr algn="l">
              <a:defRPr sz="1125" b="0" i="0">
                <a:solidFill>
                  <a:srgbClr val="D7C98D"/>
                </a:solidFill>
                <a:latin typeface="Segoe UI"/>
                <a:ea typeface="Segoe UI"/>
                <a:cs typeface="Segoe UI"/>
              </a:defRPr>
            </a:lvl3pPr>
            <a:lvl4pPr algn="l">
              <a:defRPr sz="1125" b="0" i="0">
                <a:solidFill>
                  <a:srgbClr val="D7C98D"/>
                </a:solidFill>
                <a:latin typeface="Segoe UI"/>
                <a:ea typeface="Segoe UI"/>
                <a:cs typeface="Segoe UI"/>
              </a:defRPr>
            </a:lvl4pPr>
            <a:lvl5pPr algn="l">
              <a:defRPr sz="1125" b="0" i="0">
                <a:solidFill>
                  <a:srgbClr val="D7C98D"/>
                </a:solidFill>
                <a:latin typeface="Segoe UI"/>
                <a:ea typeface="Segoe UI"/>
                <a:cs typeface="Segoe UI"/>
              </a:defRPr>
            </a:lvl5pPr>
            <a:lvl6pPr algn="l">
              <a:defRPr sz="1125" b="0" i="0">
                <a:solidFill>
                  <a:srgbClr val="D7C98D"/>
                </a:solidFill>
                <a:latin typeface="Segoe UI"/>
                <a:ea typeface="Segoe UI"/>
                <a:cs typeface="Segoe UI"/>
              </a:defRPr>
            </a:lvl6pPr>
            <a:lvl7pPr algn="l">
              <a:defRPr sz="1125" b="0" i="0">
                <a:solidFill>
                  <a:srgbClr val="D7C98D"/>
                </a:solidFill>
                <a:latin typeface="Segoe UI"/>
                <a:ea typeface="Segoe UI"/>
                <a:cs typeface="Segoe UI"/>
              </a:defRPr>
            </a:lvl7pPr>
            <a:lvl8pPr algn="l">
              <a:defRPr sz="1125" b="0" i="0">
                <a:solidFill>
                  <a:srgbClr val="D7C98D"/>
                </a:solidFill>
                <a:latin typeface="Segoe UI"/>
                <a:ea typeface="Segoe UI"/>
                <a:cs typeface="Segoe UI"/>
              </a:defRPr>
            </a:lvl8pPr>
            <a:lvl9pPr algn="l">
              <a:defRPr sz="1125" b="0" i="0">
                <a:solidFill>
                  <a:srgbClr val="D7C98D"/>
                </a:solidFill>
                <a:latin typeface="Segoe UI"/>
                <a:ea typeface="Segoe UI"/>
                <a:cs typeface="Segoe UI"/>
              </a:defRPr>
            </a:lvl9pPr>
          </a:lstStyle>
          <a:p xmlns:a="http://schemas.openxmlformats.org/drawingml/2006/main">
            <a:pPr algn="l">
              <a:defRPr sz="1125" b="0" i="0">
                <a:solidFill>
                  <a:srgbClr val="D7C98D"/>
                </a:solidFill>
                <a:latin typeface="Segoe UI"/>
                <a:ea typeface="Segoe UI"/>
                <a:cs typeface="Segoe UI"/>
              </a:defRPr>
            </a:pPr>
            <a:r>
              <a:rPr sz="1125" b="0" i="0">
                <a:solidFill>
                  <a:srgbClr val="D7C98D"/>
                </a:solidFill>
                <a:latin typeface="Segoe UI"/>
                <a:ea typeface="Segoe UI"/>
                <a:cs typeface="Segoe UI"/>
              </a:rPr>
              <a:t>No hay umbrales clínicos validados. El score no diagnostica, no estima riesgo de enfermedad y no predice la recuperación de mañana.</a:t>
            </a:r>
          </a:p>
        </p:txBody>
      </p:sp>
      <p:sp>
        <p:nvSpPr>
          <p:cNvPr id="17" name="">
            <a:extLst xmlns:a="http://schemas.openxmlformats.org/drawingml/2006/main">
              <a:ext uri="{FF2B5EF4-FFF2-40B4-BE49-F238E27FC236}">
                <a16:creationId xmlns:a16="http://schemas.microsoft.com/office/drawing/2014/main" id="{9899EC70-63AA-4E2F-864F-65CFE67903AC}"/>
              </a:ext>
            </a:extLst>
          </p:cNvPr>
          <p:cNvSpPr>
            <a:spLocks xmlns:a="http://schemas.openxmlformats.org/drawingml/2006/main" noGrp="1"/>
          </p:cNvSpPr>
          <p:nvPr/>
        </p:nvSpPr>
        <p:spPr>
          <a:xfrm xmlns:a="http://schemas.openxmlformats.org/drawingml/2006/main">
            <a:off x="742950" y="5448300"/>
            <a:ext cx="4714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0">
                <a:solidFill>
                  <a:srgbClr val="7E9E98"/>
                </a:solidFill>
                <a:latin typeface="Segoe UI"/>
                <a:ea typeface="Segoe UI"/>
                <a:cs typeface="Segoe UI"/>
              </a:defRPr>
            </a:defPPr>
            <a:lvl1pPr algn="l">
              <a:defRPr sz="900" b="0" i="0">
                <a:solidFill>
                  <a:srgbClr val="7E9E98"/>
                </a:solidFill>
                <a:latin typeface="Segoe UI"/>
                <a:ea typeface="Segoe UI"/>
                <a:cs typeface="Segoe UI"/>
              </a:defRPr>
            </a:lvl1pPr>
            <a:lvl2pPr algn="l">
              <a:defRPr sz="900" b="0" i="0">
                <a:solidFill>
                  <a:srgbClr val="7E9E98"/>
                </a:solidFill>
                <a:latin typeface="Segoe UI"/>
                <a:ea typeface="Segoe UI"/>
                <a:cs typeface="Segoe UI"/>
              </a:defRPr>
            </a:lvl2pPr>
            <a:lvl3pPr algn="l">
              <a:defRPr sz="900" b="0" i="0">
                <a:solidFill>
                  <a:srgbClr val="7E9E98"/>
                </a:solidFill>
                <a:latin typeface="Segoe UI"/>
                <a:ea typeface="Segoe UI"/>
                <a:cs typeface="Segoe UI"/>
              </a:defRPr>
            </a:lvl3pPr>
            <a:lvl4pPr algn="l">
              <a:defRPr sz="900" b="0" i="0">
                <a:solidFill>
                  <a:srgbClr val="7E9E98"/>
                </a:solidFill>
                <a:latin typeface="Segoe UI"/>
                <a:ea typeface="Segoe UI"/>
                <a:cs typeface="Segoe UI"/>
              </a:defRPr>
            </a:lvl4pPr>
            <a:lvl5pPr algn="l">
              <a:defRPr sz="900" b="0" i="0">
                <a:solidFill>
                  <a:srgbClr val="7E9E98"/>
                </a:solidFill>
                <a:latin typeface="Segoe UI"/>
                <a:ea typeface="Segoe UI"/>
                <a:cs typeface="Segoe UI"/>
              </a:defRPr>
            </a:lvl5pPr>
            <a:lvl6pPr algn="l">
              <a:defRPr sz="900" b="0" i="0">
                <a:solidFill>
                  <a:srgbClr val="7E9E98"/>
                </a:solidFill>
                <a:latin typeface="Segoe UI"/>
                <a:ea typeface="Segoe UI"/>
                <a:cs typeface="Segoe UI"/>
              </a:defRPr>
            </a:lvl6pPr>
            <a:lvl7pPr algn="l">
              <a:defRPr sz="900" b="0" i="0">
                <a:solidFill>
                  <a:srgbClr val="7E9E98"/>
                </a:solidFill>
                <a:latin typeface="Segoe UI"/>
                <a:ea typeface="Segoe UI"/>
                <a:cs typeface="Segoe UI"/>
              </a:defRPr>
            </a:lvl7pPr>
            <a:lvl8pPr algn="l">
              <a:defRPr sz="900" b="0" i="0">
                <a:solidFill>
                  <a:srgbClr val="7E9E98"/>
                </a:solidFill>
                <a:latin typeface="Segoe UI"/>
                <a:ea typeface="Segoe UI"/>
                <a:cs typeface="Segoe UI"/>
              </a:defRPr>
            </a:lvl8pPr>
            <a:lvl9pPr algn="l">
              <a:defRPr sz="900" b="0" i="0">
                <a:solidFill>
                  <a:srgbClr val="7E9E98"/>
                </a:solidFill>
                <a:latin typeface="Segoe UI"/>
                <a:ea typeface="Segoe UI"/>
                <a:cs typeface="Segoe UI"/>
              </a:defRPr>
            </a:lvl9pPr>
          </a:lstStyle>
          <a:p xmlns:a="http://schemas.openxmlformats.org/drawingml/2006/main">
            <a:pPr algn="l">
              <a:defRPr sz="900" b="0" i="0">
                <a:solidFill>
                  <a:srgbClr val="7E9E98"/>
                </a:solidFill>
                <a:latin typeface="Segoe UI"/>
                <a:ea typeface="Segoe UI"/>
                <a:cs typeface="Segoe UI"/>
              </a:defRPr>
            </a:pPr>
            <a:r>
              <a:rPr sz="900" b="0" i="0">
                <a:solidFill>
                  <a:srgbClr val="7E9E98"/>
                </a:solidFill>
                <a:latin typeface="Segoe UI"/>
                <a:ea typeface="Segoe UI"/>
                <a:cs typeface="Segoe UI"/>
              </a:rPr>
              <a:t>E[h(x)] = recorrido promedio     c(n) = referencia normalizadora</a:t>
            </a:r>
          </a:p>
        </p:txBody>
      </p:sp>
    </p:spTree>
    <p:extLst>
      <p:ext uri="{BB962C8B-B14F-4D97-AF65-F5344CB8AC3E}">
        <p14:creationId xmlns:p14="http://schemas.microsoft.com/office/powerpoint/2010/main" val="951714031"/>
      </p:ext>
    </p:extLst>
  </p:cSld>
</p:sld>
</file>

<file path=ppt/slides/slide6.xml><?xml version="1.0" encoding="utf-8"?>
<p:sld xmlns:p="http://schemas.openxmlformats.org/presentationml/2006/main">
  <p:cSld>
    <p:bg>
      <p:bgPr>
        <a:solidFill xmlns:a="http://schemas.openxmlformats.org/drawingml/2006/main">
          <a:srgbClr val="071A24"/>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C9A184F-0B3C-4730-9969-F878FB6A2061}"/>
              </a:ext>
            </a:extLst>
          </p:cNvPr>
          <p:cNvSpPr>
            <a:spLocks xmlns:a="http://schemas.openxmlformats.org/drawingml/2006/main" noGrp="1"/>
          </p:cNvSpPr>
          <p:nvPr/>
        </p:nvSpPr>
        <p:spPr>
          <a:xfrm xmlns:a="http://schemas.openxmlformats.org/drawingml/2006/main">
            <a:off x="704850" y="4572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BIOPULSE  /  APRENDIZAJE AUTOMÁTICO</a:t>
            </a:r>
          </a:p>
        </p:txBody>
      </p:sp>
      <p:sp>
        <p:nvSpPr>
          <p:cNvPr id="2" name="">
            <a:extLst xmlns:a="http://schemas.openxmlformats.org/drawingml/2006/main">
              <a:ext uri="{FF2B5EF4-FFF2-40B4-BE49-F238E27FC236}">
                <a16:creationId xmlns:a16="http://schemas.microsoft.com/office/drawing/2014/main" id="{8031C082-F0EC-4C6A-9569-B895C9B2F76B}"/>
              </a:ext>
            </a:extLst>
          </p:cNvPr>
          <p:cNvSpPr>
            <a:spLocks xmlns:a="http://schemas.openxmlformats.org/drawingml/2006/main" noGrp="1"/>
          </p:cNvSpPr>
          <p:nvPr/>
        </p:nvSpPr>
        <p:spPr>
          <a:xfrm xmlns:a="http://schemas.openxmlformats.org/drawingml/2006/main">
            <a:off x="704850" y="876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1F7F3"/>
                </a:solidFill>
                <a:latin typeface="Segoe UI"/>
                <a:ea typeface="Segoe UI"/>
                <a:cs typeface="Segoe UI"/>
              </a:defRPr>
            </a:defPPr>
            <a:lvl1pPr algn="l">
              <a:defRPr sz="3150" b="1" i="0">
                <a:solidFill>
                  <a:srgbClr val="F1F7F3"/>
                </a:solidFill>
                <a:latin typeface="Segoe UI"/>
                <a:ea typeface="Segoe UI"/>
                <a:cs typeface="Segoe UI"/>
              </a:defRPr>
            </a:lvl1pPr>
            <a:lvl2pPr algn="l">
              <a:defRPr sz="3150" b="1" i="0">
                <a:solidFill>
                  <a:srgbClr val="F1F7F3"/>
                </a:solidFill>
                <a:latin typeface="Segoe UI"/>
                <a:ea typeface="Segoe UI"/>
                <a:cs typeface="Segoe UI"/>
              </a:defRPr>
            </a:lvl2pPr>
            <a:lvl3pPr algn="l">
              <a:defRPr sz="3150" b="1" i="0">
                <a:solidFill>
                  <a:srgbClr val="F1F7F3"/>
                </a:solidFill>
                <a:latin typeface="Segoe UI"/>
                <a:ea typeface="Segoe UI"/>
                <a:cs typeface="Segoe UI"/>
              </a:defRPr>
            </a:lvl3pPr>
            <a:lvl4pPr algn="l">
              <a:defRPr sz="3150" b="1" i="0">
                <a:solidFill>
                  <a:srgbClr val="F1F7F3"/>
                </a:solidFill>
                <a:latin typeface="Segoe UI"/>
                <a:ea typeface="Segoe UI"/>
                <a:cs typeface="Segoe UI"/>
              </a:defRPr>
            </a:lvl4pPr>
            <a:lvl5pPr algn="l">
              <a:defRPr sz="3150" b="1" i="0">
                <a:solidFill>
                  <a:srgbClr val="F1F7F3"/>
                </a:solidFill>
                <a:latin typeface="Segoe UI"/>
                <a:ea typeface="Segoe UI"/>
                <a:cs typeface="Segoe UI"/>
              </a:defRPr>
            </a:lvl5pPr>
            <a:lvl6pPr algn="l">
              <a:defRPr sz="3150" b="1" i="0">
                <a:solidFill>
                  <a:srgbClr val="F1F7F3"/>
                </a:solidFill>
                <a:latin typeface="Segoe UI"/>
                <a:ea typeface="Segoe UI"/>
                <a:cs typeface="Segoe UI"/>
              </a:defRPr>
            </a:lvl6pPr>
            <a:lvl7pPr algn="l">
              <a:defRPr sz="3150" b="1" i="0">
                <a:solidFill>
                  <a:srgbClr val="F1F7F3"/>
                </a:solidFill>
                <a:latin typeface="Segoe UI"/>
                <a:ea typeface="Segoe UI"/>
                <a:cs typeface="Segoe UI"/>
              </a:defRPr>
            </a:lvl7pPr>
            <a:lvl8pPr algn="l">
              <a:defRPr sz="3150" b="1" i="0">
                <a:solidFill>
                  <a:srgbClr val="F1F7F3"/>
                </a:solidFill>
                <a:latin typeface="Segoe UI"/>
                <a:ea typeface="Segoe UI"/>
                <a:cs typeface="Segoe UI"/>
              </a:defRPr>
            </a:lvl8pPr>
            <a:lvl9pPr algn="l">
              <a:defRPr sz="3150" b="1" i="0">
                <a:solidFill>
                  <a:srgbClr val="F1F7F3"/>
                </a:solidFill>
                <a:latin typeface="Segoe UI"/>
                <a:ea typeface="Segoe UI"/>
                <a:cs typeface="Segoe UI"/>
              </a:defRPr>
            </a:lvl9pPr>
          </a:lstStyle>
          <a:p xmlns:a="http://schemas.openxmlformats.org/drawingml/2006/main">
            <a:pPr algn="l">
              <a:defRPr sz="3150" b="1" i="0">
                <a:solidFill>
                  <a:srgbClr val="F1F7F3"/>
                </a:solidFill>
                <a:latin typeface="Segoe UI"/>
                <a:ea typeface="Segoe UI"/>
                <a:cs typeface="Segoe UI"/>
              </a:defRPr>
            </a:pPr>
            <a:r>
              <a:rPr sz="3150" b="1" i="0">
                <a:solidFill>
                  <a:srgbClr val="F1F7F3"/>
                </a:solidFill>
                <a:latin typeface="Segoe UI"/>
                <a:ea typeface="Segoe UI"/>
                <a:cs typeface="Segoe UI"/>
              </a:rPr>
              <a:t>Ya está conectado a la vista Tendencias de iOS</a:t>
            </a:r>
          </a:p>
        </p:txBody>
      </p:sp>
      <p:sp>
        <p:nvSpPr>
          <p:cNvPr id="3" name="">
            <a:extLst xmlns:a="http://schemas.openxmlformats.org/drawingml/2006/main">
              <a:ext uri="{FF2B5EF4-FFF2-40B4-BE49-F238E27FC236}">
                <a16:creationId xmlns:a16="http://schemas.microsoft.com/office/drawing/2014/main" id="{800A66BD-A1EA-4422-B483-7CDDEEFAFC50}"/>
              </a:ext>
            </a:extLst>
          </p:cNvPr>
          <p:cNvSpPr>
            <a:spLocks xmlns:a="http://schemas.openxmlformats.org/drawingml/2006/main" noGrp="1"/>
          </p:cNvSpPr>
          <p:nvPr/>
        </p:nvSpPr>
        <p:spPr>
          <a:xfrm xmlns:a="http://schemas.openxmlformats.org/drawingml/2006/main">
            <a:off x="723900" y="15621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A8C0BA"/>
                </a:solidFill>
                <a:latin typeface="Segoe UI"/>
                <a:ea typeface="Segoe UI"/>
                <a:cs typeface="Segoe UI"/>
              </a:defRPr>
            </a:defPPr>
            <a:lvl1pPr algn="l">
              <a:defRPr sz="1425" b="0" i="0">
                <a:solidFill>
                  <a:srgbClr val="A8C0BA"/>
                </a:solidFill>
                <a:latin typeface="Segoe UI"/>
                <a:ea typeface="Segoe UI"/>
                <a:cs typeface="Segoe UI"/>
              </a:defRPr>
            </a:lvl1pPr>
            <a:lvl2pPr algn="l">
              <a:defRPr sz="1425" b="0" i="0">
                <a:solidFill>
                  <a:srgbClr val="A8C0BA"/>
                </a:solidFill>
                <a:latin typeface="Segoe UI"/>
                <a:ea typeface="Segoe UI"/>
                <a:cs typeface="Segoe UI"/>
              </a:defRPr>
            </a:lvl2pPr>
            <a:lvl3pPr algn="l">
              <a:defRPr sz="1425" b="0" i="0">
                <a:solidFill>
                  <a:srgbClr val="A8C0BA"/>
                </a:solidFill>
                <a:latin typeface="Segoe UI"/>
                <a:ea typeface="Segoe UI"/>
                <a:cs typeface="Segoe UI"/>
              </a:defRPr>
            </a:lvl3pPr>
            <a:lvl4pPr algn="l">
              <a:defRPr sz="1425" b="0" i="0">
                <a:solidFill>
                  <a:srgbClr val="A8C0BA"/>
                </a:solidFill>
                <a:latin typeface="Segoe UI"/>
                <a:ea typeface="Segoe UI"/>
                <a:cs typeface="Segoe UI"/>
              </a:defRPr>
            </a:lvl4pPr>
            <a:lvl5pPr algn="l">
              <a:defRPr sz="1425" b="0" i="0">
                <a:solidFill>
                  <a:srgbClr val="A8C0BA"/>
                </a:solidFill>
                <a:latin typeface="Segoe UI"/>
                <a:ea typeface="Segoe UI"/>
                <a:cs typeface="Segoe UI"/>
              </a:defRPr>
            </a:lvl5pPr>
            <a:lvl6pPr algn="l">
              <a:defRPr sz="1425" b="0" i="0">
                <a:solidFill>
                  <a:srgbClr val="A8C0BA"/>
                </a:solidFill>
                <a:latin typeface="Segoe UI"/>
                <a:ea typeface="Segoe UI"/>
                <a:cs typeface="Segoe UI"/>
              </a:defRPr>
            </a:lvl6pPr>
            <a:lvl7pPr algn="l">
              <a:defRPr sz="1425" b="0" i="0">
                <a:solidFill>
                  <a:srgbClr val="A8C0BA"/>
                </a:solidFill>
                <a:latin typeface="Segoe UI"/>
                <a:ea typeface="Segoe UI"/>
                <a:cs typeface="Segoe UI"/>
              </a:defRPr>
            </a:lvl7pPr>
            <a:lvl8pPr algn="l">
              <a:defRPr sz="1425" b="0" i="0">
                <a:solidFill>
                  <a:srgbClr val="A8C0BA"/>
                </a:solidFill>
                <a:latin typeface="Segoe UI"/>
                <a:ea typeface="Segoe UI"/>
                <a:cs typeface="Segoe UI"/>
              </a:defRPr>
            </a:lvl8pPr>
            <a:lvl9pPr algn="l">
              <a:defRPr sz="1425" b="0" i="0">
                <a:solidFill>
                  <a:srgbClr val="A8C0BA"/>
                </a:solidFill>
                <a:latin typeface="Segoe UI"/>
                <a:ea typeface="Segoe UI"/>
                <a:cs typeface="Segoe UI"/>
              </a:defRPr>
            </a:lvl9pPr>
          </a:lstStyle>
          <a:p xmlns:a="http://schemas.openxmlformats.org/drawingml/2006/main">
            <a:pPr algn="l">
              <a:defRPr sz="1425" b="0" i="0">
                <a:solidFill>
                  <a:srgbClr val="A8C0BA"/>
                </a:solidFill>
                <a:latin typeface="Segoe UI"/>
                <a:ea typeface="Segoe UI"/>
                <a:cs typeface="Segoe UI"/>
              </a:defRPr>
            </a:pPr>
            <a:r>
              <a:rPr sz="1425" b="0" i="0">
                <a:solidFill>
                  <a:srgbClr val="A8C0BA"/>
                </a:solidFill>
                <a:latin typeface="Segoe UI"/>
                <a:ea typeface="Segoe UI"/>
                <a:cs typeface="Segoe UI"/>
              </a:rPr>
              <a:t>El modelo aporta una lectura personal y muestra por qué puede faltar un resultado.</a:t>
            </a:r>
          </a:p>
        </p:txBody>
      </p:sp>
      <p:sp>
        <p:nvSpPr>
          <p:cNvPr id="4" name="">
            <a:extLst xmlns:a="http://schemas.openxmlformats.org/drawingml/2006/main">
              <a:ext uri="{FF2B5EF4-FFF2-40B4-BE49-F238E27FC236}">
                <a16:creationId xmlns:a16="http://schemas.microsoft.com/office/drawing/2014/main" id="{2753631D-D3EE-4C60-BE42-D4971E7E50EC}"/>
              </a:ext>
            </a:extLst>
          </p:cNvPr>
          <p:cNvSpPr>
            <a:spLocks xmlns:a="http://schemas.openxmlformats.org/drawingml/2006/main" noGrp="1"/>
          </p:cNvSpPr>
          <p:nvPr/>
        </p:nvSpPr>
        <p:spPr>
          <a:xfrm xmlns:a="http://schemas.openxmlformats.org/drawingml/2006/main">
            <a:off x="704850" y="6362700"/>
            <a:ext cx="10782300"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FAA1F89-A647-409E-A651-DC968D18BE0E}"/>
              </a:ext>
            </a:extLst>
          </p:cNvPr>
          <p:cNvSpPr>
            <a:spLocks xmlns:a="http://schemas.openxmlformats.org/drawingml/2006/main" noGrp="1"/>
          </p:cNvSpPr>
          <p:nvPr/>
        </p:nvSpPr>
        <p:spPr>
          <a:xfrm xmlns:a="http://schemas.openxmlformats.org/drawingml/2006/main">
            <a:off x="704850" y="6486525"/>
            <a:ext cx="542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7E9E98"/>
                </a:solidFill>
                <a:latin typeface="Segoe UI"/>
                <a:ea typeface="Segoe UI"/>
                <a:cs typeface="Segoe UI"/>
              </a:defRPr>
            </a:defPPr>
            <a:lvl1pPr algn="l">
              <a:defRPr sz="750" b="0" i="0">
                <a:solidFill>
                  <a:srgbClr val="7E9E98"/>
                </a:solidFill>
                <a:latin typeface="Segoe UI"/>
                <a:ea typeface="Segoe UI"/>
                <a:cs typeface="Segoe UI"/>
              </a:defRPr>
            </a:lvl1pPr>
            <a:lvl2pPr algn="l">
              <a:defRPr sz="750" b="0" i="0">
                <a:solidFill>
                  <a:srgbClr val="7E9E98"/>
                </a:solidFill>
                <a:latin typeface="Segoe UI"/>
                <a:ea typeface="Segoe UI"/>
                <a:cs typeface="Segoe UI"/>
              </a:defRPr>
            </a:lvl2pPr>
            <a:lvl3pPr algn="l">
              <a:defRPr sz="750" b="0" i="0">
                <a:solidFill>
                  <a:srgbClr val="7E9E98"/>
                </a:solidFill>
                <a:latin typeface="Segoe UI"/>
                <a:ea typeface="Segoe UI"/>
                <a:cs typeface="Segoe UI"/>
              </a:defRPr>
            </a:lvl3pPr>
            <a:lvl4pPr algn="l">
              <a:defRPr sz="750" b="0" i="0">
                <a:solidFill>
                  <a:srgbClr val="7E9E98"/>
                </a:solidFill>
                <a:latin typeface="Segoe UI"/>
                <a:ea typeface="Segoe UI"/>
                <a:cs typeface="Segoe UI"/>
              </a:defRPr>
            </a:lvl4pPr>
            <a:lvl5pPr algn="l">
              <a:defRPr sz="750" b="0" i="0">
                <a:solidFill>
                  <a:srgbClr val="7E9E98"/>
                </a:solidFill>
                <a:latin typeface="Segoe UI"/>
                <a:ea typeface="Segoe UI"/>
                <a:cs typeface="Segoe UI"/>
              </a:defRPr>
            </a:lvl5pPr>
            <a:lvl6pPr algn="l">
              <a:defRPr sz="750" b="0" i="0">
                <a:solidFill>
                  <a:srgbClr val="7E9E98"/>
                </a:solidFill>
                <a:latin typeface="Segoe UI"/>
                <a:ea typeface="Segoe UI"/>
                <a:cs typeface="Segoe UI"/>
              </a:defRPr>
            </a:lvl6pPr>
            <a:lvl7pPr algn="l">
              <a:defRPr sz="750" b="0" i="0">
                <a:solidFill>
                  <a:srgbClr val="7E9E98"/>
                </a:solidFill>
                <a:latin typeface="Segoe UI"/>
                <a:ea typeface="Segoe UI"/>
                <a:cs typeface="Segoe UI"/>
              </a:defRPr>
            </a:lvl7pPr>
            <a:lvl8pPr algn="l">
              <a:defRPr sz="750" b="0" i="0">
                <a:solidFill>
                  <a:srgbClr val="7E9E98"/>
                </a:solidFill>
                <a:latin typeface="Segoe UI"/>
                <a:ea typeface="Segoe UI"/>
                <a:cs typeface="Segoe UI"/>
              </a:defRPr>
            </a:lvl8pPr>
            <a:lvl9pPr algn="l">
              <a:defRPr sz="750" b="0" i="0">
                <a:solidFill>
                  <a:srgbClr val="7E9E98"/>
                </a:solidFill>
                <a:latin typeface="Segoe UI"/>
                <a:ea typeface="Segoe UI"/>
                <a:cs typeface="Segoe UI"/>
              </a:defRPr>
            </a:lvl9pPr>
          </a:lstStyle>
          <a:p xmlns:a="http://schemas.openxmlformats.org/drawingml/2006/main">
            <a:pPr algn="l">
              <a:defRPr sz="750" b="0" i="0">
                <a:solidFill>
                  <a:srgbClr val="7E9E98"/>
                </a:solidFill>
                <a:latin typeface="Segoe UI"/>
                <a:ea typeface="Segoe UI"/>
                <a:cs typeface="Segoe UI"/>
              </a:defRPr>
            </a:pPr>
            <a:r>
              <a:rPr sz="750" b="0" i="0">
                <a:solidFill>
                  <a:srgbClr val="7E9E98"/>
                </a:solidFill>
                <a:latin typeface="Segoe UI"/>
                <a:ea typeface="Segoe UI"/>
                <a:cs typeface="Segoe UI"/>
              </a:rPr>
              <a:t>BioPulse · ciencia de datos</a:t>
            </a:r>
          </a:p>
        </p:txBody>
      </p:sp>
      <p:sp>
        <p:nvSpPr>
          <p:cNvPr id="6" name="">
            <a:extLst xmlns:a="http://schemas.openxmlformats.org/drawingml/2006/main">
              <a:ext uri="{FF2B5EF4-FFF2-40B4-BE49-F238E27FC236}">
                <a16:creationId xmlns:a16="http://schemas.microsoft.com/office/drawing/2014/main" id="{D59706C4-6C92-4A21-94D5-C5FEF32B5689}"/>
              </a:ext>
            </a:extLst>
          </p:cNvPr>
          <p:cNvSpPr>
            <a:spLocks xmlns:a="http://schemas.openxmlformats.org/drawingml/2006/main" noGrp="1"/>
          </p:cNvSpPr>
          <p:nvPr/>
        </p:nvSpPr>
        <p:spPr>
          <a:xfrm xmlns:a="http://schemas.openxmlformats.org/drawingml/2006/main">
            <a:off x="10734675" y="6477000"/>
            <a:ext cx="7524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7E9E98"/>
                </a:solidFill>
                <a:latin typeface="Segoe UI"/>
                <a:ea typeface="Segoe UI"/>
                <a:cs typeface="Segoe UI"/>
              </a:defRPr>
            </a:defPPr>
            <a:lvl1pPr algn="r">
              <a:defRPr sz="750" b="0" i="0">
                <a:solidFill>
                  <a:srgbClr val="7E9E98"/>
                </a:solidFill>
                <a:latin typeface="Segoe UI"/>
                <a:ea typeface="Segoe UI"/>
                <a:cs typeface="Segoe UI"/>
              </a:defRPr>
            </a:lvl1pPr>
            <a:lvl2pPr algn="r">
              <a:defRPr sz="750" b="0" i="0">
                <a:solidFill>
                  <a:srgbClr val="7E9E98"/>
                </a:solidFill>
                <a:latin typeface="Segoe UI"/>
                <a:ea typeface="Segoe UI"/>
                <a:cs typeface="Segoe UI"/>
              </a:defRPr>
            </a:lvl2pPr>
            <a:lvl3pPr algn="r">
              <a:defRPr sz="750" b="0" i="0">
                <a:solidFill>
                  <a:srgbClr val="7E9E98"/>
                </a:solidFill>
                <a:latin typeface="Segoe UI"/>
                <a:ea typeface="Segoe UI"/>
                <a:cs typeface="Segoe UI"/>
              </a:defRPr>
            </a:lvl3pPr>
            <a:lvl4pPr algn="r">
              <a:defRPr sz="750" b="0" i="0">
                <a:solidFill>
                  <a:srgbClr val="7E9E98"/>
                </a:solidFill>
                <a:latin typeface="Segoe UI"/>
                <a:ea typeface="Segoe UI"/>
                <a:cs typeface="Segoe UI"/>
              </a:defRPr>
            </a:lvl4pPr>
            <a:lvl5pPr algn="r">
              <a:defRPr sz="750" b="0" i="0">
                <a:solidFill>
                  <a:srgbClr val="7E9E98"/>
                </a:solidFill>
                <a:latin typeface="Segoe UI"/>
                <a:ea typeface="Segoe UI"/>
                <a:cs typeface="Segoe UI"/>
              </a:defRPr>
            </a:lvl5pPr>
            <a:lvl6pPr algn="r">
              <a:defRPr sz="750" b="0" i="0">
                <a:solidFill>
                  <a:srgbClr val="7E9E98"/>
                </a:solidFill>
                <a:latin typeface="Segoe UI"/>
                <a:ea typeface="Segoe UI"/>
                <a:cs typeface="Segoe UI"/>
              </a:defRPr>
            </a:lvl6pPr>
            <a:lvl7pPr algn="r">
              <a:defRPr sz="750" b="0" i="0">
                <a:solidFill>
                  <a:srgbClr val="7E9E98"/>
                </a:solidFill>
                <a:latin typeface="Segoe UI"/>
                <a:ea typeface="Segoe UI"/>
                <a:cs typeface="Segoe UI"/>
              </a:defRPr>
            </a:lvl7pPr>
            <a:lvl8pPr algn="r">
              <a:defRPr sz="750" b="0" i="0">
                <a:solidFill>
                  <a:srgbClr val="7E9E98"/>
                </a:solidFill>
                <a:latin typeface="Segoe UI"/>
                <a:ea typeface="Segoe UI"/>
                <a:cs typeface="Segoe UI"/>
              </a:defRPr>
            </a:lvl8pPr>
            <a:lvl9pPr algn="r">
              <a:defRPr sz="750" b="0" i="0">
                <a:solidFill>
                  <a:srgbClr val="7E9E98"/>
                </a:solidFill>
                <a:latin typeface="Segoe UI"/>
                <a:ea typeface="Segoe UI"/>
                <a:cs typeface="Segoe UI"/>
              </a:defRPr>
            </a:lvl9pPr>
          </a:lstStyle>
          <a:p xmlns:a="http://schemas.openxmlformats.org/drawingml/2006/main">
            <a:pPr algn="r">
              <a:defRPr sz="750" b="0" i="0">
                <a:solidFill>
                  <a:srgbClr val="7E9E98"/>
                </a:solidFill>
                <a:latin typeface="Segoe UI"/>
                <a:ea typeface="Segoe UI"/>
                <a:cs typeface="Segoe UI"/>
              </a:defRPr>
            </a:pPr>
            <a:r>
              <a:rPr sz="750" b="0" i="0">
                <a:solidFill>
                  <a:srgbClr val="7E9E98"/>
                </a:solidFill>
                <a:latin typeface="Segoe UI"/>
                <a:ea typeface="Segoe UI"/>
                <a:cs typeface="Segoe UI"/>
              </a:rPr>
              <a:t>06 / 08</a:t>
            </a:r>
          </a:p>
        </p:txBody>
      </p:sp>
      <p:sp>
        <p:nvSpPr>
          <p:cNvPr id="7" name="">
            <a:extLst xmlns:a="http://schemas.openxmlformats.org/drawingml/2006/main">
              <a:ext uri="{FF2B5EF4-FFF2-40B4-BE49-F238E27FC236}">
                <a16:creationId xmlns:a16="http://schemas.microsoft.com/office/drawing/2014/main" id="{80FCBA92-EE21-4B4D-B736-ADF39550E73E}"/>
              </a:ext>
            </a:extLst>
          </p:cNvPr>
          <p:cNvSpPr>
            <a:spLocks xmlns:a="http://schemas.openxmlformats.org/drawingml/2006/main" noGrp="1"/>
          </p:cNvSpPr>
          <p:nvPr/>
        </p:nvSpPr>
        <p:spPr>
          <a:xfrm xmlns:a="http://schemas.openxmlformats.org/drawingml/2006/main">
            <a:off x="742950" y="23431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EN LA APP</a:t>
            </a:r>
          </a:p>
        </p:txBody>
      </p:sp>
      <p:sp>
        <p:nvSpPr>
          <p:cNvPr id="8" name="">
            <a:extLst xmlns:a="http://schemas.openxmlformats.org/drawingml/2006/main">
              <a:ext uri="{FF2B5EF4-FFF2-40B4-BE49-F238E27FC236}">
                <a16:creationId xmlns:a16="http://schemas.microsoft.com/office/drawing/2014/main" id="{47601902-DDE3-468B-98A3-97A25EA12818}"/>
              </a:ext>
            </a:extLst>
          </p:cNvPr>
          <p:cNvSpPr>
            <a:spLocks xmlns:a="http://schemas.openxmlformats.org/drawingml/2006/main" noGrp="1"/>
          </p:cNvSpPr>
          <p:nvPr/>
        </p:nvSpPr>
        <p:spPr>
          <a:xfrm xmlns:a="http://schemas.openxmlformats.org/drawingml/2006/main">
            <a:off x="742950" y="2790825"/>
            <a:ext cx="4619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i="0">
                <a:solidFill>
                  <a:srgbClr val="F1F7F3"/>
                </a:solidFill>
                <a:latin typeface="Segoe UI"/>
                <a:ea typeface="Segoe UI"/>
                <a:cs typeface="Segoe UI"/>
              </a:defRPr>
            </a:defPPr>
            <a:lvl1pPr algn="l">
              <a:defRPr sz="2100" b="1" i="0">
                <a:solidFill>
                  <a:srgbClr val="F1F7F3"/>
                </a:solidFill>
                <a:latin typeface="Segoe UI"/>
                <a:ea typeface="Segoe UI"/>
                <a:cs typeface="Segoe UI"/>
              </a:defRPr>
            </a:lvl1pPr>
            <a:lvl2pPr algn="l">
              <a:defRPr sz="2100" b="1" i="0">
                <a:solidFill>
                  <a:srgbClr val="F1F7F3"/>
                </a:solidFill>
                <a:latin typeface="Segoe UI"/>
                <a:ea typeface="Segoe UI"/>
                <a:cs typeface="Segoe UI"/>
              </a:defRPr>
            </a:lvl2pPr>
            <a:lvl3pPr algn="l">
              <a:defRPr sz="2100" b="1" i="0">
                <a:solidFill>
                  <a:srgbClr val="F1F7F3"/>
                </a:solidFill>
                <a:latin typeface="Segoe UI"/>
                <a:ea typeface="Segoe UI"/>
                <a:cs typeface="Segoe UI"/>
              </a:defRPr>
            </a:lvl3pPr>
            <a:lvl4pPr algn="l">
              <a:defRPr sz="2100" b="1" i="0">
                <a:solidFill>
                  <a:srgbClr val="F1F7F3"/>
                </a:solidFill>
                <a:latin typeface="Segoe UI"/>
                <a:ea typeface="Segoe UI"/>
                <a:cs typeface="Segoe UI"/>
              </a:defRPr>
            </a:lvl4pPr>
            <a:lvl5pPr algn="l">
              <a:defRPr sz="2100" b="1" i="0">
                <a:solidFill>
                  <a:srgbClr val="F1F7F3"/>
                </a:solidFill>
                <a:latin typeface="Segoe UI"/>
                <a:ea typeface="Segoe UI"/>
                <a:cs typeface="Segoe UI"/>
              </a:defRPr>
            </a:lvl5pPr>
            <a:lvl6pPr algn="l">
              <a:defRPr sz="2100" b="1" i="0">
                <a:solidFill>
                  <a:srgbClr val="F1F7F3"/>
                </a:solidFill>
                <a:latin typeface="Segoe UI"/>
                <a:ea typeface="Segoe UI"/>
                <a:cs typeface="Segoe UI"/>
              </a:defRPr>
            </a:lvl6pPr>
            <a:lvl7pPr algn="l">
              <a:defRPr sz="2100" b="1" i="0">
                <a:solidFill>
                  <a:srgbClr val="F1F7F3"/>
                </a:solidFill>
                <a:latin typeface="Segoe UI"/>
                <a:ea typeface="Segoe UI"/>
                <a:cs typeface="Segoe UI"/>
              </a:defRPr>
            </a:lvl7pPr>
            <a:lvl8pPr algn="l">
              <a:defRPr sz="2100" b="1" i="0">
                <a:solidFill>
                  <a:srgbClr val="F1F7F3"/>
                </a:solidFill>
                <a:latin typeface="Segoe UI"/>
                <a:ea typeface="Segoe UI"/>
                <a:cs typeface="Segoe UI"/>
              </a:defRPr>
            </a:lvl8pPr>
            <a:lvl9pPr algn="l">
              <a:defRPr sz="2100" b="1" i="0">
                <a:solidFill>
                  <a:srgbClr val="F1F7F3"/>
                </a:solidFill>
                <a:latin typeface="Segoe UI"/>
                <a:ea typeface="Segoe UI"/>
                <a:cs typeface="Segoe UI"/>
              </a:defRPr>
            </a:lvl9pPr>
          </a:lstStyle>
          <a:p xmlns:a="http://schemas.openxmlformats.org/drawingml/2006/main">
            <a:pPr algn="l">
              <a:defRPr sz="2100" b="1" i="0">
                <a:solidFill>
                  <a:srgbClr val="F1F7F3"/>
                </a:solidFill>
                <a:latin typeface="Segoe UI"/>
                <a:ea typeface="Segoe UI"/>
                <a:cs typeface="Segoe UI"/>
              </a:defRPr>
            </a:pPr>
            <a:r>
              <a:rPr sz="2100" b="1" i="0">
                <a:solidFill>
                  <a:srgbClr val="F1F7F3"/>
                </a:solidFill>
                <a:latin typeface="Segoe UI"/>
                <a:ea typeface="Segoe UI"/>
                <a:cs typeface="Segoe UI"/>
              </a:rPr>
              <a:t>Modelo ML · Isolation Forest</a:t>
            </a:r>
          </a:p>
        </p:txBody>
      </p:sp>
      <p:sp>
        <p:nvSpPr>
          <p:cNvPr id="9" name="">
            <a:extLst xmlns:a="http://schemas.openxmlformats.org/drawingml/2006/main">
              <a:ext uri="{FF2B5EF4-FFF2-40B4-BE49-F238E27FC236}">
                <a16:creationId xmlns:a16="http://schemas.microsoft.com/office/drawing/2014/main" id="{C071B7B8-9D1D-487E-B0F1-63CE5D7B9312}"/>
              </a:ext>
            </a:extLst>
          </p:cNvPr>
          <p:cNvSpPr>
            <a:spLocks xmlns:a="http://schemas.openxmlformats.org/drawingml/2006/main" noGrp="1"/>
          </p:cNvSpPr>
          <p:nvPr/>
        </p:nvSpPr>
        <p:spPr>
          <a:xfrm xmlns:a="http://schemas.openxmlformats.org/drawingml/2006/main">
            <a:off x="742950" y="3648075"/>
            <a:ext cx="4572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A8C0BA"/>
                </a:solidFill>
                <a:latin typeface="Segoe UI"/>
                <a:ea typeface="Segoe UI"/>
                <a:cs typeface="Segoe UI"/>
              </a:defRPr>
            </a:defPPr>
            <a:lvl1pPr algn="l">
              <a:defRPr sz="1350" b="0" i="0">
                <a:solidFill>
                  <a:srgbClr val="A8C0BA"/>
                </a:solidFill>
                <a:latin typeface="Segoe UI"/>
                <a:ea typeface="Segoe UI"/>
                <a:cs typeface="Segoe UI"/>
              </a:defRPr>
            </a:lvl1pPr>
            <a:lvl2pPr algn="l">
              <a:defRPr sz="1350" b="0" i="0">
                <a:solidFill>
                  <a:srgbClr val="A8C0BA"/>
                </a:solidFill>
                <a:latin typeface="Segoe UI"/>
                <a:ea typeface="Segoe UI"/>
                <a:cs typeface="Segoe UI"/>
              </a:defRPr>
            </a:lvl2pPr>
            <a:lvl3pPr algn="l">
              <a:defRPr sz="1350" b="0" i="0">
                <a:solidFill>
                  <a:srgbClr val="A8C0BA"/>
                </a:solidFill>
                <a:latin typeface="Segoe UI"/>
                <a:ea typeface="Segoe UI"/>
                <a:cs typeface="Segoe UI"/>
              </a:defRPr>
            </a:lvl3pPr>
            <a:lvl4pPr algn="l">
              <a:defRPr sz="1350" b="0" i="0">
                <a:solidFill>
                  <a:srgbClr val="A8C0BA"/>
                </a:solidFill>
                <a:latin typeface="Segoe UI"/>
                <a:ea typeface="Segoe UI"/>
                <a:cs typeface="Segoe UI"/>
              </a:defRPr>
            </a:lvl4pPr>
            <a:lvl5pPr algn="l">
              <a:defRPr sz="1350" b="0" i="0">
                <a:solidFill>
                  <a:srgbClr val="A8C0BA"/>
                </a:solidFill>
                <a:latin typeface="Segoe UI"/>
                <a:ea typeface="Segoe UI"/>
                <a:cs typeface="Segoe UI"/>
              </a:defRPr>
            </a:lvl5pPr>
            <a:lvl6pPr algn="l">
              <a:defRPr sz="1350" b="0" i="0">
                <a:solidFill>
                  <a:srgbClr val="A8C0BA"/>
                </a:solidFill>
                <a:latin typeface="Segoe UI"/>
                <a:ea typeface="Segoe UI"/>
                <a:cs typeface="Segoe UI"/>
              </a:defRPr>
            </a:lvl6pPr>
            <a:lvl7pPr algn="l">
              <a:defRPr sz="1350" b="0" i="0">
                <a:solidFill>
                  <a:srgbClr val="A8C0BA"/>
                </a:solidFill>
                <a:latin typeface="Segoe UI"/>
                <a:ea typeface="Segoe UI"/>
                <a:cs typeface="Segoe UI"/>
              </a:defRPr>
            </a:lvl7pPr>
            <a:lvl8pPr algn="l">
              <a:defRPr sz="1350" b="0" i="0">
                <a:solidFill>
                  <a:srgbClr val="A8C0BA"/>
                </a:solidFill>
                <a:latin typeface="Segoe UI"/>
                <a:ea typeface="Segoe UI"/>
                <a:cs typeface="Segoe UI"/>
              </a:defRPr>
            </a:lvl8pPr>
            <a:lvl9pPr algn="l">
              <a:defRPr sz="1350" b="0" i="0">
                <a:solidFill>
                  <a:srgbClr val="A8C0BA"/>
                </a:solidFill>
                <a:latin typeface="Segoe UI"/>
                <a:ea typeface="Segoe UI"/>
                <a:cs typeface="Segoe UI"/>
              </a:defRPr>
            </a:lvl9pPr>
          </a:lstStyle>
          <a:p xmlns:a="http://schemas.openxmlformats.org/drawingml/2006/main">
            <a:pPr algn="l">
              <a:defRPr sz="1350" b="0" i="0">
                <a:solidFill>
                  <a:srgbClr val="A8C0BA"/>
                </a:solidFill>
                <a:latin typeface="Segoe UI"/>
                <a:ea typeface="Segoe UI"/>
                <a:cs typeface="Segoe UI"/>
              </a:defRPr>
            </a:pPr>
            <a:r>
              <a:rPr sz="1350" b="0" i="0">
                <a:solidFill>
                  <a:srgbClr val="A8C0BA"/>
                </a:solidFill>
                <a:latin typeface="Segoe UI"/>
                <a:ea typeface="Segoe UI"/>
                <a:cs typeface="Segoe UI"/>
              </a:rPr>
              <a:t>Tendencias evalúa el último día completo o el día activo del CSV y presenta el índice junto a la versión y los días de referencia.</a:t>
            </a:r>
          </a:p>
        </p:txBody>
      </p:sp>
      <p:sp>
        <p:nvSpPr>
          <p:cNvPr id="10" name="">
            <a:extLst xmlns:a="http://schemas.openxmlformats.org/drawingml/2006/main">
              <a:ext uri="{FF2B5EF4-FFF2-40B4-BE49-F238E27FC236}">
                <a16:creationId xmlns:a16="http://schemas.microsoft.com/office/drawing/2014/main" id="{0D23185F-10FE-4AD7-805D-CA8AA786FD90}"/>
              </a:ext>
            </a:extLst>
          </p:cNvPr>
          <p:cNvSpPr>
            <a:spLocks xmlns:a="http://schemas.openxmlformats.org/drawingml/2006/main" noGrp="1"/>
          </p:cNvSpPr>
          <p:nvPr/>
        </p:nvSpPr>
        <p:spPr>
          <a:xfrm xmlns:a="http://schemas.openxmlformats.org/drawingml/2006/main">
            <a:off x="742950" y="4981575"/>
            <a:ext cx="4524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C5F4D7"/>
                </a:solidFill>
                <a:latin typeface="Segoe UI"/>
                <a:ea typeface="Segoe UI"/>
                <a:cs typeface="Segoe UI"/>
              </a:defRPr>
            </a:defPPr>
            <a:lvl1pPr algn="l">
              <a:defRPr sz="1200" b="0" i="0">
                <a:solidFill>
                  <a:srgbClr val="C5F4D7"/>
                </a:solidFill>
                <a:latin typeface="Segoe UI"/>
                <a:ea typeface="Segoe UI"/>
                <a:cs typeface="Segoe UI"/>
              </a:defRPr>
            </a:lvl1pPr>
            <a:lvl2pPr algn="l">
              <a:defRPr sz="1200" b="0" i="0">
                <a:solidFill>
                  <a:srgbClr val="C5F4D7"/>
                </a:solidFill>
                <a:latin typeface="Segoe UI"/>
                <a:ea typeface="Segoe UI"/>
                <a:cs typeface="Segoe UI"/>
              </a:defRPr>
            </a:lvl2pPr>
            <a:lvl3pPr algn="l">
              <a:defRPr sz="1200" b="0" i="0">
                <a:solidFill>
                  <a:srgbClr val="C5F4D7"/>
                </a:solidFill>
                <a:latin typeface="Segoe UI"/>
                <a:ea typeface="Segoe UI"/>
                <a:cs typeface="Segoe UI"/>
              </a:defRPr>
            </a:lvl3pPr>
            <a:lvl4pPr algn="l">
              <a:defRPr sz="1200" b="0" i="0">
                <a:solidFill>
                  <a:srgbClr val="C5F4D7"/>
                </a:solidFill>
                <a:latin typeface="Segoe UI"/>
                <a:ea typeface="Segoe UI"/>
                <a:cs typeface="Segoe UI"/>
              </a:defRPr>
            </a:lvl4pPr>
            <a:lvl5pPr algn="l">
              <a:defRPr sz="1200" b="0" i="0">
                <a:solidFill>
                  <a:srgbClr val="C5F4D7"/>
                </a:solidFill>
                <a:latin typeface="Segoe UI"/>
                <a:ea typeface="Segoe UI"/>
                <a:cs typeface="Segoe UI"/>
              </a:defRPr>
            </a:lvl5pPr>
            <a:lvl6pPr algn="l">
              <a:defRPr sz="1200" b="0" i="0">
                <a:solidFill>
                  <a:srgbClr val="C5F4D7"/>
                </a:solidFill>
                <a:latin typeface="Segoe UI"/>
                <a:ea typeface="Segoe UI"/>
                <a:cs typeface="Segoe UI"/>
              </a:defRPr>
            </a:lvl6pPr>
            <a:lvl7pPr algn="l">
              <a:defRPr sz="1200" b="0" i="0">
                <a:solidFill>
                  <a:srgbClr val="C5F4D7"/>
                </a:solidFill>
                <a:latin typeface="Segoe UI"/>
                <a:ea typeface="Segoe UI"/>
                <a:cs typeface="Segoe UI"/>
              </a:defRPr>
            </a:lvl7pPr>
            <a:lvl8pPr algn="l">
              <a:defRPr sz="1200" b="0" i="0">
                <a:solidFill>
                  <a:srgbClr val="C5F4D7"/>
                </a:solidFill>
                <a:latin typeface="Segoe UI"/>
                <a:ea typeface="Segoe UI"/>
                <a:cs typeface="Segoe UI"/>
              </a:defRPr>
            </a:lvl8pPr>
            <a:lvl9pPr algn="l">
              <a:defRPr sz="1200" b="0" i="0">
                <a:solidFill>
                  <a:srgbClr val="C5F4D7"/>
                </a:solidFill>
                <a:latin typeface="Segoe UI"/>
                <a:ea typeface="Segoe UI"/>
                <a:cs typeface="Segoe UI"/>
              </a:defRPr>
            </a:lvl9pPr>
          </a:lstStyle>
          <a:p xmlns:a="http://schemas.openxmlformats.org/drawingml/2006/main">
            <a:pPr algn="l">
              <a:defRPr sz="1200" b="0" i="0">
                <a:solidFill>
                  <a:srgbClr val="C5F4D7"/>
                </a:solidFill>
                <a:latin typeface="Segoe UI"/>
                <a:ea typeface="Segoe UI"/>
                <a:cs typeface="Segoe UI"/>
              </a:defRPr>
            </a:pPr>
            <a:r>
              <a:rPr sz="1200" b="0" i="0">
                <a:solidFill>
                  <a:srgbClr val="C5F4D7"/>
                </a:solidFill>
                <a:latin typeface="Segoe UI"/>
                <a:ea typeface="Segoe UI"/>
                <a:cs typeface="Segoe UI"/>
              </a:rPr>
              <a:t>Si falta HRV, pulso en reposo, energía o historial, muestra “Datos insuficientes”.</a:t>
            </a:r>
          </a:p>
        </p:txBody>
      </p:sp>
      <p:sp>
        <p:nvSpPr>
          <p:cNvPr id="11" name="">
            <a:extLst xmlns:a="http://schemas.openxmlformats.org/drawingml/2006/main">
              <a:ext uri="{FF2B5EF4-FFF2-40B4-BE49-F238E27FC236}">
                <a16:creationId xmlns:a16="http://schemas.microsoft.com/office/drawing/2014/main" id="{FF9353F1-38D2-40C8-8D71-51A40B230926}"/>
              </a:ext>
            </a:extLst>
          </p:cNvPr>
          <p:cNvSpPr>
            <a:spLocks xmlns:a="http://schemas.openxmlformats.org/drawingml/2006/main" noGrp="1"/>
          </p:cNvSpPr>
          <p:nvPr/>
        </p:nvSpPr>
        <p:spPr>
          <a:xfrm xmlns:a="http://schemas.openxmlformats.org/drawingml/2006/main">
            <a:off x="6000750" y="2324100"/>
            <a:ext cx="9525" cy="3333750"/>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0835374-4B2D-482F-A566-9764BBB7AE71}"/>
              </a:ext>
            </a:extLst>
          </p:cNvPr>
          <p:cNvSpPr>
            <a:spLocks xmlns:a="http://schemas.openxmlformats.org/drawingml/2006/main" noGrp="1"/>
          </p:cNvSpPr>
          <p:nvPr/>
        </p:nvSpPr>
        <p:spPr>
          <a:xfrm xmlns:a="http://schemas.openxmlformats.org/drawingml/2006/main">
            <a:off x="6572250" y="23431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QUÉ CUBREN LAS PRUEBAS</a:t>
            </a:r>
          </a:p>
        </p:txBody>
      </p:sp>
      <p:sp>
        <p:nvSpPr>
          <p:cNvPr id="13" name="">
            <a:extLst xmlns:a="http://schemas.openxmlformats.org/drawingml/2006/main">
              <a:ext uri="{FF2B5EF4-FFF2-40B4-BE49-F238E27FC236}">
                <a16:creationId xmlns:a16="http://schemas.microsoft.com/office/drawing/2014/main" id="{2E5D3017-6730-4BF6-90B6-324683430B6F}"/>
              </a:ext>
            </a:extLst>
          </p:cNvPr>
          <p:cNvSpPr>
            <a:spLocks xmlns:a="http://schemas.openxmlformats.org/drawingml/2006/main" noGrp="1"/>
          </p:cNvSpPr>
          <p:nvPr/>
        </p:nvSpPr>
        <p:spPr>
          <a:xfrm xmlns:a="http://schemas.openxmlformats.org/drawingml/2006/main">
            <a:off x="6572250" y="28575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A9E8CB"/>
                </a:solidFill>
                <a:latin typeface="Segoe UI"/>
                <a:ea typeface="Segoe UI"/>
                <a:cs typeface="Segoe UI"/>
              </a:defRPr>
            </a:defPPr>
            <a:lvl1pPr algn="l">
              <a:defRPr sz="825" b="0" i="0">
                <a:solidFill>
                  <a:srgbClr val="A9E8CB"/>
                </a:solidFill>
                <a:latin typeface="Segoe UI"/>
                <a:ea typeface="Segoe UI"/>
                <a:cs typeface="Segoe UI"/>
              </a:defRPr>
            </a:lvl1pPr>
            <a:lvl2pPr algn="l">
              <a:defRPr sz="825" b="0" i="0">
                <a:solidFill>
                  <a:srgbClr val="A9E8CB"/>
                </a:solidFill>
                <a:latin typeface="Segoe UI"/>
                <a:ea typeface="Segoe UI"/>
                <a:cs typeface="Segoe UI"/>
              </a:defRPr>
            </a:lvl2pPr>
            <a:lvl3pPr algn="l">
              <a:defRPr sz="825" b="0" i="0">
                <a:solidFill>
                  <a:srgbClr val="A9E8CB"/>
                </a:solidFill>
                <a:latin typeface="Segoe UI"/>
                <a:ea typeface="Segoe UI"/>
                <a:cs typeface="Segoe UI"/>
              </a:defRPr>
            </a:lvl3pPr>
            <a:lvl4pPr algn="l">
              <a:defRPr sz="825" b="0" i="0">
                <a:solidFill>
                  <a:srgbClr val="A9E8CB"/>
                </a:solidFill>
                <a:latin typeface="Segoe UI"/>
                <a:ea typeface="Segoe UI"/>
                <a:cs typeface="Segoe UI"/>
              </a:defRPr>
            </a:lvl4pPr>
            <a:lvl5pPr algn="l">
              <a:defRPr sz="825" b="0" i="0">
                <a:solidFill>
                  <a:srgbClr val="A9E8CB"/>
                </a:solidFill>
                <a:latin typeface="Segoe UI"/>
                <a:ea typeface="Segoe UI"/>
                <a:cs typeface="Segoe UI"/>
              </a:defRPr>
            </a:lvl5pPr>
            <a:lvl6pPr algn="l">
              <a:defRPr sz="825" b="0" i="0">
                <a:solidFill>
                  <a:srgbClr val="A9E8CB"/>
                </a:solidFill>
                <a:latin typeface="Segoe UI"/>
                <a:ea typeface="Segoe UI"/>
                <a:cs typeface="Segoe UI"/>
              </a:defRPr>
            </a:lvl6pPr>
            <a:lvl7pPr algn="l">
              <a:defRPr sz="825" b="0" i="0">
                <a:solidFill>
                  <a:srgbClr val="A9E8CB"/>
                </a:solidFill>
                <a:latin typeface="Segoe UI"/>
                <a:ea typeface="Segoe UI"/>
                <a:cs typeface="Segoe UI"/>
              </a:defRPr>
            </a:lvl7pPr>
            <a:lvl8pPr algn="l">
              <a:defRPr sz="825" b="0" i="0">
                <a:solidFill>
                  <a:srgbClr val="A9E8CB"/>
                </a:solidFill>
                <a:latin typeface="Segoe UI"/>
                <a:ea typeface="Segoe UI"/>
                <a:cs typeface="Segoe UI"/>
              </a:defRPr>
            </a:lvl8pPr>
            <a:lvl9pPr algn="l">
              <a:defRPr sz="825" b="0" i="0">
                <a:solidFill>
                  <a:srgbClr val="A9E8CB"/>
                </a:solidFill>
                <a:latin typeface="Segoe UI"/>
                <a:ea typeface="Segoe UI"/>
                <a:cs typeface="Segoe UI"/>
              </a:defRPr>
            </a:lvl9pPr>
          </a:lstStyle>
          <a:p xmlns:a="http://schemas.openxmlformats.org/drawingml/2006/main">
            <a:pPr algn="l">
              <a:defRPr sz="825" b="0" i="0">
                <a:solidFill>
                  <a:srgbClr val="A9E8CB"/>
                </a:solidFill>
                <a:latin typeface="Segoe UI"/>
                <a:ea typeface="Segoe UI"/>
                <a:cs typeface="Segoe UI"/>
              </a:defRPr>
            </a:pPr>
            <a:r>
              <a:rPr sz="825" b="0" i="0">
                <a:solidFill>
                  <a:srgbClr val="A9E8CB"/>
                </a:solidFill>
                <a:latin typeface="Segoe UI"/>
                <a:ea typeface="Segoe UI"/>
                <a:cs typeface="Segoe UI"/>
              </a:rPr>
              <a:t>01</a:t>
            </a:r>
          </a:p>
        </p:txBody>
      </p:sp>
      <p:sp>
        <p:nvSpPr>
          <p:cNvPr id="14" name="">
            <a:extLst xmlns:a="http://schemas.openxmlformats.org/drawingml/2006/main">
              <a:ext uri="{FF2B5EF4-FFF2-40B4-BE49-F238E27FC236}">
                <a16:creationId xmlns:a16="http://schemas.microsoft.com/office/drawing/2014/main" id="{1BBDDD82-3751-47C7-8842-91B2D71305CA}"/>
              </a:ext>
            </a:extLst>
          </p:cNvPr>
          <p:cNvSpPr>
            <a:spLocks xmlns:a="http://schemas.openxmlformats.org/drawingml/2006/main" noGrp="1"/>
          </p:cNvSpPr>
          <p:nvPr/>
        </p:nvSpPr>
        <p:spPr>
          <a:xfrm xmlns:a="http://schemas.openxmlformats.org/drawingml/2006/main">
            <a:off x="7029450" y="2838450"/>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F1F7F3"/>
                </a:solidFill>
                <a:latin typeface="Segoe UI"/>
                <a:ea typeface="Segoe UI"/>
                <a:cs typeface="Segoe UI"/>
              </a:defRPr>
            </a:defPPr>
            <a:lvl1pPr algn="l">
              <a:defRPr sz="1125" b="1" i="0">
                <a:solidFill>
                  <a:srgbClr val="F1F7F3"/>
                </a:solidFill>
                <a:latin typeface="Segoe UI"/>
                <a:ea typeface="Segoe UI"/>
                <a:cs typeface="Segoe UI"/>
              </a:defRPr>
            </a:lvl1pPr>
            <a:lvl2pPr algn="l">
              <a:defRPr sz="1125" b="1" i="0">
                <a:solidFill>
                  <a:srgbClr val="F1F7F3"/>
                </a:solidFill>
                <a:latin typeface="Segoe UI"/>
                <a:ea typeface="Segoe UI"/>
                <a:cs typeface="Segoe UI"/>
              </a:defRPr>
            </a:lvl2pPr>
            <a:lvl3pPr algn="l">
              <a:defRPr sz="1125" b="1" i="0">
                <a:solidFill>
                  <a:srgbClr val="F1F7F3"/>
                </a:solidFill>
                <a:latin typeface="Segoe UI"/>
                <a:ea typeface="Segoe UI"/>
                <a:cs typeface="Segoe UI"/>
              </a:defRPr>
            </a:lvl3pPr>
            <a:lvl4pPr algn="l">
              <a:defRPr sz="1125" b="1" i="0">
                <a:solidFill>
                  <a:srgbClr val="F1F7F3"/>
                </a:solidFill>
                <a:latin typeface="Segoe UI"/>
                <a:ea typeface="Segoe UI"/>
                <a:cs typeface="Segoe UI"/>
              </a:defRPr>
            </a:lvl4pPr>
            <a:lvl5pPr algn="l">
              <a:defRPr sz="1125" b="1" i="0">
                <a:solidFill>
                  <a:srgbClr val="F1F7F3"/>
                </a:solidFill>
                <a:latin typeface="Segoe UI"/>
                <a:ea typeface="Segoe UI"/>
                <a:cs typeface="Segoe UI"/>
              </a:defRPr>
            </a:lvl5pPr>
            <a:lvl6pPr algn="l">
              <a:defRPr sz="1125" b="1" i="0">
                <a:solidFill>
                  <a:srgbClr val="F1F7F3"/>
                </a:solidFill>
                <a:latin typeface="Segoe UI"/>
                <a:ea typeface="Segoe UI"/>
                <a:cs typeface="Segoe UI"/>
              </a:defRPr>
            </a:lvl6pPr>
            <a:lvl7pPr algn="l">
              <a:defRPr sz="1125" b="1" i="0">
                <a:solidFill>
                  <a:srgbClr val="F1F7F3"/>
                </a:solidFill>
                <a:latin typeface="Segoe UI"/>
                <a:ea typeface="Segoe UI"/>
                <a:cs typeface="Segoe UI"/>
              </a:defRPr>
            </a:lvl7pPr>
            <a:lvl8pPr algn="l">
              <a:defRPr sz="1125" b="1" i="0">
                <a:solidFill>
                  <a:srgbClr val="F1F7F3"/>
                </a:solidFill>
                <a:latin typeface="Segoe UI"/>
                <a:ea typeface="Segoe UI"/>
                <a:cs typeface="Segoe UI"/>
              </a:defRPr>
            </a:lvl8pPr>
            <a:lvl9pPr algn="l">
              <a:defRPr sz="1125" b="1" i="0">
                <a:solidFill>
                  <a:srgbClr val="F1F7F3"/>
                </a:solidFill>
                <a:latin typeface="Segoe UI"/>
                <a:ea typeface="Segoe UI"/>
                <a:cs typeface="Segoe UI"/>
              </a:defRPr>
            </a:lvl9pPr>
          </a:lstStyle>
          <a:p xmlns:a="http://schemas.openxmlformats.org/drawingml/2006/main">
            <a:pPr algn="l">
              <a:defRPr sz="1125" b="1" i="0">
                <a:solidFill>
                  <a:srgbClr val="F1F7F3"/>
                </a:solidFill>
                <a:latin typeface="Segoe UI"/>
                <a:ea typeface="Segoe UI"/>
                <a:cs typeface="Segoe UI"/>
              </a:defRPr>
            </a:pPr>
            <a:r>
              <a:rPr sz="1125" b="1" i="0">
                <a:solidFill>
                  <a:srgbClr val="F1F7F3"/>
                </a:solidFill>
                <a:latin typeface="Segoe UI"/>
                <a:ea typeface="Segoe UI"/>
                <a:cs typeface="Segoe UI"/>
              </a:rPr>
              <a:t>Requisito mínimo de historial</a:t>
            </a:r>
          </a:p>
        </p:txBody>
      </p:sp>
      <p:sp>
        <p:nvSpPr>
          <p:cNvPr id="15" name="">
            <a:extLst xmlns:a="http://schemas.openxmlformats.org/drawingml/2006/main">
              <a:ext uri="{FF2B5EF4-FFF2-40B4-BE49-F238E27FC236}">
                <a16:creationId xmlns:a16="http://schemas.microsoft.com/office/drawing/2014/main" id="{210052B1-AA53-4119-A286-14AE2AABFED0}"/>
              </a:ext>
            </a:extLst>
          </p:cNvPr>
          <p:cNvSpPr>
            <a:spLocks xmlns:a="http://schemas.openxmlformats.org/drawingml/2006/main" noGrp="1"/>
          </p:cNvSpPr>
          <p:nvPr/>
        </p:nvSpPr>
        <p:spPr>
          <a:xfrm xmlns:a="http://schemas.openxmlformats.org/drawingml/2006/main">
            <a:off x="7029450" y="30861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0">
                <a:solidFill>
                  <a:srgbClr val="A8C0BA"/>
                </a:solidFill>
                <a:latin typeface="Segoe UI"/>
                <a:ea typeface="Segoe UI"/>
                <a:cs typeface="Segoe UI"/>
              </a:defRPr>
            </a:defPPr>
            <a:lvl1pPr algn="l">
              <a:defRPr sz="900" b="0" i="0">
                <a:solidFill>
                  <a:srgbClr val="A8C0BA"/>
                </a:solidFill>
                <a:latin typeface="Segoe UI"/>
                <a:ea typeface="Segoe UI"/>
                <a:cs typeface="Segoe UI"/>
              </a:defRPr>
            </a:lvl1pPr>
            <a:lvl2pPr algn="l">
              <a:defRPr sz="900" b="0" i="0">
                <a:solidFill>
                  <a:srgbClr val="A8C0BA"/>
                </a:solidFill>
                <a:latin typeface="Segoe UI"/>
                <a:ea typeface="Segoe UI"/>
                <a:cs typeface="Segoe UI"/>
              </a:defRPr>
            </a:lvl2pPr>
            <a:lvl3pPr algn="l">
              <a:defRPr sz="900" b="0" i="0">
                <a:solidFill>
                  <a:srgbClr val="A8C0BA"/>
                </a:solidFill>
                <a:latin typeface="Segoe UI"/>
                <a:ea typeface="Segoe UI"/>
                <a:cs typeface="Segoe UI"/>
              </a:defRPr>
            </a:lvl3pPr>
            <a:lvl4pPr algn="l">
              <a:defRPr sz="900" b="0" i="0">
                <a:solidFill>
                  <a:srgbClr val="A8C0BA"/>
                </a:solidFill>
                <a:latin typeface="Segoe UI"/>
                <a:ea typeface="Segoe UI"/>
                <a:cs typeface="Segoe UI"/>
              </a:defRPr>
            </a:lvl4pPr>
            <a:lvl5pPr algn="l">
              <a:defRPr sz="900" b="0" i="0">
                <a:solidFill>
                  <a:srgbClr val="A8C0BA"/>
                </a:solidFill>
                <a:latin typeface="Segoe UI"/>
                <a:ea typeface="Segoe UI"/>
                <a:cs typeface="Segoe UI"/>
              </a:defRPr>
            </a:lvl5pPr>
            <a:lvl6pPr algn="l">
              <a:defRPr sz="900" b="0" i="0">
                <a:solidFill>
                  <a:srgbClr val="A8C0BA"/>
                </a:solidFill>
                <a:latin typeface="Segoe UI"/>
                <a:ea typeface="Segoe UI"/>
                <a:cs typeface="Segoe UI"/>
              </a:defRPr>
            </a:lvl6pPr>
            <a:lvl7pPr algn="l">
              <a:defRPr sz="900" b="0" i="0">
                <a:solidFill>
                  <a:srgbClr val="A8C0BA"/>
                </a:solidFill>
                <a:latin typeface="Segoe UI"/>
                <a:ea typeface="Segoe UI"/>
                <a:cs typeface="Segoe UI"/>
              </a:defRPr>
            </a:lvl7pPr>
            <a:lvl8pPr algn="l">
              <a:defRPr sz="900" b="0" i="0">
                <a:solidFill>
                  <a:srgbClr val="A8C0BA"/>
                </a:solidFill>
                <a:latin typeface="Segoe UI"/>
                <a:ea typeface="Segoe UI"/>
                <a:cs typeface="Segoe UI"/>
              </a:defRPr>
            </a:lvl8pPr>
            <a:lvl9pPr algn="l">
              <a:defRPr sz="900" b="0" i="0">
                <a:solidFill>
                  <a:srgbClr val="A8C0BA"/>
                </a:solidFill>
                <a:latin typeface="Segoe UI"/>
                <a:ea typeface="Segoe UI"/>
                <a:cs typeface="Segoe UI"/>
              </a:defRPr>
            </a:lvl9pPr>
          </a:lstStyle>
          <a:p xmlns:a="http://schemas.openxmlformats.org/drawingml/2006/main">
            <a:pPr algn="l">
              <a:defRPr sz="900" b="0" i="0">
                <a:solidFill>
                  <a:srgbClr val="A8C0BA"/>
                </a:solidFill>
                <a:latin typeface="Segoe UI"/>
                <a:ea typeface="Segoe UI"/>
                <a:cs typeface="Segoe UI"/>
              </a:defRPr>
            </a:pPr>
            <a:r>
              <a:rPr sz="900" b="0" i="0">
                <a:solidFill>
                  <a:srgbClr val="A8C0BA"/>
                </a:solidFill>
                <a:latin typeface="Segoe UI"/>
                <a:ea typeface="Segoe UI"/>
                <a:cs typeface="Segoe UI"/>
              </a:rPr>
              <a:t>30 días previos completos</a:t>
            </a:r>
          </a:p>
        </p:txBody>
      </p:sp>
      <p:sp>
        <p:nvSpPr>
          <p:cNvPr id="16" name="">
            <a:extLst xmlns:a="http://schemas.openxmlformats.org/drawingml/2006/main">
              <a:ext uri="{FF2B5EF4-FFF2-40B4-BE49-F238E27FC236}">
                <a16:creationId xmlns:a16="http://schemas.microsoft.com/office/drawing/2014/main" id="{02328DA3-8CF0-408E-A634-69AEE03756CC}"/>
              </a:ext>
            </a:extLst>
          </p:cNvPr>
          <p:cNvSpPr>
            <a:spLocks xmlns:a="http://schemas.openxmlformats.org/drawingml/2006/main" noGrp="1"/>
          </p:cNvSpPr>
          <p:nvPr/>
        </p:nvSpPr>
        <p:spPr>
          <a:xfrm xmlns:a="http://schemas.openxmlformats.org/drawingml/2006/main">
            <a:off x="6572250" y="352425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A9E8CB"/>
                </a:solidFill>
                <a:latin typeface="Segoe UI"/>
                <a:ea typeface="Segoe UI"/>
                <a:cs typeface="Segoe UI"/>
              </a:defRPr>
            </a:defPPr>
            <a:lvl1pPr algn="l">
              <a:defRPr sz="825" b="0" i="0">
                <a:solidFill>
                  <a:srgbClr val="A9E8CB"/>
                </a:solidFill>
                <a:latin typeface="Segoe UI"/>
                <a:ea typeface="Segoe UI"/>
                <a:cs typeface="Segoe UI"/>
              </a:defRPr>
            </a:lvl1pPr>
            <a:lvl2pPr algn="l">
              <a:defRPr sz="825" b="0" i="0">
                <a:solidFill>
                  <a:srgbClr val="A9E8CB"/>
                </a:solidFill>
                <a:latin typeface="Segoe UI"/>
                <a:ea typeface="Segoe UI"/>
                <a:cs typeface="Segoe UI"/>
              </a:defRPr>
            </a:lvl2pPr>
            <a:lvl3pPr algn="l">
              <a:defRPr sz="825" b="0" i="0">
                <a:solidFill>
                  <a:srgbClr val="A9E8CB"/>
                </a:solidFill>
                <a:latin typeface="Segoe UI"/>
                <a:ea typeface="Segoe UI"/>
                <a:cs typeface="Segoe UI"/>
              </a:defRPr>
            </a:lvl3pPr>
            <a:lvl4pPr algn="l">
              <a:defRPr sz="825" b="0" i="0">
                <a:solidFill>
                  <a:srgbClr val="A9E8CB"/>
                </a:solidFill>
                <a:latin typeface="Segoe UI"/>
                <a:ea typeface="Segoe UI"/>
                <a:cs typeface="Segoe UI"/>
              </a:defRPr>
            </a:lvl4pPr>
            <a:lvl5pPr algn="l">
              <a:defRPr sz="825" b="0" i="0">
                <a:solidFill>
                  <a:srgbClr val="A9E8CB"/>
                </a:solidFill>
                <a:latin typeface="Segoe UI"/>
                <a:ea typeface="Segoe UI"/>
                <a:cs typeface="Segoe UI"/>
              </a:defRPr>
            </a:lvl5pPr>
            <a:lvl6pPr algn="l">
              <a:defRPr sz="825" b="0" i="0">
                <a:solidFill>
                  <a:srgbClr val="A9E8CB"/>
                </a:solidFill>
                <a:latin typeface="Segoe UI"/>
                <a:ea typeface="Segoe UI"/>
                <a:cs typeface="Segoe UI"/>
              </a:defRPr>
            </a:lvl6pPr>
            <a:lvl7pPr algn="l">
              <a:defRPr sz="825" b="0" i="0">
                <a:solidFill>
                  <a:srgbClr val="A9E8CB"/>
                </a:solidFill>
                <a:latin typeface="Segoe UI"/>
                <a:ea typeface="Segoe UI"/>
                <a:cs typeface="Segoe UI"/>
              </a:defRPr>
            </a:lvl7pPr>
            <a:lvl8pPr algn="l">
              <a:defRPr sz="825" b="0" i="0">
                <a:solidFill>
                  <a:srgbClr val="A9E8CB"/>
                </a:solidFill>
                <a:latin typeface="Segoe UI"/>
                <a:ea typeface="Segoe UI"/>
                <a:cs typeface="Segoe UI"/>
              </a:defRPr>
            </a:lvl8pPr>
            <a:lvl9pPr algn="l">
              <a:defRPr sz="825" b="0" i="0">
                <a:solidFill>
                  <a:srgbClr val="A9E8CB"/>
                </a:solidFill>
                <a:latin typeface="Segoe UI"/>
                <a:ea typeface="Segoe UI"/>
                <a:cs typeface="Segoe UI"/>
              </a:defRPr>
            </a:lvl9pPr>
          </a:lstStyle>
          <a:p xmlns:a="http://schemas.openxmlformats.org/drawingml/2006/main">
            <a:pPr algn="l">
              <a:defRPr sz="825" b="0" i="0">
                <a:solidFill>
                  <a:srgbClr val="A9E8CB"/>
                </a:solidFill>
                <a:latin typeface="Segoe UI"/>
                <a:ea typeface="Segoe UI"/>
                <a:cs typeface="Segoe UI"/>
              </a:defRPr>
            </a:pPr>
            <a:r>
              <a:rPr sz="825" b="0" i="0">
                <a:solidFill>
                  <a:srgbClr val="A9E8CB"/>
                </a:solidFill>
                <a:latin typeface="Segoe UI"/>
                <a:ea typeface="Segoe UI"/>
                <a:cs typeface="Segoe UI"/>
              </a:rPr>
              <a:t>02</a:t>
            </a:r>
          </a:p>
        </p:txBody>
      </p:sp>
      <p:sp>
        <p:nvSpPr>
          <p:cNvPr id="17" name="">
            <a:extLst xmlns:a="http://schemas.openxmlformats.org/drawingml/2006/main">
              <a:ext uri="{FF2B5EF4-FFF2-40B4-BE49-F238E27FC236}">
                <a16:creationId xmlns:a16="http://schemas.microsoft.com/office/drawing/2014/main" id="{5FA2DE99-3245-4B46-82EF-357DA96E252A}"/>
              </a:ext>
            </a:extLst>
          </p:cNvPr>
          <p:cNvSpPr>
            <a:spLocks xmlns:a="http://schemas.openxmlformats.org/drawingml/2006/main" noGrp="1"/>
          </p:cNvSpPr>
          <p:nvPr/>
        </p:nvSpPr>
        <p:spPr>
          <a:xfrm xmlns:a="http://schemas.openxmlformats.org/drawingml/2006/main">
            <a:off x="7029450" y="3505200"/>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F1F7F3"/>
                </a:solidFill>
                <a:latin typeface="Segoe UI"/>
                <a:ea typeface="Segoe UI"/>
                <a:cs typeface="Segoe UI"/>
              </a:defRPr>
            </a:defPPr>
            <a:lvl1pPr algn="l">
              <a:defRPr sz="1125" b="1" i="0">
                <a:solidFill>
                  <a:srgbClr val="F1F7F3"/>
                </a:solidFill>
                <a:latin typeface="Segoe UI"/>
                <a:ea typeface="Segoe UI"/>
                <a:cs typeface="Segoe UI"/>
              </a:defRPr>
            </a:lvl1pPr>
            <a:lvl2pPr algn="l">
              <a:defRPr sz="1125" b="1" i="0">
                <a:solidFill>
                  <a:srgbClr val="F1F7F3"/>
                </a:solidFill>
                <a:latin typeface="Segoe UI"/>
                <a:ea typeface="Segoe UI"/>
                <a:cs typeface="Segoe UI"/>
              </a:defRPr>
            </a:lvl2pPr>
            <a:lvl3pPr algn="l">
              <a:defRPr sz="1125" b="1" i="0">
                <a:solidFill>
                  <a:srgbClr val="F1F7F3"/>
                </a:solidFill>
                <a:latin typeface="Segoe UI"/>
                <a:ea typeface="Segoe UI"/>
                <a:cs typeface="Segoe UI"/>
              </a:defRPr>
            </a:lvl3pPr>
            <a:lvl4pPr algn="l">
              <a:defRPr sz="1125" b="1" i="0">
                <a:solidFill>
                  <a:srgbClr val="F1F7F3"/>
                </a:solidFill>
                <a:latin typeface="Segoe UI"/>
                <a:ea typeface="Segoe UI"/>
                <a:cs typeface="Segoe UI"/>
              </a:defRPr>
            </a:lvl4pPr>
            <a:lvl5pPr algn="l">
              <a:defRPr sz="1125" b="1" i="0">
                <a:solidFill>
                  <a:srgbClr val="F1F7F3"/>
                </a:solidFill>
                <a:latin typeface="Segoe UI"/>
                <a:ea typeface="Segoe UI"/>
                <a:cs typeface="Segoe UI"/>
              </a:defRPr>
            </a:lvl5pPr>
            <a:lvl6pPr algn="l">
              <a:defRPr sz="1125" b="1" i="0">
                <a:solidFill>
                  <a:srgbClr val="F1F7F3"/>
                </a:solidFill>
                <a:latin typeface="Segoe UI"/>
                <a:ea typeface="Segoe UI"/>
                <a:cs typeface="Segoe UI"/>
              </a:defRPr>
            </a:lvl6pPr>
            <a:lvl7pPr algn="l">
              <a:defRPr sz="1125" b="1" i="0">
                <a:solidFill>
                  <a:srgbClr val="F1F7F3"/>
                </a:solidFill>
                <a:latin typeface="Segoe UI"/>
                <a:ea typeface="Segoe UI"/>
                <a:cs typeface="Segoe UI"/>
              </a:defRPr>
            </a:lvl7pPr>
            <a:lvl8pPr algn="l">
              <a:defRPr sz="1125" b="1" i="0">
                <a:solidFill>
                  <a:srgbClr val="F1F7F3"/>
                </a:solidFill>
                <a:latin typeface="Segoe UI"/>
                <a:ea typeface="Segoe UI"/>
                <a:cs typeface="Segoe UI"/>
              </a:defRPr>
            </a:lvl8pPr>
            <a:lvl9pPr algn="l">
              <a:defRPr sz="1125" b="1" i="0">
                <a:solidFill>
                  <a:srgbClr val="F1F7F3"/>
                </a:solidFill>
                <a:latin typeface="Segoe UI"/>
                <a:ea typeface="Segoe UI"/>
                <a:cs typeface="Segoe UI"/>
              </a:defRPr>
            </a:lvl9pPr>
          </a:lstStyle>
          <a:p xmlns:a="http://schemas.openxmlformats.org/drawingml/2006/main">
            <a:pPr algn="l">
              <a:defRPr sz="1125" b="1" i="0">
                <a:solidFill>
                  <a:srgbClr val="F1F7F3"/>
                </a:solidFill>
                <a:latin typeface="Segoe UI"/>
                <a:ea typeface="Segoe UI"/>
                <a:cs typeface="Segoe UI"/>
              </a:defRPr>
            </a:pPr>
            <a:r>
              <a:rPr sz="1125" b="1" i="0">
                <a:solidFill>
                  <a:srgbClr val="F1F7F3"/>
                </a:solidFill>
                <a:latin typeface="Segoe UI"/>
                <a:ea typeface="Segoe UI"/>
                <a:cs typeface="Segoe UI"/>
              </a:rPr>
              <a:t>Comportamiento relativo</a:t>
            </a:r>
          </a:p>
        </p:txBody>
      </p:sp>
      <p:sp>
        <p:nvSpPr>
          <p:cNvPr id="18" name="">
            <a:extLst xmlns:a="http://schemas.openxmlformats.org/drawingml/2006/main">
              <a:ext uri="{FF2B5EF4-FFF2-40B4-BE49-F238E27FC236}">
                <a16:creationId xmlns:a16="http://schemas.microsoft.com/office/drawing/2014/main" id="{F184CB78-0B22-4BA9-948B-6E6ACCEFC9F0}"/>
              </a:ext>
            </a:extLst>
          </p:cNvPr>
          <p:cNvSpPr>
            <a:spLocks xmlns:a="http://schemas.openxmlformats.org/drawingml/2006/main" noGrp="1"/>
          </p:cNvSpPr>
          <p:nvPr/>
        </p:nvSpPr>
        <p:spPr>
          <a:xfrm xmlns:a="http://schemas.openxmlformats.org/drawingml/2006/main">
            <a:off x="7029450" y="37528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0">
                <a:solidFill>
                  <a:srgbClr val="A8C0BA"/>
                </a:solidFill>
                <a:latin typeface="Segoe UI"/>
                <a:ea typeface="Segoe UI"/>
                <a:cs typeface="Segoe UI"/>
              </a:defRPr>
            </a:defPPr>
            <a:lvl1pPr algn="l">
              <a:defRPr sz="900" b="0" i="0">
                <a:solidFill>
                  <a:srgbClr val="A8C0BA"/>
                </a:solidFill>
                <a:latin typeface="Segoe UI"/>
                <a:ea typeface="Segoe UI"/>
                <a:cs typeface="Segoe UI"/>
              </a:defRPr>
            </a:lvl1pPr>
            <a:lvl2pPr algn="l">
              <a:defRPr sz="900" b="0" i="0">
                <a:solidFill>
                  <a:srgbClr val="A8C0BA"/>
                </a:solidFill>
                <a:latin typeface="Segoe UI"/>
                <a:ea typeface="Segoe UI"/>
                <a:cs typeface="Segoe UI"/>
              </a:defRPr>
            </a:lvl2pPr>
            <a:lvl3pPr algn="l">
              <a:defRPr sz="900" b="0" i="0">
                <a:solidFill>
                  <a:srgbClr val="A8C0BA"/>
                </a:solidFill>
                <a:latin typeface="Segoe UI"/>
                <a:ea typeface="Segoe UI"/>
                <a:cs typeface="Segoe UI"/>
              </a:defRPr>
            </a:lvl3pPr>
            <a:lvl4pPr algn="l">
              <a:defRPr sz="900" b="0" i="0">
                <a:solidFill>
                  <a:srgbClr val="A8C0BA"/>
                </a:solidFill>
                <a:latin typeface="Segoe UI"/>
                <a:ea typeface="Segoe UI"/>
                <a:cs typeface="Segoe UI"/>
              </a:defRPr>
            </a:lvl4pPr>
            <a:lvl5pPr algn="l">
              <a:defRPr sz="900" b="0" i="0">
                <a:solidFill>
                  <a:srgbClr val="A8C0BA"/>
                </a:solidFill>
                <a:latin typeface="Segoe UI"/>
                <a:ea typeface="Segoe UI"/>
                <a:cs typeface="Segoe UI"/>
              </a:defRPr>
            </a:lvl5pPr>
            <a:lvl6pPr algn="l">
              <a:defRPr sz="900" b="0" i="0">
                <a:solidFill>
                  <a:srgbClr val="A8C0BA"/>
                </a:solidFill>
                <a:latin typeface="Segoe UI"/>
                <a:ea typeface="Segoe UI"/>
                <a:cs typeface="Segoe UI"/>
              </a:defRPr>
            </a:lvl6pPr>
            <a:lvl7pPr algn="l">
              <a:defRPr sz="900" b="0" i="0">
                <a:solidFill>
                  <a:srgbClr val="A8C0BA"/>
                </a:solidFill>
                <a:latin typeface="Segoe UI"/>
                <a:ea typeface="Segoe UI"/>
                <a:cs typeface="Segoe UI"/>
              </a:defRPr>
            </a:lvl7pPr>
            <a:lvl8pPr algn="l">
              <a:defRPr sz="900" b="0" i="0">
                <a:solidFill>
                  <a:srgbClr val="A8C0BA"/>
                </a:solidFill>
                <a:latin typeface="Segoe UI"/>
                <a:ea typeface="Segoe UI"/>
                <a:cs typeface="Segoe UI"/>
              </a:defRPr>
            </a:lvl8pPr>
            <a:lvl9pPr algn="l">
              <a:defRPr sz="900" b="0" i="0">
                <a:solidFill>
                  <a:srgbClr val="A8C0BA"/>
                </a:solidFill>
                <a:latin typeface="Segoe UI"/>
                <a:ea typeface="Segoe UI"/>
                <a:cs typeface="Segoe UI"/>
              </a:defRPr>
            </a:lvl9pPr>
          </a:lstStyle>
          <a:p xmlns:a="http://schemas.openxmlformats.org/drawingml/2006/main">
            <a:pPr algn="l">
              <a:defRPr sz="900" b="0" i="0">
                <a:solidFill>
                  <a:srgbClr val="A8C0BA"/>
                </a:solidFill>
                <a:latin typeface="Segoe UI"/>
                <a:ea typeface="Segoe UI"/>
                <a:cs typeface="Segoe UI"/>
              </a:defRPr>
            </a:pPr>
            <a:r>
              <a:rPr sz="900" b="0" i="0">
                <a:solidFill>
                  <a:srgbClr val="A8C0BA"/>
                </a:solidFill>
                <a:latin typeface="Segoe UI"/>
                <a:ea typeface="Segoe UI"/>
                <a:cs typeface="Segoe UI"/>
              </a:rPr>
              <a:t>Un caso extremo se aísla más que uno típico</a:t>
            </a:r>
          </a:p>
        </p:txBody>
      </p:sp>
      <p:sp>
        <p:nvSpPr>
          <p:cNvPr id="19" name="">
            <a:extLst xmlns:a="http://schemas.openxmlformats.org/drawingml/2006/main">
              <a:ext uri="{FF2B5EF4-FFF2-40B4-BE49-F238E27FC236}">
                <a16:creationId xmlns:a16="http://schemas.microsoft.com/office/drawing/2014/main" id="{0E3E9B79-E934-4F24-A11F-942EDEC42947}"/>
              </a:ext>
            </a:extLst>
          </p:cNvPr>
          <p:cNvSpPr>
            <a:spLocks xmlns:a="http://schemas.openxmlformats.org/drawingml/2006/main" noGrp="1"/>
          </p:cNvSpPr>
          <p:nvPr/>
        </p:nvSpPr>
        <p:spPr>
          <a:xfrm xmlns:a="http://schemas.openxmlformats.org/drawingml/2006/main">
            <a:off x="6572250" y="41910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A9E8CB"/>
                </a:solidFill>
                <a:latin typeface="Segoe UI"/>
                <a:ea typeface="Segoe UI"/>
                <a:cs typeface="Segoe UI"/>
              </a:defRPr>
            </a:defPPr>
            <a:lvl1pPr algn="l">
              <a:defRPr sz="825" b="0" i="0">
                <a:solidFill>
                  <a:srgbClr val="A9E8CB"/>
                </a:solidFill>
                <a:latin typeface="Segoe UI"/>
                <a:ea typeface="Segoe UI"/>
                <a:cs typeface="Segoe UI"/>
              </a:defRPr>
            </a:lvl1pPr>
            <a:lvl2pPr algn="l">
              <a:defRPr sz="825" b="0" i="0">
                <a:solidFill>
                  <a:srgbClr val="A9E8CB"/>
                </a:solidFill>
                <a:latin typeface="Segoe UI"/>
                <a:ea typeface="Segoe UI"/>
                <a:cs typeface="Segoe UI"/>
              </a:defRPr>
            </a:lvl2pPr>
            <a:lvl3pPr algn="l">
              <a:defRPr sz="825" b="0" i="0">
                <a:solidFill>
                  <a:srgbClr val="A9E8CB"/>
                </a:solidFill>
                <a:latin typeface="Segoe UI"/>
                <a:ea typeface="Segoe UI"/>
                <a:cs typeface="Segoe UI"/>
              </a:defRPr>
            </a:lvl3pPr>
            <a:lvl4pPr algn="l">
              <a:defRPr sz="825" b="0" i="0">
                <a:solidFill>
                  <a:srgbClr val="A9E8CB"/>
                </a:solidFill>
                <a:latin typeface="Segoe UI"/>
                <a:ea typeface="Segoe UI"/>
                <a:cs typeface="Segoe UI"/>
              </a:defRPr>
            </a:lvl4pPr>
            <a:lvl5pPr algn="l">
              <a:defRPr sz="825" b="0" i="0">
                <a:solidFill>
                  <a:srgbClr val="A9E8CB"/>
                </a:solidFill>
                <a:latin typeface="Segoe UI"/>
                <a:ea typeface="Segoe UI"/>
                <a:cs typeface="Segoe UI"/>
              </a:defRPr>
            </a:lvl5pPr>
            <a:lvl6pPr algn="l">
              <a:defRPr sz="825" b="0" i="0">
                <a:solidFill>
                  <a:srgbClr val="A9E8CB"/>
                </a:solidFill>
                <a:latin typeface="Segoe UI"/>
                <a:ea typeface="Segoe UI"/>
                <a:cs typeface="Segoe UI"/>
              </a:defRPr>
            </a:lvl6pPr>
            <a:lvl7pPr algn="l">
              <a:defRPr sz="825" b="0" i="0">
                <a:solidFill>
                  <a:srgbClr val="A9E8CB"/>
                </a:solidFill>
                <a:latin typeface="Segoe UI"/>
                <a:ea typeface="Segoe UI"/>
                <a:cs typeface="Segoe UI"/>
              </a:defRPr>
            </a:lvl7pPr>
            <a:lvl8pPr algn="l">
              <a:defRPr sz="825" b="0" i="0">
                <a:solidFill>
                  <a:srgbClr val="A9E8CB"/>
                </a:solidFill>
                <a:latin typeface="Segoe UI"/>
                <a:ea typeface="Segoe UI"/>
                <a:cs typeface="Segoe UI"/>
              </a:defRPr>
            </a:lvl8pPr>
            <a:lvl9pPr algn="l">
              <a:defRPr sz="825" b="0" i="0">
                <a:solidFill>
                  <a:srgbClr val="A9E8CB"/>
                </a:solidFill>
                <a:latin typeface="Segoe UI"/>
                <a:ea typeface="Segoe UI"/>
                <a:cs typeface="Segoe UI"/>
              </a:defRPr>
            </a:lvl9pPr>
          </a:lstStyle>
          <a:p xmlns:a="http://schemas.openxmlformats.org/drawingml/2006/main">
            <a:pPr algn="l">
              <a:defRPr sz="825" b="0" i="0">
                <a:solidFill>
                  <a:srgbClr val="A9E8CB"/>
                </a:solidFill>
                <a:latin typeface="Segoe UI"/>
                <a:ea typeface="Segoe UI"/>
                <a:cs typeface="Segoe UI"/>
              </a:defRPr>
            </a:pPr>
            <a:r>
              <a:rPr sz="825" b="0" i="0">
                <a:solidFill>
                  <a:srgbClr val="A9E8CB"/>
                </a:solidFill>
                <a:latin typeface="Segoe UI"/>
                <a:ea typeface="Segoe UI"/>
                <a:cs typeface="Segoe UI"/>
              </a:rPr>
              <a:t>03</a:t>
            </a:r>
          </a:p>
        </p:txBody>
      </p:sp>
      <p:sp>
        <p:nvSpPr>
          <p:cNvPr id="20" name="">
            <a:extLst xmlns:a="http://schemas.openxmlformats.org/drawingml/2006/main">
              <a:ext uri="{FF2B5EF4-FFF2-40B4-BE49-F238E27FC236}">
                <a16:creationId xmlns:a16="http://schemas.microsoft.com/office/drawing/2014/main" id="{141C2AF0-714A-4832-912E-74FD252F2A10}"/>
              </a:ext>
            </a:extLst>
          </p:cNvPr>
          <p:cNvSpPr>
            <a:spLocks xmlns:a="http://schemas.openxmlformats.org/drawingml/2006/main" noGrp="1"/>
          </p:cNvSpPr>
          <p:nvPr/>
        </p:nvSpPr>
        <p:spPr>
          <a:xfrm xmlns:a="http://schemas.openxmlformats.org/drawingml/2006/main">
            <a:off x="7029450" y="4171950"/>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F1F7F3"/>
                </a:solidFill>
                <a:latin typeface="Segoe UI"/>
                <a:ea typeface="Segoe UI"/>
                <a:cs typeface="Segoe UI"/>
              </a:defRPr>
            </a:defPPr>
            <a:lvl1pPr algn="l">
              <a:defRPr sz="1125" b="1" i="0">
                <a:solidFill>
                  <a:srgbClr val="F1F7F3"/>
                </a:solidFill>
                <a:latin typeface="Segoe UI"/>
                <a:ea typeface="Segoe UI"/>
                <a:cs typeface="Segoe UI"/>
              </a:defRPr>
            </a:lvl1pPr>
            <a:lvl2pPr algn="l">
              <a:defRPr sz="1125" b="1" i="0">
                <a:solidFill>
                  <a:srgbClr val="F1F7F3"/>
                </a:solidFill>
                <a:latin typeface="Segoe UI"/>
                <a:ea typeface="Segoe UI"/>
                <a:cs typeface="Segoe UI"/>
              </a:defRPr>
            </a:lvl2pPr>
            <a:lvl3pPr algn="l">
              <a:defRPr sz="1125" b="1" i="0">
                <a:solidFill>
                  <a:srgbClr val="F1F7F3"/>
                </a:solidFill>
                <a:latin typeface="Segoe UI"/>
                <a:ea typeface="Segoe UI"/>
                <a:cs typeface="Segoe UI"/>
              </a:defRPr>
            </a:lvl3pPr>
            <a:lvl4pPr algn="l">
              <a:defRPr sz="1125" b="1" i="0">
                <a:solidFill>
                  <a:srgbClr val="F1F7F3"/>
                </a:solidFill>
                <a:latin typeface="Segoe UI"/>
                <a:ea typeface="Segoe UI"/>
                <a:cs typeface="Segoe UI"/>
              </a:defRPr>
            </a:lvl4pPr>
            <a:lvl5pPr algn="l">
              <a:defRPr sz="1125" b="1" i="0">
                <a:solidFill>
                  <a:srgbClr val="F1F7F3"/>
                </a:solidFill>
                <a:latin typeface="Segoe UI"/>
                <a:ea typeface="Segoe UI"/>
                <a:cs typeface="Segoe UI"/>
              </a:defRPr>
            </a:lvl5pPr>
            <a:lvl6pPr algn="l">
              <a:defRPr sz="1125" b="1" i="0">
                <a:solidFill>
                  <a:srgbClr val="F1F7F3"/>
                </a:solidFill>
                <a:latin typeface="Segoe UI"/>
                <a:ea typeface="Segoe UI"/>
                <a:cs typeface="Segoe UI"/>
              </a:defRPr>
            </a:lvl6pPr>
            <a:lvl7pPr algn="l">
              <a:defRPr sz="1125" b="1" i="0">
                <a:solidFill>
                  <a:srgbClr val="F1F7F3"/>
                </a:solidFill>
                <a:latin typeface="Segoe UI"/>
                <a:ea typeface="Segoe UI"/>
                <a:cs typeface="Segoe UI"/>
              </a:defRPr>
            </a:lvl7pPr>
            <a:lvl8pPr algn="l">
              <a:defRPr sz="1125" b="1" i="0">
                <a:solidFill>
                  <a:srgbClr val="F1F7F3"/>
                </a:solidFill>
                <a:latin typeface="Segoe UI"/>
                <a:ea typeface="Segoe UI"/>
                <a:cs typeface="Segoe UI"/>
              </a:defRPr>
            </a:lvl8pPr>
            <a:lvl9pPr algn="l">
              <a:defRPr sz="1125" b="1" i="0">
                <a:solidFill>
                  <a:srgbClr val="F1F7F3"/>
                </a:solidFill>
                <a:latin typeface="Segoe UI"/>
                <a:ea typeface="Segoe UI"/>
                <a:cs typeface="Segoe UI"/>
              </a:defRPr>
            </a:lvl9pPr>
          </a:lstStyle>
          <a:p xmlns:a="http://schemas.openxmlformats.org/drawingml/2006/main">
            <a:pPr algn="l">
              <a:defRPr sz="1125" b="1" i="0">
                <a:solidFill>
                  <a:srgbClr val="F1F7F3"/>
                </a:solidFill>
                <a:latin typeface="Segoe UI"/>
                <a:ea typeface="Segoe UI"/>
                <a:cs typeface="Segoe UI"/>
              </a:defRPr>
            </a:pPr>
            <a:r>
              <a:rPr sz="1125" b="1" i="0">
                <a:solidFill>
                  <a:srgbClr val="F1F7F3"/>
                </a:solidFill>
                <a:latin typeface="Segoe UI"/>
                <a:ea typeface="Segoe UI"/>
                <a:cs typeface="Segoe UI"/>
              </a:rPr>
              <a:t>Datos inválidos</a:t>
            </a:r>
          </a:p>
        </p:txBody>
      </p:sp>
      <p:sp>
        <p:nvSpPr>
          <p:cNvPr id="21" name="">
            <a:extLst xmlns:a="http://schemas.openxmlformats.org/drawingml/2006/main">
              <a:ext uri="{FF2B5EF4-FFF2-40B4-BE49-F238E27FC236}">
                <a16:creationId xmlns:a16="http://schemas.microsoft.com/office/drawing/2014/main" id="{277E2F4F-B58C-43E4-9557-66F9AF137AC4}"/>
              </a:ext>
            </a:extLst>
          </p:cNvPr>
          <p:cNvSpPr>
            <a:spLocks xmlns:a="http://schemas.openxmlformats.org/drawingml/2006/main" noGrp="1"/>
          </p:cNvSpPr>
          <p:nvPr/>
        </p:nvSpPr>
        <p:spPr>
          <a:xfrm xmlns:a="http://schemas.openxmlformats.org/drawingml/2006/main">
            <a:off x="7029450" y="44196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0">
                <a:solidFill>
                  <a:srgbClr val="A8C0BA"/>
                </a:solidFill>
                <a:latin typeface="Segoe UI"/>
                <a:ea typeface="Segoe UI"/>
                <a:cs typeface="Segoe UI"/>
              </a:defRPr>
            </a:defPPr>
            <a:lvl1pPr algn="l">
              <a:defRPr sz="900" b="0" i="0">
                <a:solidFill>
                  <a:srgbClr val="A8C0BA"/>
                </a:solidFill>
                <a:latin typeface="Segoe UI"/>
                <a:ea typeface="Segoe UI"/>
                <a:cs typeface="Segoe UI"/>
              </a:defRPr>
            </a:lvl1pPr>
            <a:lvl2pPr algn="l">
              <a:defRPr sz="900" b="0" i="0">
                <a:solidFill>
                  <a:srgbClr val="A8C0BA"/>
                </a:solidFill>
                <a:latin typeface="Segoe UI"/>
                <a:ea typeface="Segoe UI"/>
                <a:cs typeface="Segoe UI"/>
              </a:defRPr>
            </a:lvl2pPr>
            <a:lvl3pPr algn="l">
              <a:defRPr sz="900" b="0" i="0">
                <a:solidFill>
                  <a:srgbClr val="A8C0BA"/>
                </a:solidFill>
                <a:latin typeface="Segoe UI"/>
                <a:ea typeface="Segoe UI"/>
                <a:cs typeface="Segoe UI"/>
              </a:defRPr>
            </a:lvl3pPr>
            <a:lvl4pPr algn="l">
              <a:defRPr sz="900" b="0" i="0">
                <a:solidFill>
                  <a:srgbClr val="A8C0BA"/>
                </a:solidFill>
                <a:latin typeface="Segoe UI"/>
                <a:ea typeface="Segoe UI"/>
                <a:cs typeface="Segoe UI"/>
              </a:defRPr>
            </a:lvl4pPr>
            <a:lvl5pPr algn="l">
              <a:defRPr sz="900" b="0" i="0">
                <a:solidFill>
                  <a:srgbClr val="A8C0BA"/>
                </a:solidFill>
                <a:latin typeface="Segoe UI"/>
                <a:ea typeface="Segoe UI"/>
                <a:cs typeface="Segoe UI"/>
              </a:defRPr>
            </a:lvl5pPr>
            <a:lvl6pPr algn="l">
              <a:defRPr sz="900" b="0" i="0">
                <a:solidFill>
                  <a:srgbClr val="A8C0BA"/>
                </a:solidFill>
                <a:latin typeface="Segoe UI"/>
                <a:ea typeface="Segoe UI"/>
                <a:cs typeface="Segoe UI"/>
              </a:defRPr>
            </a:lvl6pPr>
            <a:lvl7pPr algn="l">
              <a:defRPr sz="900" b="0" i="0">
                <a:solidFill>
                  <a:srgbClr val="A8C0BA"/>
                </a:solidFill>
                <a:latin typeface="Segoe UI"/>
                <a:ea typeface="Segoe UI"/>
                <a:cs typeface="Segoe UI"/>
              </a:defRPr>
            </a:lvl7pPr>
            <a:lvl8pPr algn="l">
              <a:defRPr sz="900" b="0" i="0">
                <a:solidFill>
                  <a:srgbClr val="A8C0BA"/>
                </a:solidFill>
                <a:latin typeface="Segoe UI"/>
                <a:ea typeface="Segoe UI"/>
                <a:cs typeface="Segoe UI"/>
              </a:defRPr>
            </a:lvl8pPr>
            <a:lvl9pPr algn="l">
              <a:defRPr sz="900" b="0" i="0">
                <a:solidFill>
                  <a:srgbClr val="A8C0BA"/>
                </a:solidFill>
                <a:latin typeface="Segoe UI"/>
                <a:ea typeface="Segoe UI"/>
                <a:cs typeface="Segoe UI"/>
              </a:defRPr>
            </a:lvl9pPr>
          </a:lstStyle>
          <a:p xmlns:a="http://schemas.openxmlformats.org/drawingml/2006/main">
            <a:pPr algn="l">
              <a:defRPr sz="900" b="0" i="0">
                <a:solidFill>
                  <a:srgbClr val="A8C0BA"/>
                </a:solidFill>
                <a:latin typeface="Segoe UI"/>
                <a:ea typeface="Segoe UI"/>
                <a:cs typeface="Segoe UI"/>
              </a:defRPr>
            </a:pPr>
            <a:r>
              <a:rPr sz="900" b="0" i="0">
                <a:solidFill>
                  <a:srgbClr val="A8C0BA"/>
                </a:solidFill>
                <a:latin typeface="Segoe UI"/>
                <a:ea typeface="Segoe UI"/>
                <a:cs typeface="Segoe UI"/>
              </a:rPr>
              <a:t>La fila incompleta o no finita se descarta</a:t>
            </a:r>
          </a:p>
        </p:txBody>
      </p:sp>
      <p:sp>
        <p:nvSpPr>
          <p:cNvPr id="22" name="">
            <a:extLst xmlns:a="http://schemas.openxmlformats.org/drawingml/2006/main">
              <a:ext uri="{FF2B5EF4-FFF2-40B4-BE49-F238E27FC236}">
                <a16:creationId xmlns:a16="http://schemas.microsoft.com/office/drawing/2014/main" id="{50272F36-A7C0-453D-A06D-BB4DE45E8F69}"/>
              </a:ext>
            </a:extLst>
          </p:cNvPr>
          <p:cNvSpPr>
            <a:spLocks xmlns:a="http://schemas.openxmlformats.org/drawingml/2006/main" noGrp="1"/>
          </p:cNvSpPr>
          <p:nvPr/>
        </p:nvSpPr>
        <p:spPr>
          <a:xfrm xmlns:a="http://schemas.openxmlformats.org/drawingml/2006/main">
            <a:off x="6572250" y="485775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A9E8CB"/>
                </a:solidFill>
                <a:latin typeface="Segoe UI"/>
                <a:ea typeface="Segoe UI"/>
                <a:cs typeface="Segoe UI"/>
              </a:defRPr>
            </a:defPPr>
            <a:lvl1pPr algn="l">
              <a:defRPr sz="825" b="0" i="0">
                <a:solidFill>
                  <a:srgbClr val="A9E8CB"/>
                </a:solidFill>
                <a:latin typeface="Segoe UI"/>
                <a:ea typeface="Segoe UI"/>
                <a:cs typeface="Segoe UI"/>
              </a:defRPr>
            </a:lvl1pPr>
            <a:lvl2pPr algn="l">
              <a:defRPr sz="825" b="0" i="0">
                <a:solidFill>
                  <a:srgbClr val="A9E8CB"/>
                </a:solidFill>
                <a:latin typeface="Segoe UI"/>
                <a:ea typeface="Segoe UI"/>
                <a:cs typeface="Segoe UI"/>
              </a:defRPr>
            </a:lvl2pPr>
            <a:lvl3pPr algn="l">
              <a:defRPr sz="825" b="0" i="0">
                <a:solidFill>
                  <a:srgbClr val="A9E8CB"/>
                </a:solidFill>
                <a:latin typeface="Segoe UI"/>
                <a:ea typeface="Segoe UI"/>
                <a:cs typeface="Segoe UI"/>
              </a:defRPr>
            </a:lvl3pPr>
            <a:lvl4pPr algn="l">
              <a:defRPr sz="825" b="0" i="0">
                <a:solidFill>
                  <a:srgbClr val="A9E8CB"/>
                </a:solidFill>
                <a:latin typeface="Segoe UI"/>
                <a:ea typeface="Segoe UI"/>
                <a:cs typeface="Segoe UI"/>
              </a:defRPr>
            </a:lvl4pPr>
            <a:lvl5pPr algn="l">
              <a:defRPr sz="825" b="0" i="0">
                <a:solidFill>
                  <a:srgbClr val="A9E8CB"/>
                </a:solidFill>
                <a:latin typeface="Segoe UI"/>
                <a:ea typeface="Segoe UI"/>
                <a:cs typeface="Segoe UI"/>
              </a:defRPr>
            </a:lvl5pPr>
            <a:lvl6pPr algn="l">
              <a:defRPr sz="825" b="0" i="0">
                <a:solidFill>
                  <a:srgbClr val="A9E8CB"/>
                </a:solidFill>
                <a:latin typeface="Segoe UI"/>
                <a:ea typeface="Segoe UI"/>
                <a:cs typeface="Segoe UI"/>
              </a:defRPr>
            </a:lvl6pPr>
            <a:lvl7pPr algn="l">
              <a:defRPr sz="825" b="0" i="0">
                <a:solidFill>
                  <a:srgbClr val="A9E8CB"/>
                </a:solidFill>
                <a:latin typeface="Segoe UI"/>
                <a:ea typeface="Segoe UI"/>
                <a:cs typeface="Segoe UI"/>
              </a:defRPr>
            </a:lvl7pPr>
            <a:lvl8pPr algn="l">
              <a:defRPr sz="825" b="0" i="0">
                <a:solidFill>
                  <a:srgbClr val="A9E8CB"/>
                </a:solidFill>
                <a:latin typeface="Segoe UI"/>
                <a:ea typeface="Segoe UI"/>
                <a:cs typeface="Segoe UI"/>
              </a:defRPr>
            </a:lvl8pPr>
            <a:lvl9pPr algn="l">
              <a:defRPr sz="825" b="0" i="0">
                <a:solidFill>
                  <a:srgbClr val="A9E8CB"/>
                </a:solidFill>
                <a:latin typeface="Segoe UI"/>
                <a:ea typeface="Segoe UI"/>
                <a:cs typeface="Segoe UI"/>
              </a:defRPr>
            </a:lvl9pPr>
          </a:lstStyle>
          <a:p xmlns:a="http://schemas.openxmlformats.org/drawingml/2006/main">
            <a:pPr algn="l">
              <a:defRPr sz="825" b="0" i="0">
                <a:solidFill>
                  <a:srgbClr val="A9E8CB"/>
                </a:solidFill>
                <a:latin typeface="Segoe UI"/>
                <a:ea typeface="Segoe UI"/>
                <a:cs typeface="Segoe UI"/>
              </a:defRPr>
            </a:pPr>
            <a:r>
              <a:rPr sz="825" b="0" i="0">
                <a:solidFill>
                  <a:srgbClr val="A9E8CB"/>
                </a:solidFill>
                <a:latin typeface="Segoe UI"/>
                <a:ea typeface="Segoe UI"/>
                <a:cs typeface="Segoe UI"/>
              </a:rPr>
              <a:t>04</a:t>
            </a:r>
          </a:p>
        </p:txBody>
      </p:sp>
      <p:sp>
        <p:nvSpPr>
          <p:cNvPr id="23" name="">
            <a:extLst xmlns:a="http://schemas.openxmlformats.org/drawingml/2006/main">
              <a:ext uri="{FF2B5EF4-FFF2-40B4-BE49-F238E27FC236}">
                <a16:creationId xmlns:a16="http://schemas.microsoft.com/office/drawing/2014/main" id="{CE7E2296-0F17-435E-90D9-E5DA4D6DE71A}"/>
              </a:ext>
            </a:extLst>
          </p:cNvPr>
          <p:cNvSpPr>
            <a:spLocks xmlns:a="http://schemas.openxmlformats.org/drawingml/2006/main" noGrp="1"/>
          </p:cNvSpPr>
          <p:nvPr/>
        </p:nvSpPr>
        <p:spPr>
          <a:xfrm xmlns:a="http://schemas.openxmlformats.org/drawingml/2006/main">
            <a:off x="7029450" y="4838700"/>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F1F7F3"/>
                </a:solidFill>
                <a:latin typeface="Segoe UI"/>
                <a:ea typeface="Segoe UI"/>
                <a:cs typeface="Segoe UI"/>
              </a:defRPr>
            </a:defPPr>
            <a:lvl1pPr algn="l">
              <a:defRPr sz="1125" b="1" i="0">
                <a:solidFill>
                  <a:srgbClr val="F1F7F3"/>
                </a:solidFill>
                <a:latin typeface="Segoe UI"/>
                <a:ea typeface="Segoe UI"/>
                <a:cs typeface="Segoe UI"/>
              </a:defRPr>
            </a:lvl1pPr>
            <a:lvl2pPr algn="l">
              <a:defRPr sz="1125" b="1" i="0">
                <a:solidFill>
                  <a:srgbClr val="F1F7F3"/>
                </a:solidFill>
                <a:latin typeface="Segoe UI"/>
                <a:ea typeface="Segoe UI"/>
                <a:cs typeface="Segoe UI"/>
              </a:defRPr>
            </a:lvl2pPr>
            <a:lvl3pPr algn="l">
              <a:defRPr sz="1125" b="1" i="0">
                <a:solidFill>
                  <a:srgbClr val="F1F7F3"/>
                </a:solidFill>
                <a:latin typeface="Segoe UI"/>
                <a:ea typeface="Segoe UI"/>
                <a:cs typeface="Segoe UI"/>
              </a:defRPr>
            </a:lvl3pPr>
            <a:lvl4pPr algn="l">
              <a:defRPr sz="1125" b="1" i="0">
                <a:solidFill>
                  <a:srgbClr val="F1F7F3"/>
                </a:solidFill>
                <a:latin typeface="Segoe UI"/>
                <a:ea typeface="Segoe UI"/>
                <a:cs typeface="Segoe UI"/>
              </a:defRPr>
            </a:lvl4pPr>
            <a:lvl5pPr algn="l">
              <a:defRPr sz="1125" b="1" i="0">
                <a:solidFill>
                  <a:srgbClr val="F1F7F3"/>
                </a:solidFill>
                <a:latin typeface="Segoe UI"/>
                <a:ea typeface="Segoe UI"/>
                <a:cs typeface="Segoe UI"/>
              </a:defRPr>
            </a:lvl5pPr>
            <a:lvl6pPr algn="l">
              <a:defRPr sz="1125" b="1" i="0">
                <a:solidFill>
                  <a:srgbClr val="F1F7F3"/>
                </a:solidFill>
                <a:latin typeface="Segoe UI"/>
                <a:ea typeface="Segoe UI"/>
                <a:cs typeface="Segoe UI"/>
              </a:defRPr>
            </a:lvl6pPr>
            <a:lvl7pPr algn="l">
              <a:defRPr sz="1125" b="1" i="0">
                <a:solidFill>
                  <a:srgbClr val="F1F7F3"/>
                </a:solidFill>
                <a:latin typeface="Segoe UI"/>
                <a:ea typeface="Segoe UI"/>
                <a:cs typeface="Segoe UI"/>
              </a:defRPr>
            </a:lvl7pPr>
            <a:lvl8pPr algn="l">
              <a:defRPr sz="1125" b="1" i="0">
                <a:solidFill>
                  <a:srgbClr val="F1F7F3"/>
                </a:solidFill>
                <a:latin typeface="Segoe UI"/>
                <a:ea typeface="Segoe UI"/>
                <a:cs typeface="Segoe UI"/>
              </a:defRPr>
            </a:lvl8pPr>
            <a:lvl9pPr algn="l">
              <a:defRPr sz="1125" b="1" i="0">
                <a:solidFill>
                  <a:srgbClr val="F1F7F3"/>
                </a:solidFill>
                <a:latin typeface="Segoe UI"/>
                <a:ea typeface="Segoe UI"/>
                <a:cs typeface="Segoe UI"/>
              </a:defRPr>
            </a:lvl9pPr>
          </a:lstStyle>
          <a:p xmlns:a="http://schemas.openxmlformats.org/drawingml/2006/main">
            <a:pPr algn="l">
              <a:defRPr sz="1125" b="1" i="0">
                <a:solidFill>
                  <a:srgbClr val="F1F7F3"/>
                </a:solidFill>
                <a:latin typeface="Segoe UI"/>
                <a:ea typeface="Segoe UI"/>
                <a:cs typeface="Segoe UI"/>
              </a:defRPr>
            </a:pPr>
            <a:r>
              <a:rPr sz="1125" b="1" i="0">
                <a:solidFill>
                  <a:srgbClr val="F1F7F3"/>
                </a:solidFill>
                <a:latin typeface="Segoe UI"/>
                <a:ea typeface="Segoe UI"/>
                <a:cs typeface="Segoe UI"/>
              </a:rPr>
              <a:t>Caso constante</a:t>
            </a:r>
          </a:p>
        </p:txBody>
      </p:sp>
      <p:sp>
        <p:nvSpPr>
          <p:cNvPr id="24" name="">
            <a:extLst xmlns:a="http://schemas.openxmlformats.org/drawingml/2006/main">
              <a:ext uri="{FF2B5EF4-FFF2-40B4-BE49-F238E27FC236}">
                <a16:creationId xmlns:a16="http://schemas.microsoft.com/office/drawing/2014/main" id="{319FB4C3-4B74-4E76-8927-70DEE5D885B5}"/>
              </a:ext>
            </a:extLst>
          </p:cNvPr>
          <p:cNvSpPr>
            <a:spLocks xmlns:a="http://schemas.openxmlformats.org/drawingml/2006/main" noGrp="1"/>
          </p:cNvSpPr>
          <p:nvPr/>
        </p:nvSpPr>
        <p:spPr>
          <a:xfrm xmlns:a="http://schemas.openxmlformats.org/drawingml/2006/main">
            <a:off x="7029450" y="50863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0">
                <a:solidFill>
                  <a:srgbClr val="A8C0BA"/>
                </a:solidFill>
                <a:latin typeface="Segoe UI"/>
                <a:ea typeface="Segoe UI"/>
                <a:cs typeface="Segoe UI"/>
              </a:defRPr>
            </a:defPPr>
            <a:lvl1pPr algn="l">
              <a:defRPr sz="900" b="0" i="0">
                <a:solidFill>
                  <a:srgbClr val="A8C0BA"/>
                </a:solidFill>
                <a:latin typeface="Segoe UI"/>
                <a:ea typeface="Segoe UI"/>
                <a:cs typeface="Segoe UI"/>
              </a:defRPr>
            </a:lvl1pPr>
            <a:lvl2pPr algn="l">
              <a:defRPr sz="900" b="0" i="0">
                <a:solidFill>
                  <a:srgbClr val="A8C0BA"/>
                </a:solidFill>
                <a:latin typeface="Segoe UI"/>
                <a:ea typeface="Segoe UI"/>
                <a:cs typeface="Segoe UI"/>
              </a:defRPr>
            </a:lvl2pPr>
            <a:lvl3pPr algn="l">
              <a:defRPr sz="900" b="0" i="0">
                <a:solidFill>
                  <a:srgbClr val="A8C0BA"/>
                </a:solidFill>
                <a:latin typeface="Segoe UI"/>
                <a:ea typeface="Segoe UI"/>
                <a:cs typeface="Segoe UI"/>
              </a:defRPr>
            </a:lvl3pPr>
            <a:lvl4pPr algn="l">
              <a:defRPr sz="900" b="0" i="0">
                <a:solidFill>
                  <a:srgbClr val="A8C0BA"/>
                </a:solidFill>
                <a:latin typeface="Segoe UI"/>
                <a:ea typeface="Segoe UI"/>
                <a:cs typeface="Segoe UI"/>
              </a:defRPr>
            </a:lvl4pPr>
            <a:lvl5pPr algn="l">
              <a:defRPr sz="900" b="0" i="0">
                <a:solidFill>
                  <a:srgbClr val="A8C0BA"/>
                </a:solidFill>
                <a:latin typeface="Segoe UI"/>
                <a:ea typeface="Segoe UI"/>
                <a:cs typeface="Segoe UI"/>
              </a:defRPr>
            </a:lvl5pPr>
            <a:lvl6pPr algn="l">
              <a:defRPr sz="900" b="0" i="0">
                <a:solidFill>
                  <a:srgbClr val="A8C0BA"/>
                </a:solidFill>
                <a:latin typeface="Segoe UI"/>
                <a:ea typeface="Segoe UI"/>
                <a:cs typeface="Segoe UI"/>
              </a:defRPr>
            </a:lvl6pPr>
            <a:lvl7pPr algn="l">
              <a:defRPr sz="900" b="0" i="0">
                <a:solidFill>
                  <a:srgbClr val="A8C0BA"/>
                </a:solidFill>
                <a:latin typeface="Segoe UI"/>
                <a:ea typeface="Segoe UI"/>
                <a:cs typeface="Segoe UI"/>
              </a:defRPr>
            </a:lvl7pPr>
            <a:lvl8pPr algn="l">
              <a:defRPr sz="900" b="0" i="0">
                <a:solidFill>
                  <a:srgbClr val="A8C0BA"/>
                </a:solidFill>
                <a:latin typeface="Segoe UI"/>
                <a:ea typeface="Segoe UI"/>
                <a:cs typeface="Segoe UI"/>
              </a:defRPr>
            </a:lvl8pPr>
            <a:lvl9pPr algn="l">
              <a:defRPr sz="900" b="0" i="0">
                <a:solidFill>
                  <a:srgbClr val="A8C0BA"/>
                </a:solidFill>
                <a:latin typeface="Segoe UI"/>
                <a:ea typeface="Segoe UI"/>
                <a:cs typeface="Segoe UI"/>
              </a:defRPr>
            </a:lvl9pPr>
          </a:lstStyle>
          <a:p xmlns:a="http://schemas.openxmlformats.org/drawingml/2006/main">
            <a:pPr algn="l">
              <a:defRPr sz="900" b="0" i="0">
                <a:solidFill>
                  <a:srgbClr val="A8C0BA"/>
                </a:solidFill>
                <a:latin typeface="Segoe UI"/>
                <a:ea typeface="Segoe UI"/>
                <a:cs typeface="Segoe UI"/>
              </a:defRPr>
            </a:pPr>
            <a:r>
              <a:rPr sz="900" b="0" i="0">
                <a:solidFill>
                  <a:srgbClr val="A8C0BA"/>
                </a:solidFill>
                <a:latin typeface="Segoe UI"/>
                <a:ea typeface="Segoe UI"/>
                <a:cs typeface="Segoe UI"/>
              </a:rPr>
              <a:t>Un historial idéntico produce score neutral</a:t>
            </a:r>
          </a:p>
        </p:txBody>
      </p:sp>
      <p:sp>
        <p:nvSpPr>
          <p:cNvPr id="25" name="">
            <a:extLst xmlns:a="http://schemas.openxmlformats.org/drawingml/2006/main">
              <a:ext uri="{FF2B5EF4-FFF2-40B4-BE49-F238E27FC236}">
                <a16:creationId xmlns:a16="http://schemas.microsoft.com/office/drawing/2014/main" id="{B6FE2B57-A248-44E1-BDDA-49CE4E9C1BD7}"/>
              </a:ext>
            </a:extLst>
          </p:cNvPr>
          <p:cNvSpPr>
            <a:spLocks xmlns:a="http://schemas.openxmlformats.org/drawingml/2006/main" noGrp="1"/>
          </p:cNvSpPr>
          <p:nvPr/>
        </p:nvSpPr>
        <p:spPr>
          <a:xfrm xmlns:a="http://schemas.openxmlformats.org/drawingml/2006/main">
            <a:off x="6572250" y="5676900"/>
            <a:ext cx="466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0">
                <a:solidFill>
                  <a:srgbClr val="D7C98D"/>
                </a:solidFill>
                <a:latin typeface="Segoe UI"/>
                <a:ea typeface="Segoe UI"/>
                <a:cs typeface="Segoe UI"/>
              </a:defRPr>
            </a:defPPr>
            <a:lvl1pPr algn="l">
              <a:defRPr sz="900" b="0" i="0">
                <a:solidFill>
                  <a:srgbClr val="D7C98D"/>
                </a:solidFill>
                <a:latin typeface="Segoe UI"/>
                <a:ea typeface="Segoe UI"/>
                <a:cs typeface="Segoe UI"/>
              </a:defRPr>
            </a:lvl1pPr>
            <a:lvl2pPr algn="l">
              <a:defRPr sz="900" b="0" i="0">
                <a:solidFill>
                  <a:srgbClr val="D7C98D"/>
                </a:solidFill>
                <a:latin typeface="Segoe UI"/>
                <a:ea typeface="Segoe UI"/>
                <a:cs typeface="Segoe UI"/>
              </a:defRPr>
            </a:lvl2pPr>
            <a:lvl3pPr algn="l">
              <a:defRPr sz="900" b="0" i="0">
                <a:solidFill>
                  <a:srgbClr val="D7C98D"/>
                </a:solidFill>
                <a:latin typeface="Segoe UI"/>
                <a:ea typeface="Segoe UI"/>
                <a:cs typeface="Segoe UI"/>
              </a:defRPr>
            </a:lvl3pPr>
            <a:lvl4pPr algn="l">
              <a:defRPr sz="900" b="0" i="0">
                <a:solidFill>
                  <a:srgbClr val="D7C98D"/>
                </a:solidFill>
                <a:latin typeface="Segoe UI"/>
                <a:ea typeface="Segoe UI"/>
                <a:cs typeface="Segoe UI"/>
              </a:defRPr>
            </a:lvl4pPr>
            <a:lvl5pPr algn="l">
              <a:defRPr sz="900" b="0" i="0">
                <a:solidFill>
                  <a:srgbClr val="D7C98D"/>
                </a:solidFill>
                <a:latin typeface="Segoe UI"/>
                <a:ea typeface="Segoe UI"/>
                <a:cs typeface="Segoe UI"/>
              </a:defRPr>
            </a:lvl5pPr>
            <a:lvl6pPr algn="l">
              <a:defRPr sz="900" b="0" i="0">
                <a:solidFill>
                  <a:srgbClr val="D7C98D"/>
                </a:solidFill>
                <a:latin typeface="Segoe UI"/>
                <a:ea typeface="Segoe UI"/>
                <a:cs typeface="Segoe UI"/>
              </a:defRPr>
            </a:lvl6pPr>
            <a:lvl7pPr algn="l">
              <a:defRPr sz="900" b="0" i="0">
                <a:solidFill>
                  <a:srgbClr val="D7C98D"/>
                </a:solidFill>
                <a:latin typeface="Segoe UI"/>
                <a:ea typeface="Segoe UI"/>
                <a:cs typeface="Segoe UI"/>
              </a:defRPr>
            </a:lvl7pPr>
            <a:lvl8pPr algn="l">
              <a:defRPr sz="900" b="0" i="0">
                <a:solidFill>
                  <a:srgbClr val="D7C98D"/>
                </a:solidFill>
                <a:latin typeface="Segoe UI"/>
                <a:ea typeface="Segoe UI"/>
                <a:cs typeface="Segoe UI"/>
              </a:defRPr>
            </a:lvl8pPr>
            <a:lvl9pPr algn="l">
              <a:defRPr sz="900" b="0" i="0">
                <a:solidFill>
                  <a:srgbClr val="D7C98D"/>
                </a:solidFill>
                <a:latin typeface="Segoe UI"/>
                <a:ea typeface="Segoe UI"/>
                <a:cs typeface="Segoe UI"/>
              </a:defRPr>
            </a:lvl9pPr>
          </a:lstStyle>
          <a:p xmlns:a="http://schemas.openxmlformats.org/drawingml/2006/main">
            <a:pPr algn="l">
              <a:defRPr sz="900" b="0" i="0">
                <a:solidFill>
                  <a:srgbClr val="D7C98D"/>
                </a:solidFill>
                <a:latin typeface="Segoe UI"/>
                <a:ea typeface="Segoe UI"/>
                <a:cs typeface="Segoe UI"/>
              </a:defRPr>
            </a:pPr>
            <a:r>
              <a:rPr sz="900" b="0" i="0">
                <a:solidFill>
                  <a:srgbClr val="D7C98D"/>
                </a:solidFill>
                <a:latin typeface="Segoe UI"/>
                <a:ea typeface="Segoe UI"/>
                <a:cs typeface="Segoe UI"/>
              </a:rPr>
              <a:t>Pruebas de software ≠ validación predictiva o clínica.</a:t>
            </a:r>
          </a:p>
        </p:txBody>
      </p:sp>
    </p:spTree>
    <p:extLst>
      <p:ext uri="{BB962C8B-B14F-4D97-AF65-F5344CB8AC3E}">
        <p14:creationId xmlns:p14="http://schemas.microsoft.com/office/powerpoint/2010/main" val="1851738849"/>
      </p:ext>
    </p:extLst>
  </p:cSld>
</p:sld>
</file>

<file path=ppt/slides/slide7.xml><?xml version="1.0" encoding="utf-8"?>
<p:sld xmlns:p="http://schemas.openxmlformats.org/presentationml/2006/main">
  <p:cSld>
    <p:bg>
      <p:bgPr>
        <a:solidFill xmlns:a="http://schemas.openxmlformats.org/drawingml/2006/main">
          <a:srgbClr val="071A24"/>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AA1835B9-FF10-4498-B85B-51F370C9DAE4}"/>
              </a:ext>
            </a:extLst>
          </p:cNvPr>
          <p:cNvSpPr>
            <a:spLocks xmlns:a="http://schemas.openxmlformats.org/drawingml/2006/main" noGrp="1"/>
          </p:cNvSpPr>
          <p:nvPr/>
        </p:nvSpPr>
        <p:spPr>
          <a:xfrm xmlns:a="http://schemas.openxmlformats.org/drawingml/2006/main">
            <a:off x="704850" y="4572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BIOPULSE  /  APRENDIZAJE AUTOMÁTICO</a:t>
            </a:r>
          </a:p>
        </p:txBody>
      </p:sp>
      <p:sp>
        <p:nvSpPr>
          <p:cNvPr id="2" name="">
            <a:extLst xmlns:a="http://schemas.openxmlformats.org/drawingml/2006/main">
              <a:ext uri="{FF2B5EF4-FFF2-40B4-BE49-F238E27FC236}">
                <a16:creationId xmlns:a16="http://schemas.microsoft.com/office/drawing/2014/main" id="{99430B13-04A9-4E3F-9EAA-7E7D67EBD04F}"/>
              </a:ext>
            </a:extLst>
          </p:cNvPr>
          <p:cNvSpPr>
            <a:spLocks xmlns:a="http://schemas.openxmlformats.org/drawingml/2006/main" noGrp="1"/>
          </p:cNvSpPr>
          <p:nvPr/>
        </p:nvSpPr>
        <p:spPr>
          <a:xfrm xmlns:a="http://schemas.openxmlformats.org/drawingml/2006/main">
            <a:off x="704850" y="876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1F7F3"/>
                </a:solidFill>
                <a:latin typeface="Segoe UI"/>
                <a:ea typeface="Segoe UI"/>
                <a:cs typeface="Segoe UI"/>
              </a:defRPr>
            </a:defPPr>
            <a:lvl1pPr algn="l">
              <a:defRPr sz="3150" b="1" i="0">
                <a:solidFill>
                  <a:srgbClr val="F1F7F3"/>
                </a:solidFill>
                <a:latin typeface="Segoe UI"/>
                <a:ea typeface="Segoe UI"/>
                <a:cs typeface="Segoe UI"/>
              </a:defRPr>
            </a:lvl1pPr>
            <a:lvl2pPr algn="l">
              <a:defRPr sz="3150" b="1" i="0">
                <a:solidFill>
                  <a:srgbClr val="F1F7F3"/>
                </a:solidFill>
                <a:latin typeface="Segoe UI"/>
                <a:ea typeface="Segoe UI"/>
                <a:cs typeface="Segoe UI"/>
              </a:defRPr>
            </a:lvl2pPr>
            <a:lvl3pPr algn="l">
              <a:defRPr sz="3150" b="1" i="0">
                <a:solidFill>
                  <a:srgbClr val="F1F7F3"/>
                </a:solidFill>
                <a:latin typeface="Segoe UI"/>
                <a:ea typeface="Segoe UI"/>
                <a:cs typeface="Segoe UI"/>
              </a:defRPr>
            </a:lvl3pPr>
            <a:lvl4pPr algn="l">
              <a:defRPr sz="3150" b="1" i="0">
                <a:solidFill>
                  <a:srgbClr val="F1F7F3"/>
                </a:solidFill>
                <a:latin typeface="Segoe UI"/>
                <a:ea typeface="Segoe UI"/>
                <a:cs typeface="Segoe UI"/>
              </a:defRPr>
            </a:lvl4pPr>
            <a:lvl5pPr algn="l">
              <a:defRPr sz="3150" b="1" i="0">
                <a:solidFill>
                  <a:srgbClr val="F1F7F3"/>
                </a:solidFill>
                <a:latin typeface="Segoe UI"/>
                <a:ea typeface="Segoe UI"/>
                <a:cs typeface="Segoe UI"/>
              </a:defRPr>
            </a:lvl5pPr>
            <a:lvl6pPr algn="l">
              <a:defRPr sz="3150" b="1" i="0">
                <a:solidFill>
                  <a:srgbClr val="F1F7F3"/>
                </a:solidFill>
                <a:latin typeface="Segoe UI"/>
                <a:ea typeface="Segoe UI"/>
                <a:cs typeface="Segoe UI"/>
              </a:defRPr>
            </a:lvl6pPr>
            <a:lvl7pPr algn="l">
              <a:defRPr sz="3150" b="1" i="0">
                <a:solidFill>
                  <a:srgbClr val="F1F7F3"/>
                </a:solidFill>
                <a:latin typeface="Segoe UI"/>
                <a:ea typeface="Segoe UI"/>
                <a:cs typeface="Segoe UI"/>
              </a:defRPr>
            </a:lvl7pPr>
            <a:lvl8pPr algn="l">
              <a:defRPr sz="3150" b="1" i="0">
                <a:solidFill>
                  <a:srgbClr val="F1F7F3"/>
                </a:solidFill>
                <a:latin typeface="Segoe UI"/>
                <a:ea typeface="Segoe UI"/>
                <a:cs typeface="Segoe UI"/>
              </a:defRPr>
            </a:lvl8pPr>
            <a:lvl9pPr algn="l">
              <a:defRPr sz="3150" b="1" i="0">
                <a:solidFill>
                  <a:srgbClr val="F1F7F3"/>
                </a:solidFill>
                <a:latin typeface="Segoe UI"/>
                <a:ea typeface="Segoe UI"/>
                <a:cs typeface="Segoe UI"/>
              </a:defRPr>
            </a:lvl9pPr>
          </a:lstStyle>
          <a:p xmlns:a="http://schemas.openxmlformats.org/drawingml/2006/main">
            <a:pPr algn="l">
              <a:defRPr sz="3150" b="1" i="0">
                <a:solidFill>
                  <a:srgbClr val="F1F7F3"/>
                </a:solidFill>
                <a:latin typeface="Segoe UI"/>
                <a:ea typeface="Segoe UI"/>
                <a:cs typeface="Segoe UI"/>
              </a:defRPr>
            </a:pPr>
            <a:r>
              <a:rPr sz="3150" b="1" i="0">
                <a:solidFill>
                  <a:srgbClr val="F1F7F3"/>
                </a:solidFill>
                <a:latin typeface="Segoe UI"/>
                <a:ea typeface="Segoe UI"/>
                <a:cs typeface="Segoe UI"/>
              </a:rPr>
              <a:t>Aún no supera una referencia simple</a:t>
            </a:r>
          </a:p>
        </p:txBody>
      </p:sp>
      <p:sp>
        <p:nvSpPr>
          <p:cNvPr id="3" name="">
            <a:extLst xmlns:a="http://schemas.openxmlformats.org/drawingml/2006/main">
              <a:ext uri="{FF2B5EF4-FFF2-40B4-BE49-F238E27FC236}">
                <a16:creationId xmlns:a16="http://schemas.microsoft.com/office/drawing/2014/main" id="{514FBE7F-2D4F-4F9F-BE21-33BE5E95155B}"/>
              </a:ext>
            </a:extLst>
          </p:cNvPr>
          <p:cNvSpPr>
            <a:spLocks xmlns:a="http://schemas.openxmlformats.org/drawingml/2006/main" noGrp="1"/>
          </p:cNvSpPr>
          <p:nvPr/>
        </p:nvSpPr>
        <p:spPr>
          <a:xfrm xmlns:a="http://schemas.openxmlformats.org/drawingml/2006/main">
            <a:off x="723900" y="15621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A8C0BA"/>
                </a:solidFill>
                <a:latin typeface="Segoe UI"/>
                <a:ea typeface="Segoe UI"/>
                <a:cs typeface="Segoe UI"/>
              </a:defRPr>
            </a:defPPr>
            <a:lvl1pPr algn="l">
              <a:defRPr sz="1425" b="0" i="0">
                <a:solidFill>
                  <a:srgbClr val="A8C0BA"/>
                </a:solidFill>
                <a:latin typeface="Segoe UI"/>
                <a:ea typeface="Segoe UI"/>
                <a:cs typeface="Segoe UI"/>
              </a:defRPr>
            </a:lvl1pPr>
            <a:lvl2pPr algn="l">
              <a:defRPr sz="1425" b="0" i="0">
                <a:solidFill>
                  <a:srgbClr val="A8C0BA"/>
                </a:solidFill>
                <a:latin typeface="Segoe UI"/>
                <a:ea typeface="Segoe UI"/>
                <a:cs typeface="Segoe UI"/>
              </a:defRPr>
            </a:lvl2pPr>
            <a:lvl3pPr algn="l">
              <a:defRPr sz="1425" b="0" i="0">
                <a:solidFill>
                  <a:srgbClr val="A8C0BA"/>
                </a:solidFill>
                <a:latin typeface="Segoe UI"/>
                <a:ea typeface="Segoe UI"/>
                <a:cs typeface="Segoe UI"/>
              </a:defRPr>
            </a:lvl3pPr>
            <a:lvl4pPr algn="l">
              <a:defRPr sz="1425" b="0" i="0">
                <a:solidFill>
                  <a:srgbClr val="A8C0BA"/>
                </a:solidFill>
                <a:latin typeface="Segoe UI"/>
                <a:ea typeface="Segoe UI"/>
                <a:cs typeface="Segoe UI"/>
              </a:defRPr>
            </a:lvl4pPr>
            <a:lvl5pPr algn="l">
              <a:defRPr sz="1425" b="0" i="0">
                <a:solidFill>
                  <a:srgbClr val="A8C0BA"/>
                </a:solidFill>
                <a:latin typeface="Segoe UI"/>
                <a:ea typeface="Segoe UI"/>
                <a:cs typeface="Segoe UI"/>
              </a:defRPr>
            </a:lvl5pPr>
            <a:lvl6pPr algn="l">
              <a:defRPr sz="1425" b="0" i="0">
                <a:solidFill>
                  <a:srgbClr val="A8C0BA"/>
                </a:solidFill>
                <a:latin typeface="Segoe UI"/>
                <a:ea typeface="Segoe UI"/>
                <a:cs typeface="Segoe UI"/>
              </a:defRPr>
            </a:lvl6pPr>
            <a:lvl7pPr algn="l">
              <a:defRPr sz="1425" b="0" i="0">
                <a:solidFill>
                  <a:srgbClr val="A8C0BA"/>
                </a:solidFill>
                <a:latin typeface="Segoe UI"/>
                <a:ea typeface="Segoe UI"/>
                <a:cs typeface="Segoe UI"/>
              </a:defRPr>
            </a:lvl7pPr>
            <a:lvl8pPr algn="l">
              <a:defRPr sz="1425" b="0" i="0">
                <a:solidFill>
                  <a:srgbClr val="A8C0BA"/>
                </a:solidFill>
                <a:latin typeface="Segoe UI"/>
                <a:ea typeface="Segoe UI"/>
                <a:cs typeface="Segoe UI"/>
              </a:defRPr>
            </a:lvl8pPr>
            <a:lvl9pPr algn="l">
              <a:defRPr sz="1425" b="0" i="0">
                <a:solidFill>
                  <a:srgbClr val="A8C0BA"/>
                </a:solidFill>
                <a:latin typeface="Segoe UI"/>
                <a:ea typeface="Segoe UI"/>
                <a:cs typeface="Segoe UI"/>
              </a:defRPr>
            </a:lvl9pPr>
          </a:lstStyle>
          <a:p xmlns:a="http://schemas.openxmlformats.org/drawingml/2006/main">
            <a:pPr algn="l">
              <a:defRPr sz="1425" b="0" i="0">
                <a:solidFill>
                  <a:srgbClr val="A8C0BA"/>
                </a:solidFill>
                <a:latin typeface="Segoe UI"/>
                <a:ea typeface="Segoe UI"/>
                <a:cs typeface="Segoe UI"/>
              </a:defRPr>
            </a:pPr>
            <a:r>
              <a:rPr sz="1425" b="0" i="0">
                <a:solidFill>
                  <a:srgbClr val="A8C0BA"/>
                </a:solidFill>
                <a:latin typeface="Segoe UI"/>
                <a:ea typeface="Segoe UI"/>
                <a:cs typeface="Segoe UI"/>
              </a:rPr>
              <a:t>El objetivo fue estimar el readiness autorreportado del día siguiente, de 0 a 10.</a:t>
            </a:r>
          </a:p>
        </p:txBody>
      </p:sp>
      <p:sp>
        <p:nvSpPr>
          <p:cNvPr id="4" name="">
            <a:extLst xmlns:a="http://schemas.openxmlformats.org/drawingml/2006/main">
              <a:ext uri="{FF2B5EF4-FFF2-40B4-BE49-F238E27FC236}">
                <a16:creationId xmlns:a16="http://schemas.microsoft.com/office/drawing/2014/main" id="{44C2FF5C-8B98-4AD3-8C67-6189DA72B927}"/>
              </a:ext>
            </a:extLst>
          </p:cNvPr>
          <p:cNvSpPr>
            <a:spLocks xmlns:a="http://schemas.openxmlformats.org/drawingml/2006/main" noGrp="1"/>
          </p:cNvSpPr>
          <p:nvPr/>
        </p:nvSpPr>
        <p:spPr>
          <a:xfrm xmlns:a="http://schemas.openxmlformats.org/drawingml/2006/main">
            <a:off x="704850" y="6362700"/>
            <a:ext cx="10782300"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42EC92E-FFB7-4B31-AD93-4ABC19B951F1}"/>
              </a:ext>
            </a:extLst>
          </p:cNvPr>
          <p:cNvSpPr>
            <a:spLocks xmlns:a="http://schemas.openxmlformats.org/drawingml/2006/main" noGrp="1"/>
          </p:cNvSpPr>
          <p:nvPr/>
        </p:nvSpPr>
        <p:spPr>
          <a:xfrm xmlns:a="http://schemas.openxmlformats.org/drawingml/2006/main">
            <a:off x="704850" y="6486525"/>
            <a:ext cx="542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7E9E98"/>
                </a:solidFill>
                <a:latin typeface="Segoe UI"/>
                <a:ea typeface="Segoe UI"/>
                <a:cs typeface="Segoe UI"/>
              </a:defRPr>
            </a:defPPr>
            <a:lvl1pPr algn="l">
              <a:defRPr sz="750" b="0" i="0">
                <a:solidFill>
                  <a:srgbClr val="7E9E98"/>
                </a:solidFill>
                <a:latin typeface="Segoe UI"/>
                <a:ea typeface="Segoe UI"/>
                <a:cs typeface="Segoe UI"/>
              </a:defRPr>
            </a:lvl1pPr>
            <a:lvl2pPr algn="l">
              <a:defRPr sz="750" b="0" i="0">
                <a:solidFill>
                  <a:srgbClr val="7E9E98"/>
                </a:solidFill>
                <a:latin typeface="Segoe UI"/>
                <a:ea typeface="Segoe UI"/>
                <a:cs typeface="Segoe UI"/>
              </a:defRPr>
            </a:lvl2pPr>
            <a:lvl3pPr algn="l">
              <a:defRPr sz="750" b="0" i="0">
                <a:solidFill>
                  <a:srgbClr val="7E9E98"/>
                </a:solidFill>
                <a:latin typeface="Segoe UI"/>
                <a:ea typeface="Segoe UI"/>
                <a:cs typeface="Segoe UI"/>
              </a:defRPr>
            </a:lvl3pPr>
            <a:lvl4pPr algn="l">
              <a:defRPr sz="750" b="0" i="0">
                <a:solidFill>
                  <a:srgbClr val="7E9E98"/>
                </a:solidFill>
                <a:latin typeface="Segoe UI"/>
                <a:ea typeface="Segoe UI"/>
                <a:cs typeface="Segoe UI"/>
              </a:defRPr>
            </a:lvl4pPr>
            <a:lvl5pPr algn="l">
              <a:defRPr sz="750" b="0" i="0">
                <a:solidFill>
                  <a:srgbClr val="7E9E98"/>
                </a:solidFill>
                <a:latin typeface="Segoe UI"/>
                <a:ea typeface="Segoe UI"/>
                <a:cs typeface="Segoe UI"/>
              </a:defRPr>
            </a:lvl5pPr>
            <a:lvl6pPr algn="l">
              <a:defRPr sz="750" b="0" i="0">
                <a:solidFill>
                  <a:srgbClr val="7E9E98"/>
                </a:solidFill>
                <a:latin typeface="Segoe UI"/>
                <a:ea typeface="Segoe UI"/>
                <a:cs typeface="Segoe UI"/>
              </a:defRPr>
            </a:lvl6pPr>
            <a:lvl7pPr algn="l">
              <a:defRPr sz="750" b="0" i="0">
                <a:solidFill>
                  <a:srgbClr val="7E9E98"/>
                </a:solidFill>
                <a:latin typeface="Segoe UI"/>
                <a:ea typeface="Segoe UI"/>
                <a:cs typeface="Segoe UI"/>
              </a:defRPr>
            </a:lvl7pPr>
            <a:lvl8pPr algn="l">
              <a:defRPr sz="750" b="0" i="0">
                <a:solidFill>
                  <a:srgbClr val="7E9E98"/>
                </a:solidFill>
                <a:latin typeface="Segoe UI"/>
                <a:ea typeface="Segoe UI"/>
                <a:cs typeface="Segoe UI"/>
              </a:defRPr>
            </a:lvl8pPr>
            <a:lvl9pPr algn="l">
              <a:defRPr sz="750" b="0" i="0">
                <a:solidFill>
                  <a:srgbClr val="7E9E98"/>
                </a:solidFill>
                <a:latin typeface="Segoe UI"/>
                <a:ea typeface="Segoe UI"/>
                <a:cs typeface="Segoe UI"/>
              </a:defRPr>
            </a:lvl9pPr>
          </a:lstStyle>
          <a:p xmlns:a="http://schemas.openxmlformats.org/drawingml/2006/main">
            <a:pPr algn="l">
              <a:defRPr sz="750" b="0" i="0">
                <a:solidFill>
                  <a:srgbClr val="7E9E98"/>
                </a:solidFill>
                <a:latin typeface="Segoe UI"/>
                <a:ea typeface="Segoe UI"/>
                <a:cs typeface="Segoe UI"/>
              </a:defRPr>
            </a:pPr>
            <a:r>
              <a:rPr sz="750" b="0" i="0">
                <a:solidFill>
                  <a:srgbClr val="7E9E98"/>
                </a:solidFill>
                <a:latin typeface="Segoe UI"/>
                <a:ea typeface="Segoe UI"/>
                <a:cs typeface="Segoe UI"/>
              </a:rPr>
              <a:t>BioPulse · ciencia de datos</a:t>
            </a:r>
          </a:p>
        </p:txBody>
      </p:sp>
      <p:sp>
        <p:nvSpPr>
          <p:cNvPr id="6" name="">
            <a:extLst xmlns:a="http://schemas.openxmlformats.org/drawingml/2006/main">
              <a:ext uri="{FF2B5EF4-FFF2-40B4-BE49-F238E27FC236}">
                <a16:creationId xmlns:a16="http://schemas.microsoft.com/office/drawing/2014/main" id="{3C070534-AB74-48C6-A946-2AEBFF36F02D}"/>
              </a:ext>
            </a:extLst>
          </p:cNvPr>
          <p:cNvSpPr>
            <a:spLocks xmlns:a="http://schemas.openxmlformats.org/drawingml/2006/main" noGrp="1"/>
          </p:cNvSpPr>
          <p:nvPr/>
        </p:nvSpPr>
        <p:spPr>
          <a:xfrm xmlns:a="http://schemas.openxmlformats.org/drawingml/2006/main">
            <a:off x="10734675" y="6477000"/>
            <a:ext cx="7524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7E9E98"/>
                </a:solidFill>
                <a:latin typeface="Segoe UI"/>
                <a:ea typeface="Segoe UI"/>
                <a:cs typeface="Segoe UI"/>
              </a:defRPr>
            </a:defPPr>
            <a:lvl1pPr algn="r">
              <a:defRPr sz="750" b="0" i="0">
                <a:solidFill>
                  <a:srgbClr val="7E9E98"/>
                </a:solidFill>
                <a:latin typeface="Segoe UI"/>
                <a:ea typeface="Segoe UI"/>
                <a:cs typeface="Segoe UI"/>
              </a:defRPr>
            </a:lvl1pPr>
            <a:lvl2pPr algn="r">
              <a:defRPr sz="750" b="0" i="0">
                <a:solidFill>
                  <a:srgbClr val="7E9E98"/>
                </a:solidFill>
                <a:latin typeface="Segoe UI"/>
                <a:ea typeface="Segoe UI"/>
                <a:cs typeface="Segoe UI"/>
              </a:defRPr>
            </a:lvl2pPr>
            <a:lvl3pPr algn="r">
              <a:defRPr sz="750" b="0" i="0">
                <a:solidFill>
                  <a:srgbClr val="7E9E98"/>
                </a:solidFill>
                <a:latin typeface="Segoe UI"/>
                <a:ea typeface="Segoe UI"/>
                <a:cs typeface="Segoe UI"/>
              </a:defRPr>
            </a:lvl3pPr>
            <a:lvl4pPr algn="r">
              <a:defRPr sz="750" b="0" i="0">
                <a:solidFill>
                  <a:srgbClr val="7E9E98"/>
                </a:solidFill>
                <a:latin typeface="Segoe UI"/>
                <a:ea typeface="Segoe UI"/>
                <a:cs typeface="Segoe UI"/>
              </a:defRPr>
            </a:lvl4pPr>
            <a:lvl5pPr algn="r">
              <a:defRPr sz="750" b="0" i="0">
                <a:solidFill>
                  <a:srgbClr val="7E9E98"/>
                </a:solidFill>
                <a:latin typeface="Segoe UI"/>
                <a:ea typeface="Segoe UI"/>
                <a:cs typeface="Segoe UI"/>
              </a:defRPr>
            </a:lvl5pPr>
            <a:lvl6pPr algn="r">
              <a:defRPr sz="750" b="0" i="0">
                <a:solidFill>
                  <a:srgbClr val="7E9E98"/>
                </a:solidFill>
                <a:latin typeface="Segoe UI"/>
                <a:ea typeface="Segoe UI"/>
                <a:cs typeface="Segoe UI"/>
              </a:defRPr>
            </a:lvl6pPr>
            <a:lvl7pPr algn="r">
              <a:defRPr sz="750" b="0" i="0">
                <a:solidFill>
                  <a:srgbClr val="7E9E98"/>
                </a:solidFill>
                <a:latin typeface="Segoe UI"/>
                <a:ea typeface="Segoe UI"/>
                <a:cs typeface="Segoe UI"/>
              </a:defRPr>
            </a:lvl7pPr>
            <a:lvl8pPr algn="r">
              <a:defRPr sz="750" b="0" i="0">
                <a:solidFill>
                  <a:srgbClr val="7E9E98"/>
                </a:solidFill>
                <a:latin typeface="Segoe UI"/>
                <a:ea typeface="Segoe UI"/>
                <a:cs typeface="Segoe UI"/>
              </a:defRPr>
            </a:lvl8pPr>
            <a:lvl9pPr algn="r">
              <a:defRPr sz="750" b="0" i="0">
                <a:solidFill>
                  <a:srgbClr val="7E9E98"/>
                </a:solidFill>
                <a:latin typeface="Segoe UI"/>
                <a:ea typeface="Segoe UI"/>
                <a:cs typeface="Segoe UI"/>
              </a:defRPr>
            </a:lvl9pPr>
          </a:lstStyle>
          <a:p xmlns:a="http://schemas.openxmlformats.org/drawingml/2006/main">
            <a:pPr algn="r">
              <a:defRPr sz="750" b="0" i="0">
                <a:solidFill>
                  <a:srgbClr val="7E9E98"/>
                </a:solidFill>
                <a:latin typeface="Segoe UI"/>
                <a:ea typeface="Segoe UI"/>
                <a:cs typeface="Segoe UI"/>
              </a:defRPr>
            </a:pPr>
            <a:r>
              <a:rPr sz="750" b="0" i="0">
                <a:solidFill>
                  <a:srgbClr val="7E9E98"/>
                </a:solidFill>
                <a:latin typeface="Segoe UI"/>
                <a:ea typeface="Segoe UI"/>
                <a:cs typeface="Segoe UI"/>
              </a:rPr>
              <a:t>07 / 08</a:t>
            </a:r>
          </a:p>
        </p:txBody>
      </p:sp>
      <p:sp>
        <p:nvSpPr>
          <p:cNvPr id="7" name="">
            <a:extLst xmlns:a="http://schemas.openxmlformats.org/drawingml/2006/main">
              <a:ext uri="{FF2B5EF4-FFF2-40B4-BE49-F238E27FC236}">
                <a16:creationId xmlns:a16="http://schemas.microsoft.com/office/drawing/2014/main" id="{158E5A78-D12E-430F-B49D-4A44BE2810AD}"/>
              </a:ext>
            </a:extLst>
          </p:cNvPr>
          <p:cNvSpPr>
            <a:spLocks xmlns:a="http://schemas.openxmlformats.org/drawingml/2006/main" noGrp="1"/>
          </p:cNvSpPr>
          <p:nvPr/>
        </p:nvSpPr>
        <p:spPr>
          <a:xfrm xmlns:a="http://schemas.openxmlformats.org/drawingml/2006/main">
            <a:off x="742950" y="2238375"/>
            <a:ext cx="6810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E8CB"/>
                </a:solidFill>
                <a:latin typeface="Segoe UI"/>
                <a:ea typeface="Segoe UI"/>
                <a:cs typeface="Segoe UI"/>
              </a:defRPr>
            </a:defPPr>
            <a:lvl1pPr algn="l">
              <a:defRPr sz="825" b="1" i="0">
                <a:solidFill>
                  <a:srgbClr val="A9E8CB"/>
                </a:solidFill>
                <a:latin typeface="Segoe UI"/>
                <a:ea typeface="Segoe UI"/>
                <a:cs typeface="Segoe UI"/>
              </a:defRPr>
            </a:lvl1pPr>
            <a:lvl2pPr algn="l">
              <a:defRPr sz="825" b="1" i="0">
                <a:solidFill>
                  <a:srgbClr val="A9E8CB"/>
                </a:solidFill>
                <a:latin typeface="Segoe UI"/>
                <a:ea typeface="Segoe UI"/>
                <a:cs typeface="Segoe UI"/>
              </a:defRPr>
            </a:lvl2pPr>
            <a:lvl3pPr algn="l">
              <a:defRPr sz="825" b="1" i="0">
                <a:solidFill>
                  <a:srgbClr val="A9E8CB"/>
                </a:solidFill>
                <a:latin typeface="Segoe UI"/>
                <a:ea typeface="Segoe UI"/>
                <a:cs typeface="Segoe UI"/>
              </a:defRPr>
            </a:lvl3pPr>
            <a:lvl4pPr algn="l">
              <a:defRPr sz="825" b="1" i="0">
                <a:solidFill>
                  <a:srgbClr val="A9E8CB"/>
                </a:solidFill>
                <a:latin typeface="Segoe UI"/>
                <a:ea typeface="Segoe UI"/>
                <a:cs typeface="Segoe UI"/>
              </a:defRPr>
            </a:lvl4pPr>
            <a:lvl5pPr algn="l">
              <a:defRPr sz="825" b="1" i="0">
                <a:solidFill>
                  <a:srgbClr val="A9E8CB"/>
                </a:solidFill>
                <a:latin typeface="Segoe UI"/>
                <a:ea typeface="Segoe UI"/>
                <a:cs typeface="Segoe UI"/>
              </a:defRPr>
            </a:lvl5pPr>
            <a:lvl6pPr algn="l">
              <a:defRPr sz="825" b="1" i="0">
                <a:solidFill>
                  <a:srgbClr val="A9E8CB"/>
                </a:solidFill>
                <a:latin typeface="Segoe UI"/>
                <a:ea typeface="Segoe UI"/>
                <a:cs typeface="Segoe UI"/>
              </a:defRPr>
            </a:lvl6pPr>
            <a:lvl7pPr algn="l">
              <a:defRPr sz="825" b="1" i="0">
                <a:solidFill>
                  <a:srgbClr val="A9E8CB"/>
                </a:solidFill>
                <a:latin typeface="Segoe UI"/>
                <a:ea typeface="Segoe UI"/>
                <a:cs typeface="Segoe UI"/>
              </a:defRPr>
            </a:lvl7pPr>
            <a:lvl8pPr algn="l">
              <a:defRPr sz="825" b="1" i="0">
                <a:solidFill>
                  <a:srgbClr val="A9E8CB"/>
                </a:solidFill>
                <a:latin typeface="Segoe UI"/>
                <a:ea typeface="Segoe UI"/>
                <a:cs typeface="Segoe UI"/>
              </a:defRPr>
            </a:lvl8pPr>
            <a:lvl9pPr algn="l">
              <a:defRPr sz="825" b="1" i="0">
                <a:solidFill>
                  <a:srgbClr val="A9E8CB"/>
                </a:solidFill>
                <a:latin typeface="Segoe UI"/>
                <a:ea typeface="Segoe UI"/>
                <a:cs typeface="Segoe UI"/>
              </a:defRPr>
            </a:lvl9pPr>
          </a:lstStyle>
          <a:p xmlns:a="http://schemas.openxmlformats.org/drawingml/2006/main">
            <a:pPr algn="l">
              <a:defRPr sz="825" b="1" i="0">
                <a:solidFill>
                  <a:srgbClr val="A9E8CB"/>
                </a:solidFill>
                <a:latin typeface="Segoe UI"/>
                <a:ea typeface="Segoe UI"/>
                <a:cs typeface="Segoe UI"/>
              </a:defRPr>
            </a:pPr>
            <a:r>
              <a:rPr sz="825" b="1" i="0">
                <a:solidFill>
                  <a:srgbClr val="A9E8CB"/>
                </a:solidFill>
                <a:latin typeface="Segoe UI"/>
                <a:ea typeface="Segoe UI"/>
                <a:cs typeface="Segoe UI"/>
              </a:rPr>
              <a:t>ERROR ABSOLUTO MEDIO  /  MAE  ·  MENOR ES MEJOR</a:t>
            </a:r>
          </a:p>
        </p:txBody>
      </p:sp>
      <p:sp>
        <p:nvSpPr>
          <p:cNvPr id="8" name="">
            <a:extLst xmlns:a="http://schemas.openxmlformats.org/drawingml/2006/main">
              <a:ext uri="{FF2B5EF4-FFF2-40B4-BE49-F238E27FC236}">
                <a16:creationId xmlns:a16="http://schemas.microsoft.com/office/drawing/2014/main" id="{10C000FF-661E-4D4C-A25B-5B1504079281}"/>
              </a:ext>
            </a:extLst>
          </p:cNvPr>
          <p:cNvSpPr>
            <a:spLocks xmlns:a="http://schemas.openxmlformats.org/drawingml/2006/main" noGrp="1"/>
          </p:cNvSpPr>
          <p:nvPr/>
        </p:nvSpPr>
        <p:spPr>
          <a:xfrm xmlns:a="http://schemas.openxmlformats.org/drawingml/2006/main">
            <a:off x="2876550" y="2733675"/>
            <a:ext cx="9525" cy="25622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4FE51B1-AD0F-4611-8D6C-FA591B477AE7}"/>
              </a:ext>
            </a:extLst>
          </p:cNvPr>
          <p:cNvSpPr>
            <a:spLocks xmlns:a="http://schemas.openxmlformats.org/drawingml/2006/main" noGrp="1"/>
          </p:cNvSpPr>
          <p:nvPr/>
        </p:nvSpPr>
        <p:spPr>
          <a:xfrm xmlns:a="http://schemas.openxmlformats.org/drawingml/2006/main">
            <a:off x="2657475" y="536257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0" i="0">
                <a:solidFill>
                  <a:srgbClr val="7E9E98"/>
                </a:solidFill>
                <a:latin typeface="Segoe UI"/>
                <a:ea typeface="Segoe UI"/>
                <a:cs typeface="Segoe UI"/>
              </a:defRPr>
            </a:defPPr>
            <a:lvl1pPr algn="ctr">
              <a:defRPr sz="825" b="0" i="0">
                <a:solidFill>
                  <a:srgbClr val="7E9E98"/>
                </a:solidFill>
                <a:latin typeface="Segoe UI"/>
                <a:ea typeface="Segoe UI"/>
                <a:cs typeface="Segoe UI"/>
              </a:defRPr>
            </a:lvl1pPr>
            <a:lvl2pPr algn="ctr">
              <a:defRPr sz="825" b="0" i="0">
                <a:solidFill>
                  <a:srgbClr val="7E9E98"/>
                </a:solidFill>
                <a:latin typeface="Segoe UI"/>
                <a:ea typeface="Segoe UI"/>
                <a:cs typeface="Segoe UI"/>
              </a:defRPr>
            </a:lvl2pPr>
            <a:lvl3pPr algn="ctr">
              <a:defRPr sz="825" b="0" i="0">
                <a:solidFill>
                  <a:srgbClr val="7E9E98"/>
                </a:solidFill>
                <a:latin typeface="Segoe UI"/>
                <a:ea typeface="Segoe UI"/>
                <a:cs typeface="Segoe UI"/>
              </a:defRPr>
            </a:lvl3pPr>
            <a:lvl4pPr algn="ctr">
              <a:defRPr sz="825" b="0" i="0">
                <a:solidFill>
                  <a:srgbClr val="7E9E98"/>
                </a:solidFill>
                <a:latin typeface="Segoe UI"/>
                <a:ea typeface="Segoe UI"/>
                <a:cs typeface="Segoe UI"/>
              </a:defRPr>
            </a:lvl4pPr>
            <a:lvl5pPr algn="ctr">
              <a:defRPr sz="825" b="0" i="0">
                <a:solidFill>
                  <a:srgbClr val="7E9E98"/>
                </a:solidFill>
                <a:latin typeface="Segoe UI"/>
                <a:ea typeface="Segoe UI"/>
                <a:cs typeface="Segoe UI"/>
              </a:defRPr>
            </a:lvl5pPr>
            <a:lvl6pPr algn="ctr">
              <a:defRPr sz="825" b="0" i="0">
                <a:solidFill>
                  <a:srgbClr val="7E9E98"/>
                </a:solidFill>
                <a:latin typeface="Segoe UI"/>
                <a:ea typeface="Segoe UI"/>
                <a:cs typeface="Segoe UI"/>
              </a:defRPr>
            </a:lvl6pPr>
            <a:lvl7pPr algn="ctr">
              <a:defRPr sz="825" b="0" i="0">
                <a:solidFill>
                  <a:srgbClr val="7E9E98"/>
                </a:solidFill>
                <a:latin typeface="Segoe UI"/>
                <a:ea typeface="Segoe UI"/>
                <a:cs typeface="Segoe UI"/>
              </a:defRPr>
            </a:lvl7pPr>
            <a:lvl8pPr algn="ctr">
              <a:defRPr sz="825" b="0" i="0">
                <a:solidFill>
                  <a:srgbClr val="7E9E98"/>
                </a:solidFill>
                <a:latin typeface="Segoe UI"/>
                <a:ea typeface="Segoe UI"/>
                <a:cs typeface="Segoe UI"/>
              </a:defRPr>
            </a:lvl8pPr>
            <a:lvl9pPr algn="ctr">
              <a:defRPr sz="825" b="0" i="0">
                <a:solidFill>
                  <a:srgbClr val="7E9E98"/>
                </a:solidFill>
                <a:latin typeface="Segoe UI"/>
                <a:ea typeface="Segoe UI"/>
                <a:cs typeface="Segoe UI"/>
              </a:defRPr>
            </a:lvl9pPr>
          </a:lstStyle>
          <a:p xmlns:a="http://schemas.openxmlformats.org/drawingml/2006/main">
            <a:pPr algn="ctr">
              <a:defRPr sz="825" b="0" i="0">
                <a:solidFill>
                  <a:srgbClr val="7E9E98"/>
                </a:solidFill>
                <a:latin typeface="Segoe UI"/>
                <a:ea typeface="Segoe UI"/>
                <a:cs typeface="Segoe UI"/>
              </a:defRPr>
            </a:pPr>
            <a:r>
              <a:rPr sz="825" b="0" i="0">
                <a:solidFill>
                  <a:srgbClr val="7E9E98"/>
                </a:solidFill>
                <a:latin typeface="Segoe UI"/>
                <a:ea typeface="Segoe UI"/>
                <a:cs typeface="Segoe UI"/>
              </a:rPr>
              <a:t>0</a:t>
            </a:r>
          </a:p>
        </p:txBody>
      </p:sp>
      <p:sp>
        <p:nvSpPr>
          <p:cNvPr id="10" name="">
            <a:extLst xmlns:a="http://schemas.openxmlformats.org/drawingml/2006/main">
              <a:ext uri="{FF2B5EF4-FFF2-40B4-BE49-F238E27FC236}">
                <a16:creationId xmlns:a16="http://schemas.microsoft.com/office/drawing/2014/main" id="{CBB8307A-BF40-4422-8DB9-6ED0EA6F027D}"/>
              </a:ext>
            </a:extLst>
          </p:cNvPr>
          <p:cNvSpPr>
            <a:spLocks xmlns:a="http://schemas.openxmlformats.org/drawingml/2006/main" noGrp="1"/>
          </p:cNvSpPr>
          <p:nvPr/>
        </p:nvSpPr>
        <p:spPr>
          <a:xfrm xmlns:a="http://schemas.openxmlformats.org/drawingml/2006/main">
            <a:off x="3867150" y="2733675"/>
            <a:ext cx="9525" cy="25622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F642737-4FEC-4B49-BF91-18B672A47A8D}"/>
              </a:ext>
            </a:extLst>
          </p:cNvPr>
          <p:cNvSpPr>
            <a:spLocks xmlns:a="http://schemas.openxmlformats.org/drawingml/2006/main" noGrp="1"/>
          </p:cNvSpPr>
          <p:nvPr/>
        </p:nvSpPr>
        <p:spPr>
          <a:xfrm xmlns:a="http://schemas.openxmlformats.org/drawingml/2006/main">
            <a:off x="3648075" y="536257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0" i="0">
                <a:solidFill>
                  <a:srgbClr val="7E9E98"/>
                </a:solidFill>
                <a:latin typeface="Segoe UI"/>
                <a:ea typeface="Segoe UI"/>
                <a:cs typeface="Segoe UI"/>
              </a:defRPr>
            </a:defPPr>
            <a:lvl1pPr algn="ctr">
              <a:defRPr sz="825" b="0" i="0">
                <a:solidFill>
                  <a:srgbClr val="7E9E98"/>
                </a:solidFill>
                <a:latin typeface="Segoe UI"/>
                <a:ea typeface="Segoe UI"/>
                <a:cs typeface="Segoe UI"/>
              </a:defRPr>
            </a:lvl1pPr>
            <a:lvl2pPr algn="ctr">
              <a:defRPr sz="825" b="0" i="0">
                <a:solidFill>
                  <a:srgbClr val="7E9E98"/>
                </a:solidFill>
                <a:latin typeface="Segoe UI"/>
                <a:ea typeface="Segoe UI"/>
                <a:cs typeface="Segoe UI"/>
              </a:defRPr>
            </a:lvl2pPr>
            <a:lvl3pPr algn="ctr">
              <a:defRPr sz="825" b="0" i="0">
                <a:solidFill>
                  <a:srgbClr val="7E9E98"/>
                </a:solidFill>
                <a:latin typeface="Segoe UI"/>
                <a:ea typeface="Segoe UI"/>
                <a:cs typeface="Segoe UI"/>
              </a:defRPr>
            </a:lvl3pPr>
            <a:lvl4pPr algn="ctr">
              <a:defRPr sz="825" b="0" i="0">
                <a:solidFill>
                  <a:srgbClr val="7E9E98"/>
                </a:solidFill>
                <a:latin typeface="Segoe UI"/>
                <a:ea typeface="Segoe UI"/>
                <a:cs typeface="Segoe UI"/>
              </a:defRPr>
            </a:lvl4pPr>
            <a:lvl5pPr algn="ctr">
              <a:defRPr sz="825" b="0" i="0">
                <a:solidFill>
                  <a:srgbClr val="7E9E98"/>
                </a:solidFill>
                <a:latin typeface="Segoe UI"/>
                <a:ea typeface="Segoe UI"/>
                <a:cs typeface="Segoe UI"/>
              </a:defRPr>
            </a:lvl5pPr>
            <a:lvl6pPr algn="ctr">
              <a:defRPr sz="825" b="0" i="0">
                <a:solidFill>
                  <a:srgbClr val="7E9E98"/>
                </a:solidFill>
                <a:latin typeface="Segoe UI"/>
                <a:ea typeface="Segoe UI"/>
                <a:cs typeface="Segoe UI"/>
              </a:defRPr>
            </a:lvl6pPr>
            <a:lvl7pPr algn="ctr">
              <a:defRPr sz="825" b="0" i="0">
                <a:solidFill>
                  <a:srgbClr val="7E9E98"/>
                </a:solidFill>
                <a:latin typeface="Segoe UI"/>
                <a:ea typeface="Segoe UI"/>
                <a:cs typeface="Segoe UI"/>
              </a:defRPr>
            </a:lvl7pPr>
            <a:lvl8pPr algn="ctr">
              <a:defRPr sz="825" b="0" i="0">
                <a:solidFill>
                  <a:srgbClr val="7E9E98"/>
                </a:solidFill>
                <a:latin typeface="Segoe UI"/>
                <a:ea typeface="Segoe UI"/>
                <a:cs typeface="Segoe UI"/>
              </a:defRPr>
            </a:lvl8pPr>
            <a:lvl9pPr algn="ctr">
              <a:defRPr sz="825" b="0" i="0">
                <a:solidFill>
                  <a:srgbClr val="7E9E98"/>
                </a:solidFill>
                <a:latin typeface="Segoe UI"/>
                <a:ea typeface="Segoe UI"/>
                <a:cs typeface="Segoe UI"/>
              </a:defRPr>
            </a:lvl9pPr>
          </a:lstStyle>
          <a:p xmlns:a="http://schemas.openxmlformats.org/drawingml/2006/main">
            <a:pPr algn="ctr">
              <a:defRPr sz="825" b="0" i="0">
                <a:solidFill>
                  <a:srgbClr val="7E9E98"/>
                </a:solidFill>
                <a:latin typeface="Segoe UI"/>
                <a:ea typeface="Segoe UI"/>
                <a:cs typeface="Segoe UI"/>
              </a:defRPr>
            </a:pPr>
            <a:r>
              <a:rPr sz="825" b="0" i="0">
                <a:solidFill>
                  <a:srgbClr val="7E9E98"/>
                </a:solidFill>
                <a:latin typeface="Segoe UI"/>
                <a:ea typeface="Segoe UI"/>
                <a:cs typeface="Segoe UI"/>
              </a:rPr>
              <a:t>0.5</a:t>
            </a:r>
          </a:p>
        </p:txBody>
      </p:sp>
      <p:sp>
        <p:nvSpPr>
          <p:cNvPr id="12" name="">
            <a:extLst xmlns:a="http://schemas.openxmlformats.org/drawingml/2006/main">
              <a:ext uri="{FF2B5EF4-FFF2-40B4-BE49-F238E27FC236}">
                <a16:creationId xmlns:a16="http://schemas.microsoft.com/office/drawing/2014/main" id="{B2BF9733-1F0D-4C24-B9CC-8AC453CDEF4C}"/>
              </a:ext>
            </a:extLst>
          </p:cNvPr>
          <p:cNvSpPr>
            <a:spLocks xmlns:a="http://schemas.openxmlformats.org/drawingml/2006/main" noGrp="1"/>
          </p:cNvSpPr>
          <p:nvPr/>
        </p:nvSpPr>
        <p:spPr>
          <a:xfrm xmlns:a="http://schemas.openxmlformats.org/drawingml/2006/main">
            <a:off x="4857750" y="2733675"/>
            <a:ext cx="9525" cy="25622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69F8932-699A-4FFF-AD3C-F23F9C05D106}"/>
              </a:ext>
            </a:extLst>
          </p:cNvPr>
          <p:cNvSpPr>
            <a:spLocks xmlns:a="http://schemas.openxmlformats.org/drawingml/2006/main" noGrp="1"/>
          </p:cNvSpPr>
          <p:nvPr/>
        </p:nvSpPr>
        <p:spPr>
          <a:xfrm xmlns:a="http://schemas.openxmlformats.org/drawingml/2006/main">
            <a:off x="4638675" y="536257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0" i="0">
                <a:solidFill>
                  <a:srgbClr val="7E9E98"/>
                </a:solidFill>
                <a:latin typeface="Segoe UI"/>
                <a:ea typeface="Segoe UI"/>
                <a:cs typeface="Segoe UI"/>
              </a:defRPr>
            </a:defPPr>
            <a:lvl1pPr algn="ctr">
              <a:defRPr sz="825" b="0" i="0">
                <a:solidFill>
                  <a:srgbClr val="7E9E98"/>
                </a:solidFill>
                <a:latin typeface="Segoe UI"/>
                <a:ea typeface="Segoe UI"/>
                <a:cs typeface="Segoe UI"/>
              </a:defRPr>
            </a:lvl1pPr>
            <a:lvl2pPr algn="ctr">
              <a:defRPr sz="825" b="0" i="0">
                <a:solidFill>
                  <a:srgbClr val="7E9E98"/>
                </a:solidFill>
                <a:latin typeface="Segoe UI"/>
                <a:ea typeface="Segoe UI"/>
                <a:cs typeface="Segoe UI"/>
              </a:defRPr>
            </a:lvl2pPr>
            <a:lvl3pPr algn="ctr">
              <a:defRPr sz="825" b="0" i="0">
                <a:solidFill>
                  <a:srgbClr val="7E9E98"/>
                </a:solidFill>
                <a:latin typeface="Segoe UI"/>
                <a:ea typeface="Segoe UI"/>
                <a:cs typeface="Segoe UI"/>
              </a:defRPr>
            </a:lvl3pPr>
            <a:lvl4pPr algn="ctr">
              <a:defRPr sz="825" b="0" i="0">
                <a:solidFill>
                  <a:srgbClr val="7E9E98"/>
                </a:solidFill>
                <a:latin typeface="Segoe UI"/>
                <a:ea typeface="Segoe UI"/>
                <a:cs typeface="Segoe UI"/>
              </a:defRPr>
            </a:lvl4pPr>
            <a:lvl5pPr algn="ctr">
              <a:defRPr sz="825" b="0" i="0">
                <a:solidFill>
                  <a:srgbClr val="7E9E98"/>
                </a:solidFill>
                <a:latin typeface="Segoe UI"/>
                <a:ea typeface="Segoe UI"/>
                <a:cs typeface="Segoe UI"/>
              </a:defRPr>
            </a:lvl5pPr>
            <a:lvl6pPr algn="ctr">
              <a:defRPr sz="825" b="0" i="0">
                <a:solidFill>
                  <a:srgbClr val="7E9E98"/>
                </a:solidFill>
                <a:latin typeface="Segoe UI"/>
                <a:ea typeface="Segoe UI"/>
                <a:cs typeface="Segoe UI"/>
              </a:defRPr>
            </a:lvl6pPr>
            <a:lvl7pPr algn="ctr">
              <a:defRPr sz="825" b="0" i="0">
                <a:solidFill>
                  <a:srgbClr val="7E9E98"/>
                </a:solidFill>
                <a:latin typeface="Segoe UI"/>
                <a:ea typeface="Segoe UI"/>
                <a:cs typeface="Segoe UI"/>
              </a:defRPr>
            </a:lvl7pPr>
            <a:lvl8pPr algn="ctr">
              <a:defRPr sz="825" b="0" i="0">
                <a:solidFill>
                  <a:srgbClr val="7E9E98"/>
                </a:solidFill>
                <a:latin typeface="Segoe UI"/>
                <a:ea typeface="Segoe UI"/>
                <a:cs typeface="Segoe UI"/>
              </a:defRPr>
            </a:lvl8pPr>
            <a:lvl9pPr algn="ctr">
              <a:defRPr sz="825" b="0" i="0">
                <a:solidFill>
                  <a:srgbClr val="7E9E98"/>
                </a:solidFill>
                <a:latin typeface="Segoe UI"/>
                <a:ea typeface="Segoe UI"/>
                <a:cs typeface="Segoe UI"/>
              </a:defRPr>
            </a:lvl9pPr>
          </a:lstStyle>
          <a:p xmlns:a="http://schemas.openxmlformats.org/drawingml/2006/main">
            <a:pPr algn="ctr">
              <a:defRPr sz="825" b="0" i="0">
                <a:solidFill>
                  <a:srgbClr val="7E9E98"/>
                </a:solidFill>
                <a:latin typeface="Segoe UI"/>
                <a:ea typeface="Segoe UI"/>
                <a:cs typeface="Segoe UI"/>
              </a:defRPr>
            </a:pPr>
            <a:r>
              <a:rPr sz="825" b="0" i="0">
                <a:solidFill>
                  <a:srgbClr val="7E9E98"/>
                </a:solidFill>
                <a:latin typeface="Segoe UI"/>
                <a:ea typeface="Segoe UI"/>
                <a:cs typeface="Segoe UI"/>
              </a:rPr>
              <a:t>1.0</a:t>
            </a:r>
          </a:p>
        </p:txBody>
      </p:sp>
      <p:sp>
        <p:nvSpPr>
          <p:cNvPr id="14" name="">
            <a:extLst xmlns:a="http://schemas.openxmlformats.org/drawingml/2006/main">
              <a:ext uri="{FF2B5EF4-FFF2-40B4-BE49-F238E27FC236}">
                <a16:creationId xmlns:a16="http://schemas.microsoft.com/office/drawing/2014/main" id="{1874ECC6-B41E-4FA4-8B97-00F5D5C09E52}"/>
              </a:ext>
            </a:extLst>
          </p:cNvPr>
          <p:cNvSpPr>
            <a:spLocks xmlns:a="http://schemas.openxmlformats.org/drawingml/2006/main" noGrp="1"/>
          </p:cNvSpPr>
          <p:nvPr/>
        </p:nvSpPr>
        <p:spPr>
          <a:xfrm xmlns:a="http://schemas.openxmlformats.org/drawingml/2006/main">
            <a:off x="5848350" y="2733675"/>
            <a:ext cx="9525" cy="25622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3284FE6-FC6F-4599-B471-4F2F138478A1}"/>
              </a:ext>
            </a:extLst>
          </p:cNvPr>
          <p:cNvSpPr>
            <a:spLocks xmlns:a="http://schemas.openxmlformats.org/drawingml/2006/main" noGrp="1"/>
          </p:cNvSpPr>
          <p:nvPr/>
        </p:nvSpPr>
        <p:spPr>
          <a:xfrm xmlns:a="http://schemas.openxmlformats.org/drawingml/2006/main">
            <a:off x="5629275" y="536257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0" i="0">
                <a:solidFill>
                  <a:srgbClr val="7E9E98"/>
                </a:solidFill>
                <a:latin typeface="Segoe UI"/>
                <a:ea typeface="Segoe UI"/>
                <a:cs typeface="Segoe UI"/>
              </a:defRPr>
            </a:defPPr>
            <a:lvl1pPr algn="ctr">
              <a:defRPr sz="825" b="0" i="0">
                <a:solidFill>
                  <a:srgbClr val="7E9E98"/>
                </a:solidFill>
                <a:latin typeface="Segoe UI"/>
                <a:ea typeface="Segoe UI"/>
                <a:cs typeface="Segoe UI"/>
              </a:defRPr>
            </a:lvl1pPr>
            <a:lvl2pPr algn="ctr">
              <a:defRPr sz="825" b="0" i="0">
                <a:solidFill>
                  <a:srgbClr val="7E9E98"/>
                </a:solidFill>
                <a:latin typeface="Segoe UI"/>
                <a:ea typeface="Segoe UI"/>
                <a:cs typeface="Segoe UI"/>
              </a:defRPr>
            </a:lvl2pPr>
            <a:lvl3pPr algn="ctr">
              <a:defRPr sz="825" b="0" i="0">
                <a:solidFill>
                  <a:srgbClr val="7E9E98"/>
                </a:solidFill>
                <a:latin typeface="Segoe UI"/>
                <a:ea typeface="Segoe UI"/>
                <a:cs typeface="Segoe UI"/>
              </a:defRPr>
            </a:lvl3pPr>
            <a:lvl4pPr algn="ctr">
              <a:defRPr sz="825" b="0" i="0">
                <a:solidFill>
                  <a:srgbClr val="7E9E98"/>
                </a:solidFill>
                <a:latin typeface="Segoe UI"/>
                <a:ea typeface="Segoe UI"/>
                <a:cs typeface="Segoe UI"/>
              </a:defRPr>
            </a:lvl4pPr>
            <a:lvl5pPr algn="ctr">
              <a:defRPr sz="825" b="0" i="0">
                <a:solidFill>
                  <a:srgbClr val="7E9E98"/>
                </a:solidFill>
                <a:latin typeface="Segoe UI"/>
                <a:ea typeface="Segoe UI"/>
                <a:cs typeface="Segoe UI"/>
              </a:defRPr>
            </a:lvl5pPr>
            <a:lvl6pPr algn="ctr">
              <a:defRPr sz="825" b="0" i="0">
                <a:solidFill>
                  <a:srgbClr val="7E9E98"/>
                </a:solidFill>
                <a:latin typeface="Segoe UI"/>
                <a:ea typeface="Segoe UI"/>
                <a:cs typeface="Segoe UI"/>
              </a:defRPr>
            </a:lvl6pPr>
            <a:lvl7pPr algn="ctr">
              <a:defRPr sz="825" b="0" i="0">
                <a:solidFill>
                  <a:srgbClr val="7E9E98"/>
                </a:solidFill>
                <a:latin typeface="Segoe UI"/>
                <a:ea typeface="Segoe UI"/>
                <a:cs typeface="Segoe UI"/>
              </a:defRPr>
            </a:lvl7pPr>
            <a:lvl8pPr algn="ctr">
              <a:defRPr sz="825" b="0" i="0">
                <a:solidFill>
                  <a:srgbClr val="7E9E98"/>
                </a:solidFill>
                <a:latin typeface="Segoe UI"/>
                <a:ea typeface="Segoe UI"/>
                <a:cs typeface="Segoe UI"/>
              </a:defRPr>
            </a:lvl8pPr>
            <a:lvl9pPr algn="ctr">
              <a:defRPr sz="825" b="0" i="0">
                <a:solidFill>
                  <a:srgbClr val="7E9E98"/>
                </a:solidFill>
                <a:latin typeface="Segoe UI"/>
                <a:ea typeface="Segoe UI"/>
                <a:cs typeface="Segoe UI"/>
              </a:defRPr>
            </a:lvl9pPr>
          </a:lstStyle>
          <a:p xmlns:a="http://schemas.openxmlformats.org/drawingml/2006/main">
            <a:pPr algn="ctr">
              <a:defRPr sz="825" b="0" i="0">
                <a:solidFill>
                  <a:srgbClr val="7E9E98"/>
                </a:solidFill>
                <a:latin typeface="Segoe UI"/>
                <a:ea typeface="Segoe UI"/>
                <a:cs typeface="Segoe UI"/>
              </a:defRPr>
            </a:pPr>
            <a:r>
              <a:rPr sz="825" b="0" i="0">
                <a:solidFill>
                  <a:srgbClr val="7E9E98"/>
                </a:solidFill>
                <a:latin typeface="Segoe UI"/>
                <a:ea typeface="Segoe UI"/>
                <a:cs typeface="Segoe UI"/>
              </a:rPr>
              <a:t>1.5</a:t>
            </a:r>
          </a:p>
        </p:txBody>
      </p:sp>
      <p:sp>
        <p:nvSpPr>
          <p:cNvPr id="16" name="">
            <a:extLst xmlns:a="http://schemas.openxmlformats.org/drawingml/2006/main">
              <a:ext uri="{FF2B5EF4-FFF2-40B4-BE49-F238E27FC236}">
                <a16:creationId xmlns:a16="http://schemas.microsoft.com/office/drawing/2014/main" id="{E1759F5E-89B3-478F-8D2F-A5FBFA5D94C8}"/>
              </a:ext>
            </a:extLst>
          </p:cNvPr>
          <p:cNvSpPr>
            <a:spLocks xmlns:a="http://schemas.openxmlformats.org/drawingml/2006/main" noGrp="1"/>
          </p:cNvSpPr>
          <p:nvPr/>
        </p:nvSpPr>
        <p:spPr>
          <a:xfrm xmlns:a="http://schemas.openxmlformats.org/drawingml/2006/main">
            <a:off x="6838950" y="2733675"/>
            <a:ext cx="9525" cy="25622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193AF1B-4EBB-4BFC-BC4C-11D446B9BA5F}"/>
              </a:ext>
            </a:extLst>
          </p:cNvPr>
          <p:cNvSpPr>
            <a:spLocks xmlns:a="http://schemas.openxmlformats.org/drawingml/2006/main" noGrp="1"/>
          </p:cNvSpPr>
          <p:nvPr/>
        </p:nvSpPr>
        <p:spPr>
          <a:xfrm xmlns:a="http://schemas.openxmlformats.org/drawingml/2006/main">
            <a:off x="6619875" y="536257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0" i="0">
                <a:solidFill>
                  <a:srgbClr val="7E9E98"/>
                </a:solidFill>
                <a:latin typeface="Segoe UI"/>
                <a:ea typeface="Segoe UI"/>
                <a:cs typeface="Segoe UI"/>
              </a:defRPr>
            </a:defPPr>
            <a:lvl1pPr algn="ctr">
              <a:defRPr sz="825" b="0" i="0">
                <a:solidFill>
                  <a:srgbClr val="7E9E98"/>
                </a:solidFill>
                <a:latin typeface="Segoe UI"/>
                <a:ea typeface="Segoe UI"/>
                <a:cs typeface="Segoe UI"/>
              </a:defRPr>
            </a:lvl1pPr>
            <a:lvl2pPr algn="ctr">
              <a:defRPr sz="825" b="0" i="0">
                <a:solidFill>
                  <a:srgbClr val="7E9E98"/>
                </a:solidFill>
                <a:latin typeface="Segoe UI"/>
                <a:ea typeface="Segoe UI"/>
                <a:cs typeface="Segoe UI"/>
              </a:defRPr>
            </a:lvl2pPr>
            <a:lvl3pPr algn="ctr">
              <a:defRPr sz="825" b="0" i="0">
                <a:solidFill>
                  <a:srgbClr val="7E9E98"/>
                </a:solidFill>
                <a:latin typeface="Segoe UI"/>
                <a:ea typeface="Segoe UI"/>
                <a:cs typeface="Segoe UI"/>
              </a:defRPr>
            </a:lvl3pPr>
            <a:lvl4pPr algn="ctr">
              <a:defRPr sz="825" b="0" i="0">
                <a:solidFill>
                  <a:srgbClr val="7E9E98"/>
                </a:solidFill>
                <a:latin typeface="Segoe UI"/>
                <a:ea typeface="Segoe UI"/>
                <a:cs typeface="Segoe UI"/>
              </a:defRPr>
            </a:lvl4pPr>
            <a:lvl5pPr algn="ctr">
              <a:defRPr sz="825" b="0" i="0">
                <a:solidFill>
                  <a:srgbClr val="7E9E98"/>
                </a:solidFill>
                <a:latin typeface="Segoe UI"/>
                <a:ea typeface="Segoe UI"/>
                <a:cs typeface="Segoe UI"/>
              </a:defRPr>
            </a:lvl5pPr>
            <a:lvl6pPr algn="ctr">
              <a:defRPr sz="825" b="0" i="0">
                <a:solidFill>
                  <a:srgbClr val="7E9E98"/>
                </a:solidFill>
                <a:latin typeface="Segoe UI"/>
                <a:ea typeface="Segoe UI"/>
                <a:cs typeface="Segoe UI"/>
              </a:defRPr>
            </a:lvl6pPr>
            <a:lvl7pPr algn="ctr">
              <a:defRPr sz="825" b="0" i="0">
                <a:solidFill>
                  <a:srgbClr val="7E9E98"/>
                </a:solidFill>
                <a:latin typeface="Segoe UI"/>
                <a:ea typeface="Segoe UI"/>
                <a:cs typeface="Segoe UI"/>
              </a:defRPr>
            </a:lvl7pPr>
            <a:lvl8pPr algn="ctr">
              <a:defRPr sz="825" b="0" i="0">
                <a:solidFill>
                  <a:srgbClr val="7E9E98"/>
                </a:solidFill>
                <a:latin typeface="Segoe UI"/>
                <a:ea typeface="Segoe UI"/>
                <a:cs typeface="Segoe UI"/>
              </a:defRPr>
            </a:lvl8pPr>
            <a:lvl9pPr algn="ctr">
              <a:defRPr sz="825" b="0" i="0">
                <a:solidFill>
                  <a:srgbClr val="7E9E98"/>
                </a:solidFill>
                <a:latin typeface="Segoe UI"/>
                <a:ea typeface="Segoe UI"/>
                <a:cs typeface="Segoe UI"/>
              </a:defRPr>
            </a:lvl9pPr>
          </a:lstStyle>
          <a:p xmlns:a="http://schemas.openxmlformats.org/drawingml/2006/main">
            <a:pPr algn="ctr">
              <a:defRPr sz="825" b="0" i="0">
                <a:solidFill>
                  <a:srgbClr val="7E9E98"/>
                </a:solidFill>
                <a:latin typeface="Segoe UI"/>
                <a:ea typeface="Segoe UI"/>
                <a:cs typeface="Segoe UI"/>
              </a:defRPr>
            </a:pPr>
            <a:r>
              <a:rPr sz="825" b="0" i="0">
                <a:solidFill>
                  <a:srgbClr val="7E9E98"/>
                </a:solidFill>
                <a:latin typeface="Segoe UI"/>
                <a:ea typeface="Segoe UI"/>
                <a:cs typeface="Segoe UI"/>
              </a:rPr>
              <a:t>2.0</a:t>
            </a:r>
          </a:p>
        </p:txBody>
      </p:sp>
      <p:sp>
        <p:nvSpPr>
          <p:cNvPr id="18" name="">
            <a:extLst xmlns:a="http://schemas.openxmlformats.org/drawingml/2006/main">
              <a:ext uri="{FF2B5EF4-FFF2-40B4-BE49-F238E27FC236}">
                <a16:creationId xmlns:a16="http://schemas.microsoft.com/office/drawing/2014/main" id="{F9D8CB10-62CD-492A-BD74-26FAE605E8EF}"/>
              </a:ext>
            </a:extLst>
          </p:cNvPr>
          <p:cNvSpPr>
            <a:spLocks xmlns:a="http://schemas.openxmlformats.org/drawingml/2006/main" noGrp="1"/>
          </p:cNvSpPr>
          <p:nvPr/>
        </p:nvSpPr>
        <p:spPr>
          <a:xfrm xmlns:a="http://schemas.openxmlformats.org/drawingml/2006/main">
            <a:off x="742950" y="29337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i="0">
                <a:solidFill>
                  <a:srgbClr val="A8C0BA"/>
                </a:solidFill>
                <a:latin typeface="Segoe UI"/>
                <a:ea typeface="Segoe UI"/>
                <a:cs typeface="Segoe UI"/>
              </a:defRPr>
            </a:defPPr>
            <a:lvl1pPr algn="r">
              <a:defRPr sz="900" b="0" i="0">
                <a:solidFill>
                  <a:srgbClr val="A8C0BA"/>
                </a:solidFill>
                <a:latin typeface="Segoe UI"/>
                <a:ea typeface="Segoe UI"/>
                <a:cs typeface="Segoe UI"/>
              </a:defRPr>
            </a:lvl1pPr>
            <a:lvl2pPr algn="r">
              <a:defRPr sz="900" b="0" i="0">
                <a:solidFill>
                  <a:srgbClr val="A8C0BA"/>
                </a:solidFill>
                <a:latin typeface="Segoe UI"/>
                <a:ea typeface="Segoe UI"/>
                <a:cs typeface="Segoe UI"/>
              </a:defRPr>
            </a:lvl2pPr>
            <a:lvl3pPr algn="r">
              <a:defRPr sz="900" b="0" i="0">
                <a:solidFill>
                  <a:srgbClr val="A8C0BA"/>
                </a:solidFill>
                <a:latin typeface="Segoe UI"/>
                <a:ea typeface="Segoe UI"/>
                <a:cs typeface="Segoe UI"/>
              </a:defRPr>
            </a:lvl3pPr>
            <a:lvl4pPr algn="r">
              <a:defRPr sz="900" b="0" i="0">
                <a:solidFill>
                  <a:srgbClr val="A8C0BA"/>
                </a:solidFill>
                <a:latin typeface="Segoe UI"/>
                <a:ea typeface="Segoe UI"/>
                <a:cs typeface="Segoe UI"/>
              </a:defRPr>
            </a:lvl4pPr>
            <a:lvl5pPr algn="r">
              <a:defRPr sz="900" b="0" i="0">
                <a:solidFill>
                  <a:srgbClr val="A8C0BA"/>
                </a:solidFill>
                <a:latin typeface="Segoe UI"/>
                <a:ea typeface="Segoe UI"/>
                <a:cs typeface="Segoe UI"/>
              </a:defRPr>
            </a:lvl5pPr>
            <a:lvl6pPr algn="r">
              <a:defRPr sz="900" b="0" i="0">
                <a:solidFill>
                  <a:srgbClr val="A8C0BA"/>
                </a:solidFill>
                <a:latin typeface="Segoe UI"/>
                <a:ea typeface="Segoe UI"/>
                <a:cs typeface="Segoe UI"/>
              </a:defRPr>
            </a:lvl6pPr>
            <a:lvl7pPr algn="r">
              <a:defRPr sz="900" b="0" i="0">
                <a:solidFill>
                  <a:srgbClr val="A8C0BA"/>
                </a:solidFill>
                <a:latin typeface="Segoe UI"/>
                <a:ea typeface="Segoe UI"/>
                <a:cs typeface="Segoe UI"/>
              </a:defRPr>
            </a:lvl7pPr>
            <a:lvl8pPr algn="r">
              <a:defRPr sz="900" b="0" i="0">
                <a:solidFill>
                  <a:srgbClr val="A8C0BA"/>
                </a:solidFill>
                <a:latin typeface="Segoe UI"/>
                <a:ea typeface="Segoe UI"/>
                <a:cs typeface="Segoe UI"/>
              </a:defRPr>
            </a:lvl8pPr>
            <a:lvl9pPr algn="r">
              <a:defRPr sz="900" b="0" i="0">
                <a:solidFill>
                  <a:srgbClr val="A8C0BA"/>
                </a:solidFill>
                <a:latin typeface="Segoe UI"/>
                <a:ea typeface="Segoe UI"/>
                <a:cs typeface="Segoe UI"/>
              </a:defRPr>
            </a:lvl9pPr>
          </a:lstStyle>
          <a:p xmlns:a="http://schemas.openxmlformats.org/drawingml/2006/main">
            <a:pPr algn="r">
              <a:defRPr sz="900" b="0" i="0">
                <a:solidFill>
                  <a:srgbClr val="A8C0BA"/>
                </a:solidFill>
                <a:latin typeface="Segoe UI"/>
                <a:ea typeface="Segoe UI"/>
                <a:cs typeface="Segoe UI"/>
              </a:defRPr>
            </a:pPr>
            <a:r>
              <a:rPr sz="900" b="0" i="0">
                <a:solidFill>
                  <a:srgbClr val="A8C0BA"/>
                </a:solidFill>
                <a:latin typeface="Segoe UI"/>
                <a:ea typeface="Segoe UI"/>
                <a:cs typeface="Segoe UI"/>
              </a:rPr>
              <a:t>Gradient boosting</a:t>
            </a:r>
          </a:p>
        </p:txBody>
      </p:sp>
      <p:sp>
        <p:nvSpPr>
          <p:cNvPr id="19" name="">
            <a:extLst xmlns:a="http://schemas.openxmlformats.org/drawingml/2006/main">
              <a:ext uri="{FF2B5EF4-FFF2-40B4-BE49-F238E27FC236}">
                <a16:creationId xmlns:a16="http://schemas.microsoft.com/office/drawing/2014/main" id="{34F45E08-0766-4BED-8F57-9A134F5BD46E}"/>
              </a:ext>
            </a:extLst>
          </p:cNvPr>
          <p:cNvSpPr>
            <a:spLocks xmlns:a="http://schemas.openxmlformats.org/drawingml/2006/main" noGrp="1"/>
          </p:cNvSpPr>
          <p:nvPr/>
        </p:nvSpPr>
        <p:spPr>
          <a:xfrm xmlns:a="http://schemas.openxmlformats.org/drawingml/2006/main">
            <a:off x="2876550" y="2857500"/>
            <a:ext cx="3975278" cy="381000"/>
          </a:xfrm>
          <a:prstGeom xmlns:a="http://schemas.openxmlformats.org/drawingml/2006/main" prst="roundRect">
            <a:avLst>
              <a:gd name="adj" fmla="val 20000"/>
            </a:avLst>
          </a:prstGeom>
          <a:solidFill xmlns:a="http://schemas.openxmlformats.org/drawingml/2006/main">
            <a:srgbClr val="E8A99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8C91EB1-FDA0-4AA0-B2D8-3B9172E7F7AF}"/>
              </a:ext>
            </a:extLst>
          </p:cNvPr>
          <p:cNvSpPr>
            <a:spLocks xmlns:a="http://schemas.openxmlformats.org/drawingml/2006/main" noGrp="1"/>
          </p:cNvSpPr>
          <p:nvPr/>
        </p:nvSpPr>
        <p:spPr>
          <a:xfrm xmlns:a="http://schemas.openxmlformats.org/drawingml/2006/main">
            <a:off x="6947078" y="293370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1F7F3"/>
                </a:solidFill>
                <a:latin typeface="Segoe UI"/>
                <a:ea typeface="Segoe UI"/>
                <a:cs typeface="Segoe UI"/>
              </a:defRPr>
            </a:defPPr>
            <a:lvl1pPr algn="l">
              <a:defRPr sz="900" b="1" i="0">
                <a:solidFill>
                  <a:srgbClr val="F1F7F3"/>
                </a:solidFill>
                <a:latin typeface="Segoe UI"/>
                <a:ea typeface="Segoe UI"/>
                <a:cs typeface="Segoe UI"/>
              </a:defRPr>
            </a:lvl1pPr>
            <a:lvl2pPr algn="l">
              <a:defRPr sz="900" b="1" i="0">
                <a:solidFill>
                  <a:srgbClr val="F1F7F3"/>
                </a:solidFill>
                <a:latin typeface="Segoe UI"/>
                <a:ea typeface="Segoe UI"/>
                <a:cs typeface="Segoe UI"/>
              </a:defRPr>
            </a:lvl2pPr>
            <a:lvl3pPr algn="l">
              <a:defRPr sz="900" b="1" i="0">
                <a:solidFill>
                  <a:srgbClr val="F1F7F3"/>
                </a:solidFill>
                <a:latin typeface="Segoe UI"/>
                <a:ea typeface="Segoe UI"/>
                <a:cs typeface="Segoe UI"/>
              </a:defRPr>
            </a:lvl3pPr>
            <a:lvl4pPr algn="l">
              <a:defRPr sz="900" b="1" i="0">
                <a:solidFill>
                  <a:srgbClr val="F1F7F3"/>
                </a:solidFill>
                <a:latin typeface="Segoe UI"/>
                <a:ea typeface="Segoe UI"/>
                <a:cs typeface="Segoe UI"/>
              </a:defRPr>
            </a:lvl4pPr>
            <a:lvl5pPr algn="l">
              <a:defRPr sz="900" b="1" i="0">
                <a:solidFill>
                  <a:srgbClr val="F1F7F3"/>
                </a:solidFill>
                <a:latin typeface="Segoe UI"/>
                <a:ea typeface="Segoe UI"/>
                <a:cs typeface="Segoe UI"/>
              </a:defRPr>
            </a:lvl5pPr>
            <a:lvl6pPr algn="l">
              <a:defRPr sz="900" b="1" i="0">
                <a:solidFill>
                  <a:srgbClr val="F1F7F3"/>
                </a:solidFill>
                <a:latin typeface="Segoe UI"/>
                <a:ea typeface="Segoe UI"/>
                <a:cs typeface="Segoe UI"/>
              </a:defRPr>
            </a:lvl6pPr>
            <a:lvl7pPr algn="l">
              <a:defRPr sz="900" b="1" i="0">
                <a:solidFill>
                  <a:srgbClr val="F1F7F3"/>
                </a:solidFill>
                <a:latin typeface="Segoe UI"/>
                <a:ea typeface="Segoe UI"/>
                <a:cs typeface="Segoe UI"/>
              </a:defRPr>
            </a:lvl7pPr>
            <a:lvl8pPr algn="l">
              <a:defRPr sz="900" b="1" i="0">
                <a:solidFill>
                  <a:srgbClr val="F1F7F3"/>
                </a:solidFill>
                <a:latin typeface="Segoe UI"/>
                <a:ea typeface="Segoe UI"/>
                <a:cs typeface="Segoe UI"/>
              </a:defRPr>
            </a:lvl8pPr>
            <a:lvl9pPr algn="l">
              <a:defRPr sz="900" b="1" i="0">
                <a:solidFill>
                  <a:srgbClr val="F1F7F3"/>
                </a:solidFill>
                <a:latin typeface="Segoe UI"/>
                <a:ea typeface="Segoe UI"/>
                <a:cs typeface="Segoe UI"/>
              </a:defRPr>
            </a:lvl9pPr>
          </a:lstStyle>
          <a:p xmlns:a="http://schemas.openxmlformats.org/drawingml/2006/main">
            <a:pPr algn="l">
              <a:defRPr sz="900" b="1" i="0">
                <a:solidFill>
                  <a:srgbClr val="F1F7F3"/>
                </a:solidFill>
                <a:latin typeface="Segoe UI"/>
                <a:ea typeface="Segoe UI"/>
                <a:cs typeface="Segoe UI"/>
              </a:defRPr>
            </a:pPr>
            <a:r>
              <a:rPr sz="900" b="1" i="0">
                <a:solidFill>
                  <a:srgbClr val="F1F7F3"/>
                </a:solidFill>
                <a:latin typeface="Segoe UI"/>
                <a:ea typeface="Segoe UI"/>
                <a:cs typeface="Segoe UI"/>
              </a:rPr>
              <a:t>2.0065</a:t>
            </a:r>
          </a:p>
        </p:txBody>
      </p:sp>
      <p:sp>
        <p:nvSpPr>
          <p:cNvPr id="21" name="">
            <a:extLst xmlns:a="http://schemas.openxmlformats.org/drawingml/2006/main">
              <a:ext uri="{FF2B5EF4-FFF2-40B4-BE49-F238E27FC236}">
                <a16:creationId xmlns:a16="http://schemas.microsoft.com/office/drawing/2014/main" id="{80208B64-DBF3-437D-B190-220FE0E32C4F}"/>
              </a:ext>
            </a:extLst>
          </p:cNvPr>
          <p:cNvSpPr>
            <a:spLocks xmlns:a="http://schemas.openxmlformats.org/drawingml/2006/main" noGrp="1"/>
          </p:cNvSpPr>
          <p:nvPr/>
        </p:nvSpPr>
        <p:spPr>
          <a:xfrm xmlns:a="http://schemas.openxmlformats.org/drawingml/2006/main">
            <a:off x="742950" y="35718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i="0">
                <a:solidFill>
                  <a:srgbClr val="A8C0BA"/>
                </a:solidFill>
                <a:latin typeface="Segoe UI"/>
                <a:ea typeface="Segoe UI"/>
                <a:cs typeface="Segoe UI"/>
              </a:defRPr>
            </a:defPPr>
            <a:lvl1pPr algn="r">
              <a:defRPr sz="900" b="0" i="0">
                <a:solidFill>
                  <a:srgbClr val="A8C0BA"/>
                </a:solidFill>
                <a:latin typeface="Segoe UI"/>
                <a:ea typeface="Segoe UI"/>
                <a:cs typeface="Segoe UI"/>
              </a:defRPr>
            </a:lvl1pPr>
            <a:lvl2pPr algn="r">
              <a:defRPr sz="900" b="0" i="0">
                <a:solidFill>
                  <a:srgbClr val="A8C0BA"/>
                </a:solidFill>
                <a:latin typeface="Segoe UI"/>
                <a:ea typeface="Segoe UI"/>
                <a:cs typeface="Segoe UI"/>
              </a:defRPr>
            </a:lvl2pPr>
            <a:lvl3pPr algn="r">
              <a:defRPr sz="900" b="0" i="0">
                <a:solidFill>
                  <a:srgbClr val="A8C0BA"/>
                </a:solidFill>
                <a:latin typeface="Segoe UI"/>
                <a:ea typeface="Segoe UI"/>
                <a:cs typeface="Segoe UI"/>
              </a:defRPr>
            </a:lvl3pPr>
            <a:lvl4pPr algn="r">
              <a:defRPr sz="900" b="0" i="0">
                <a:solidFill>
                  <a:srgbClr val="A8C0BA"/>
                </a:solidFill>
                <a:latin typeface="Segoe UI"/>
                <a:ea typeface="Segoe UI"/>
                <a:cs typeface="Segoe UI"/>
              </a:defRPr>
            </a:lvl4pPr>
            <a:lvl5pPr algn="r">
              <a:defRPr sz="900" b="0" i="0">
                <a:solidFill>
                  <a:srgbClr val="A8C0BA"/>
                </a:solidFill>
                <a:latin typeface="Segoe UI"/>
                <a:ea typeface="Segoe UI"/>
                <a:cs typeface="Segoe UI"/>
              </a:defRPr>
            </a:lvl5pPr>
            <a:lvl6pPr algn="r">
              <a:defRPr sz="900" b="0" i="0">
                <a:solidFill>
                  <a:srgbClr val="A8C0BA"/>
                </a:solidFill>
                <a:latin typeface="Segoe UI"/>
                <a:ea typeface="Segoe UI"/>
                <a:cs typeface="Segoe UI"/>
              </a:defRPr>
            </a:lvl6pPr>
            <a:lvl7pPr algn="r">
              <a:defRPr sz="900" b="0" i="0">
                <a:solidFill>
                  <a:srgbClr val="A8C0BA"/>
                </a:solidFill>
                <a:latin typeface="Segoe UI"/>
                <a:ea typeface="Segoe UI"/>
                <a:cs typeface="Segoe UI"/>
              </a:defRPr>
            </a:lvl7pPr>
            <a:lvl8pPr algn="r">
              <a:defRPr sz="900" b="0" i="0">
                <a:solidFill>
                  <a:srgbClr val="A8C0BA"/>
                </a:solidFill>
                <a:latin typeface="Segoe UI"/>
                <a:ea typeface="Segoe UI"/>
                <a:cs typeface="Segoe UI"/>
              </a:defRPr>
            </a:lvl8pPr>
            <a:lvl9pPr algn="r">
              <a:defRPr sz="900" b="0" i="0">
                <a:solidFill>
                  <a:srgbClr val="A8C0BA"/>
                </a:solidFill>
                <a:latin typeface="Segoe UI"/>
                <a:ea typeface="Segoe UI"/>
                <a:cs typeface="Segoe UI"/>
              </a:defRPr>
            </a:lvl9pPr>
          </a:lstStyle>
          <a:p xmlns:a="http://schemas.openxmlformats.org/drawingml/2006/main">
            <a:pPr algn="r">
              <a:defRPr sz="900" b="0" i="0">
                <a:solidFill>
                  <a:srgbClr val="A8C0BA"/>
                </a:solidFill>
                <a:latin typeface="Segoe UI"/>
                <a:ea typeface="Segoe UI"/>
                <a:cs typeface="Segoe UI"/>
              </a:defRPr>
            </a:pPr>
            <a:r>
              <a:rPr sz="900" b="0" i="0">
                <a:solidFill>
                  <a:srgbClr val="A8C0BA"/>
                </a:solidFill>
                <a:latin typeface="Segoe UI"/>
                <a:ea typeface="Segoe UI"/>
                <a:cs typeface="Segoe UI"/>
              </a:rPr>
              <a:t>Regresión Ridge</a:t>
            </a:r>
          </a:p>
        </p:txBody>
      </p:sp>
      <p:sp>
        <p:nvSpPr>
          <p:cNvPr id="22" name="">
            <a:extLst xmlns:a="http://schemas.openxmlformats.org/drawingml/2006/main">
              <a:ext uri="{FF2B5EF4-FFF2-40B4-BE49-F238E27FC236}">
                <a16:creationId xmlns:a16="http://schemas.microsoft.com/office/drawing/2014/main" id="{9B83FE8A-9CA1-4C1A-BC12-3D2B79377329}"/>
              </a:ext>
            </a:extLst>
          </p:cNvPr>
          <p:cNvSpPr>
            <a:spLocks xmlns:a="http://schemas.openxmlformats.org/drawingml/2006/main" noGrp="1"/>
          </p:cNvSpPr>
          <p:nvPr/>
        </p:nvSpPr>
        <p:spPr>
          <a:xfrm xmlns:a="http://schemas.openxmlformats.org/drawingml/2006/main">
            <a:off x="2876550" y="3495675"/>
            <a:ext cx="3380720" cy="381000"/>
          </a:xfrm>
          <a:prstGeom xmlns:a="http://schemas.openxmlformats.org/drawingml/2006/main" prst="roundRect">
            <a:avLst>
              <a:gd name="adj" fmla="val 20000"/>
            </a:avLst>
          </a:prstGeom>
          <a:solidFill xmlns:a="http://schemas.openxmlformats.org/drawingml/2006/main">
            <a:srgbClr val="D7C98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56D52E9-CC4B-461A-AA10-0E1E28DD64F7}"/>
              </a:ext>
            </a:extLst>
          </p:cNvPr>
          <p:cNvSpPr>
            <a:spLocks xmlns:a="http://schemas.openxmlformats.org/drawingml/2006/main" noGrp="1"/>
          </p:cNvSpPr>
          <p:nvPr/>
        </p:nvSpPr>
        <p:spPr>
          <a:xfrm xmlns:a="http://schemas.openxmlformats.org/drawingml/2006/main">
            <a:off x="6352520" y="3571875"/>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1F7F3"/>
                </a:solidFill>
                <a:latin typeface="Segoe UI"/>
                <a:ea typeface="Segoe UI"/>
                <a:cs typeface="Segoe UI"/>
              </a:defRPr>
            </a:defPPr>
            <a:lvl1pPr algn="l">
              <a:defRPr sz="900" b="1" i="0">
                <a:solidFill>
                  <a:srgbClr val="F1F7F3"/>
                </a:solidFill>
                <a:latin typeface="Segoe UI"/>
                <a:ea typeface="Segoe UI"/>
                <a:cs typeface="Segoe UI"/>
              </a:defRPr>
            </a:lvl1pPr>
            <a:lvl2pPr algn="l">
              <a:defRPr sz="900" b="1" i="0">
                <a:solidFill>
                  <a:srgbClr val="F1F7F3"/>
                </a:solidFill>
                <a:latin typeface="Segoe UI"/>
                <a:ea typeface="Segoe UI"/>
                <a:cs typeface="Segoe UI"/>
              </a:defRPr>
            </a:lvl2pPr>
            <a:lvl3pPr algn="l">
              <a:defRPr sz="900" b="1" i="0">
                <a:solidFill>
                  <a:srgbClr val="F1F7F3"/>
                </a:solidFill>
                <a:latin typeface="Segoe UI"/>
                <a:ea typeface="Segoe UI"/>
                <a:cs typeface="Segoe UI"/>
              </a:defRPr>
            </a:lvl3pPr>
            <a:lvl4pPr algn="l">
              <a:defRPr sz="900" b="1" i="0">
                <a:solidFill>
                  <a:srgbClr val="F1F7F3"/>
                </a:solidFill>
                <a:latin typeface="Segoe UI"/>
                <a:ea typeface="Segoe UI"/>
                <a:cs typeface="Segoe UI"/>
              </a:defRPr>
            </a:lvl4pPr>
            <a:lvl5pPr algn="l">
              <a:defRPr sz="900" b="1" i="0">
                <a:solidFill>
                  <a:srgbClr val="F1F7F3"/>
                </a:solidFill>
                <a:latin typeface="Segoe UI"/>
                <a:ea typeface="Segoe UI"/>
                <a:cs typeface="Segoe UI"/>
              </a:defRPr>
            </a:lvl5pPr>
            <a:lvl6pPr algn="l">
              <a:defRPr sz="900" b="1" i="0">
                <a:solidFill>
                  <a:srgbClr val="F1F7F3"/>
                </a:solidFill>
                <a:latin typeface="Segoe UI"/>
                <a:ea typeface="Segoe UI"/>
                <a:cs typeface="Segoe UI"/>
              </a:defRPr>
            </a:lvl6pPr>
            <a:lvl7pPr algn="l">
              <a:defRPr sz="900" b="1" i="0">
                <a:solidFill>
                  <a:srgbClr val="F1F7F3"/>
                </a:solidFill>
                <a:latin typeface="Segoe UI"/>
                <a:ea typeface="Segoe UI"/>
                <a:cs typeface="Segoe UI"/>
              </a:defRPr>
            </a:lvl7pPr>
            <a:lvl8pPr algn="l">
              <a:defRPr sz="900" b="1" i="0">
                <a:solidFill>
                  <a:srgbClr val="F1F7F3"/>
                </a:solidFill>
                <a:latin typeface="Segoe UI"/>
                <a:ea typeface="Segoe UI"/>
                <a:cs typeface="Segoe UI"/>
              </a:defRPr>
            </a:lvl8pPr>
            <a:lvl9pPr algn="l">
              <a:defRPr sz="900" b="1" i="0">
                <a:solidFill>
                  <a:srgbClr val="F1F7F3"/>
                </a:solidFill>
                <a:latin typeface="Segoe UI"/>
                <a:ea typeface="Segoe UI"/>
                <a:cs typeface="Segoe UI"/>
              </a:defRPr>
            </a:lvl9pPr>
          </a:lstStyle>
          <a:p xmlns:a="http://schemas.openxmlformats.org/drawingml/2006/main">
            <a:pPr algn="l">
              <a:defRPr sz="900" b="1" i="0">
                <a:solidFill>
                  <a:srgbClr val="F1F7F3"/>
                </a:solidFill>
                <a:latin typeface="Segoe UI"/>
                <a:ea typeface="Segoe UI"/>
                <a:cs typeface="Segoe UI"/>
              </a:defRPr>
            </a:pPr>
            <a:r>
              <a:rPr sz="900" b="1" i="0">
                <a:solidFill>
                  <a:srgbClr val="F1F7F3"/>
                </a:solidFill>
                <a:latin typeface="Segoe UI"/>
                <a:ea typeface="Segoe UI"/>
                <a:cs typeface="Segoe UI"/>
              </a:rPr>
              <a:t>1.7064</a:t>
            </a:r>
          </a:p>
        </p:txBody>
      </p:sp>
      <p:sp>
        <p:nvSpPr>
          <p:cNvPr id="24" name="">
            <a:extLst xmlns:a="http://schemas.openxmlformats.org/drawingml/2006/main">
              <a:ext uri="{FF2B5EF4-FFF2-40B4-BE49-F238E27FC236}">
                <a16:creationId xmlns:a16="http://schemas.microsoft.com/office/drawing/2014/main" id="{EE1098B0-F77A-4532-BA32-974D797F82B7}"/>
              </a:ext>
            </a:extLst>
          </p:cNvPr>
          <p:cNvSpPr>
            <a:spLocks xmlns:a="http://schemas.openxmlformats.org/drawingml/2006/main" noGrp="1"/>
          </p:cNvSpPr>
          <p:nvPr/>
        </p:nvSpPr>
        <p:spPr>
          <a:xfrm xmlns:a="http://schemas.openxmlformats.org/drawingml/2006/main">
            <a:off x="742950" y="42100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i="0">
                <a:solidFill>
                  <a:srgbClr val="A8C0BA"/>
                </a:solidFill>
                <a:latin typeface="Segoe UI"/>
                <a:ea typeface="Segoe UI"/>
                <a:cs typeface="Segoe UI"/>
              </a:defRPr>
            </a:defPPr>
            <a:lvl1pPr algn="r">
              <a:defRPr sz="900" b="0" i="0">
                <a:solidFill>
                  <a:srgbClr val="A8C0BA"/>
                </a:solidFill>
                <a:latin typeface="Segoe UI"/>
                <a:ea typeface="Segoe UI"/>
                <a:cs typeface="Segoe UI"/>
              </a:defRPr>
            </a:lvl1pPr>
            <a:lvl2pPr algn="r">
              <a:defRPr sz="900" b="0" i="0">
                <a:solidFill>
                  <a:srgbClr val="A8C0BA"/>
                </a:solidFill>
                <a:latin typeface="Segoe UI"/>
                <a:ea typeface="Segoe UI"/>
                <a:cs typeface="Segoe UI"/>
              </a:defRPr>
            </a:lvl2pPr>
            <a:lvl3pPr algn="r">
              <a:defRPr sz="900" b="0" i="0">
                <a:solidFill>
                  <a:srgbClr val="A8C0BA"/>
                </a:solidFill>
                <a:latin typeface="Segoe UI"/>
                <a:ea typeface="Segoe UI"/>
                <a:cs typeface="Segoe UI"/>
              </a:defRPr>
            </a:lvl3pPr>
            <a:lvl4pPr algn="r">
              <a:defRPr sz="900" b="0" i="0">
                <a:solidFill>
                  <a:srgbClr val="A8C0BA"/>
                </a:solidFill>
                <a:latin typeface="Segoe UI"/>
                <a:ea typeface="Segoe UI"/>
                <a:cs typeface="Segoe UI"/>
              </a:defRPr>
            </a:lvl4pPr>
            <a:lvl5pPr algn="r">
              <a:defRPr sz="900" b="0" i="0">
                <a:solidFill>
                  <a:srgbClr val="A8C0BA"/>
                </a:solidFill>
                <a:latin typeface="Segoe UI"/>
                <a:ea typeface="Segoe UI"/>
                <a:cs typeface="Segoe UI"/>
              </a:defRPr>
            </a:lvl5pPr>
            <a:lvl6pPr algn="r">
              <a:defRPr sz="900" b="0" i="0">
                <a:solidFill>
                  <a:srgbClr val="A8C0BA"/>
                </a:solidFill>
                <a:latin typeface="Segoe UI"/>
                <a:ea typeface="Segoe UI"/>
                <a:cs typeface="Segoe UI"/>
              </a:defRPr>
            </a:lvl6pPr>
            <a:lvl7pPr algn="r">
              <a:defRPr sz="900" b="0" i="0">
                <a:solidFill>
                  <a:srgbClr val="A8C0BA"/>
                </a:solidFill>
                <a:latin typeface="Segoe UI"/>
                <a:ea typeface="Segoe UI"/>
                <a:cs typeface="Segoe UI"/>
              </a:defRPr>
            </a:lvl7pPr>
            <a:lvl8pPr algn="r">
              <a:defRPr sz="900" b="0" i="0">
                <a:solidFill>
                  <a:srgbClr val="A8C0BA"/>
                </a:solidFill>
                <a:latin typeface="Segoe UI"/>
                <a:ea typeface="Segoe UI"/>
                <a:cs typeface="Segoe UI"/>
              </a:defRPr>
            </a:lvl8pPr>
            <a:lvl9pPr algn="r">
              <a:defRPr sz="900" b="0" i="0">
                <a:solidFill>
                  <a:srgbClr val="A8C0BA"/>
                </a:solidFill>
                <a:latin typeface="Segoe UI"/>
                <a:ea typeface="Segoe UI"/>
                <a:cs typeface="Segoe UI"/>
              </a:defRPr>
            </a:lvl9pPr>
          </a:lstStyle>
          <a:p xmlns:a="http://schemas.openxmlformats.org/drawingml/2006/main">
            <a:pPr algn="r">
              <a:defRPr sz="900" b="0" i="0">
                <a:solidFill>
                  <a:srgbClr val="A8C0BA"/>
                </a:solidFill>
                <a:latin typeface="Segoe UI"/>
                <a:ea typeface="Segoe UI"/>
                <a:cs typeface="Segoe UI"/>
              </a:defRPr>
            </a:pPr>
            <a:r>
              <a:rPr sz="900" b="0" i="0">
                <a:solidFill>
                  <a:srgbClr val="A8C0BA"/>
                </a:solidFill>
                <a:latin typeface="Segoe UI"/>
                <a:ea typeface="Segoe UI"/>
                <a:cs typeface="Segoe UI"/>
              </a:rPr>
              <a:t>Readiness previo</a:t>
            </a:r>
          </a:p>
        </p:txBody>
      </p:sp>
      <p:sp>
        <p:nvSpPr>
          <p:cNvPr id="25" name="">
            <a:extLst xmlns:a="http://schemas.openxmlformats.org/drawingml/2006/main">
              <a:ext uri="{FF2B5EF4-FFF2-40B4-BE49-F238E27FC236}">
                <a16:creationId xmlns:a16="http://schemas.microsoft.com/office/drawing/2014/main" id="{8B49B3BE-C26A-44D0-9D5F-41D84F74ACCD}"/>
              </a:ext>
            </a:extLst>
          </p:cNvPr>
          <p:cNvSpPr>
            <a:spLocks xmlns:a="http://schemas.openxmlformats.org/drawingml/2006/main" noGrp="1"/>
          </p:cNvSpPr>
          <p:nvPr/>
        </p:nvSpPr>
        <p:spPr>
          <a:xfrm xmlns:a="http://schemas.openxmlformats.org/drawingml/2006/main">
            <a:off x="2876550" y="4133850"/>
            <a:ext cx="2936931" cy="381000"/>
          </a:xfrm>
          <a:prstGeom xmlns:a="http://schemas.openxmlformats.org/drawingml/2006/main" prst="roundRect">
            <a:avLst>
              <a:gd name="adj" fmla="val 20000"/>
            </a:avLst>
          </a:prstGeom>
          <a:solidFill xmlns:a="http://schemas.openxmlformats.org/drawingml/2006/main">
            <a:srgbClr val="A9E8C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5B5E9FF-3D94-41AF-BC22-C48C06B62DAB}"/>
              </a:ext>
            </a:extLst>
          </p:cNvPr>
          <p:cNvSpPr>
            <a:spLocks xmlns:a="http://schemas.openxmlformats.org/drawingml/2006/main" noGrp="1"/>
          </p:cNvSpPr>
          <p:nvPr/>
        </p:nvSpPr>
        <p:spPr>
          <a:xfrm xmlns:a="http://schemas.openxmlformats.org/drawingml/2006/main">
            <a:off x="5908731" y="421005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1F7F3"/>
                </a:solidFill>
                <a:latin typeface="Segoe UI"/>
                <a:ea typeface="Segoe UI"/>
                <a:cs typeface="Segoe UI"/>
              </a:defRPr>
            </a:defPPr>
            <a:lvl1pPr algn="l">
              <a:defRPr sz="900" b="1" i="0">
                <a:solidFill>
                  <a:srgbClr val="F1F7F3"/>
                </a:solidFill>
                <a:latin typeface="Segoe UI"/>
                <a:ea typeface="Segoe UI"/>
                <a:cs typeface="Segoe UI"/>
              </a:defRPr>
            </a:lvl1pPr>
            <a:lvl2pPr algn="l">
              <a:defRPr sz="900" b="1" i="0">
                <a:solidFill>
                  <a:srgbClr val="F1F7F3"/>
                </a:solidFill>
                <a:latin typeface="Segoe UI"/>
                <a:ea typeface="Segoe UI"/>
                <a:cs typeface="Segoe UI"/>
              </a:defRPr>
            </a:lvl2pPr>
            <a:lvl3pPr algn="l">
              <a:defRPr sz="900" b="1" i="0">
                <a:solidFill>
                  <a:srgbClr val="F1F7F3"/>
                </a:solidFill>
                <a:latin typeface="Segoe UI"/>
                <a:ea typeface="Segoe UI"/>
                <a:cs typeface="Segoe UI"/>
              </a:defRPr>
            </a:lvl3pPr>
            <a:lvl4pPr algn="l">
              <a:defRPr sz="900" b="1" i="0">
                <a:solidFill>
                  <a:srgbClr val="F1F7F3"/>
                </a:solidFill>
                <a:latin typeface="Segoe UI"/>
                <a:ea typeface="Segoe UI"/>
                <a:cs typeface="Segoe UI"/>
              </a:defRPr>
            </a:lvl4pPr>
            <a:lvl5pPr algn="l">
              <a:defRPr sz="900" b="1" i="0">
                <a:solidFill>
                  <a:srgbClr val="F1F7F3"/>
                </a:solidFill>
                <a:latin typeface="Segoe UI"/>
                <a:ea typeface="Segoe UI"/>
                <a:cs typeface="Segoe UI"/>
              </a:defRPr>
            </a:lvl5pPr>
            <a:lvl6pPr algn="l">
              <a:defRPr sz="900" b="1" i="0">
                <a:solidFill>
                  <a:srgbClr val="F1F7F3"/>
                </a:solidFill>
                <a:latin typeface="Segoe UI"/>
                <a:ea typeface="Segoe UI"/>
                <a:cs typeface="Segoe UI"/>
              </a:defRPr>
            </a:lvl6pPr>
            <a:lvl7pPr algn="l">
              <a:defRPr sz="900" b="1" i="0">
                <a:solidFill>
                  <a:srgbClr val="F1F7F3"/>
                </a:solidFill>
                <a:latin typeface="Segoe UI"/>
                <a:ea typeface="Segoe UI"/>
                <a:cs typeface="Segoe UI"/>
              </a:defRPr>
            </a:lvl7pPr>
            <a:lvl8pPr algn="l">
              <a:defRPr sz="900" b="1" i="0">
                <a:solidFill>
                  <a:srgbClr val="F1F7F3"/>
                </a:solidFill>
                <a:latin typeface="Segoe UI"/>
                <a:ea typeface="Segoe UI"/>
                <a:cs typeface="Segoe UI"/>
              </a:defRPr>
            </a:lvl8pPr>
            <a:lvl9pPr algn="l">
              <a:defRPr sz="900" b="1" i="0">
                <a:solidFill>
                  <a:srgbClr val="F1F7F3"/>
                </a:solidFill>
                <a:latin typeface="Segoe UI"/>
                <a:ea typeface="Segoe UI"/>
                <a:cs typeface="Segoe UI"/>
              </a:defRPr>
            </a:lvl9pPr>
          </a:lstStyle>
          <a:p xmlns:a="http://schemas.openxmlformats.org/drawingml/2006/main">
            <a:pPr algn="l">
              <a:defRPr sz="900" b="1" i="0">
                <a:solidFill>
                  <a:srgbClr val="F1F7F3"/>
                </a:solidFill>
                <a:latin typeface="Segoe UI"/>
                <a:ea typeface="Segoe UI"/>
                <a:cs typeface="Segoe UI"/>
              </a:defRPr>
            </a:pPr>
            <a:r>
              <a:rPr sz="900" b="1" i="0">
                <a:solidFill>
                  <a:srgbClr val="F1F7F3"/>
                </a:solidFill>
                <a:latin typeface="Segoe UI"/>
                <a:ea typeface="Segoe UI"/>
                <a:cs typeface="Segoe UI"/>
              </a:rPr>
              <a:t>1.4824</a:t>
            </a:r>
          </a:p>
        </p:txBody>
      </p:sp>
      <p:sp>
        <p:nvSpPr>
          <p:cNvPr id="27" name="">
            <a:extLst xmlns:a="http://schemas.openxmlformats.org/drawingml/2006/main">
              <a:ext uri="{FF2B5EF4-FFF2-40B4-BE49-F238E27FC236}">
                <a16:creationId xmlns:a16="http://schemas.microsoft.com/office/drawing/2014/main" id="{1A4E9422-02CC-46B3-B183-60CE806772E5}"/>
              </a:ext>
            </a:extLst>
          </p:cNvPr>
          <p:cNvSpPr>
            <a:spLocks xmlns:a="http://schemas.openxmlformats.org/drawingml/2006/main" noGrp="1"/>
          </p:cNvSpPr>
          <p:nvPr/>
        </p:nvSpPr>
        <p:spPr>
          <a:xfrm xmlns:a="http://schemas.openxmlformats.org/drawingml/2006/main">
            <a:off x="742950" y="48482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i="0">
                <a:solidFill>
                  <a:srgbClr val="A8C0BA"/>
                </a:solidFill>
                <a:latin typeface="Segoe UI"/>
                <a:ea typeface="Segoe UI"/>
                <a:cs typeface="Segoe UI"/>
              </a:defRPr>
            </a:defPPr>
            <a:lvl1pPr algn="r">
              <a:defRPr sz="900" b="0" i="0">
                <a:solidFill>
                  <a:srgbClr val="A8C0BA"/>
                </a:solidFill>
                <a:latin typeface="Segoe UI"/>
                <a:ea typeface="Segoe UI"/>
                <a:cs typeface="Segoe UI"/>
              </a:defRPr>
            </a:lvl1pPr>
            <a:lvl2pPr algn="r">
              <a:defRPr sz="900" b="0" i="0">
                <a:solidFill>
                  <a:srgbClr val="A8C0BA"/>
                </a:solidFill>
                <a:latin typeface="Segoe UI"/>
                <a:ea typeface="Segoe UI"/>
                <a:cs typeface="Segoe UI"/>
              </a:defRPr>
            </a:lvl2pPr>
            <a:lvl3pPr algn="r">
              <a:defRPr sz="900" b="0" i="0">
                <a:solidFill>
                  <a:srgbClr val="A8C0BA"/>
                </a:solidFill>
                <a:latin typeface="Segoe UI"/>
                <a:ea typeface="Segoe UI"/>
                <a:cs typeface="Segoe UI"/>
              </a:defRPr>
            </a:lvl3pPr>
            <a:lvl4pPr algn="r">
              <a:defRPr sz="900" b="0" i="0">
                <a:solidFill>
                  <a:srgbClr val="A8C0BA"/>
                </a:solidFill>
                <a:latin typeface="Segoe UI"/>
                <a:ea typeface="Segoe UI"/>
                <a:cs typeface="Segoe UI"/>
              </a:defRPr>
            </a:lvl4pPr>
            <a:lvl5pPr algn="r">
              <a:defRPr sz="900" b="0" i="0">
                <a:solidFill>
                  <a:srgbClr val="A8C0BA"/>
                </a:solidFill>
                <a:latin typeface="Segoe UI"/>
                <a:ea typeface="Segoe UI"/>
                <a:cs typeface="Segoe UI"/>
              </a:defRPr>
            </a:lvl5pPr>
            <a:lvl6pPr algn="r">
              <a:defRPr sz="900" b="0" i="0">
                <a:solidFill>
                  <a:srgbClr val="A8C0BA"/>
                </a:solidFill>
                <a:latin typeface="Segoe UI"/>
                <a:ea typeface="Segoe UI"/>
                <a:cs typeface="Segoe UI"/>
              </a:defRPr>
            </a:lvl6pPr>
            <a:lvl7pPr algn="r">
              <a:defRPr sz="900" b="0" i="0">
                <a:solidFill>
                  <a:srgbClr val="A8C0BA"/>
                </a:solidFill>
                <a:latin typeface="Segoe UI"/>
                <a:ea typeface="Segoe UI"/>
                <a:cs typeface="Segoe UI"/>
              </a:defRPr>
            </a:lvl7pPr>
            <a:lvl8pPr algn="r">
              <a:defRPr sz="900" b="0" i="0">
                <a:solidFill>
                  <a:srgbClr val="A8C0BA"/>
                </a:solidFill>
                <a:latin typeface="Segoe UI"/>
                <a:ea typeface="Segoe UI"/>
                <a:cs typeface="Segoe UI"/>
              </a:defRPr>
            </a:lvl8pPr>
            <a:lvl9pPr algn="r">
              <a:defRPr sz="900" b="0" i="0">
                <a:solidFill>
                  <a:srgbClr val="A8C0BA"/>
                </a:solidFill>
                <a:latin typeface="Segoe UI"/>
                <a:ea typeface="Segoe UI"/>
                <a:cs typeface="Segoe UI"/>
              </a:defRPr>
            </a:lvl9pPr>
          </a:lstStyle>
          <a:p xmlns:a="http://schemas.openxmlformats.org/drawingml/2006/main">
            <a:pPr algn="r">
              <a:defRPr sz="900" b="0" i="0">
                <a:solidFill>
                  <a:srgbClr val="A8C0BA"/>
                </a:solidFill>
                <a:latin typeface="Segoe UI"/>
                <a:ea typeface="Segoe UI"/>
                <a:cs typeface="Segoe UI"/>
              </a:defRPr>
            </a:pPr>
            <a:r>
              <a:rPr sz="900" b="0" i="0">
                <a:solidFill>
                  <a:srgbClr val="A8C0BA"/>
                </a:solidFill>
                <a:latin typeface="Segoe UI"/>
                <a:ea typeface="Segoe UI"/>
                <a:cs typeface="Segoe UI"/>
              </a:rPr>
              <a:t>Mediana de entrenamiento</a:t>
            </a:r>
          </a:p>
        </p:txBody>
      </p:sp>
      <p:sp>
        <p:nvSpPr>
          <p:cNvPr id="28" name="">
            <a:extLst xmlns:a="http://schemas.openxmlformats.org/drawingml/2006/main">
              <a:ext uri="{FF2B5EF4-FFF2-40B4-BE49-F238E27FC236}">
                <a16:creationId xmlns:a16="http://schemas.microsoft.com/office/drawing/2014/main" id="{34F7AFF5-1F32-4EA1-993B-1587DD09FB78}"/>
              </a:ext>
            </a:extLst>
          </p:cNvPr>
          <p:cNvSpPr>
            <a:spLocks xmlns:a="http://schemas.openxmlformats.org/drawingml/2006/main" noGrp="1"/>
          </p:cNvSpPr>
          <p:nvPr/>
        </p:nvSpPr>
        <p:spPr>
          <a:xfrm xmlns:a="http://schemas.openxmlformats.org/drawingml/2006/main">
            <a:off x="2876550" y="4772025"/>
            <a:ext cx="2936931" cy="381000"/>
          </a:xfrm>
          <a:prstGeom xmlns:a="http://schemas.openxmlformats.org/drawingml/2006/main" prst="roundRect">
            <a:avLst>
              <a:gd name="adj" fmla="val 20000"/>
            </a:avLst>
          </a:prstGeom>
          <a:solidFill xmlns:a="http://schemas.openxmlformats.org/drawingml/2006/main">
            <a:srgbClr val="A9E8C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3974468-085C-46D3-B16F-4A5BB77F1D41}"/>
              </a:ext>
            </a:extLst>
          </p:cNvPr>
          <p:cNvSpPr>
            <a:spLocks xmlns:a="http://schemas.openxmlformats.org/drawingml/2006/main" noGrp="1"/>
          </p:cNvSpPr>
          <p:nvPr/>
        </p:nvSpPr>
        <p:spPr>
          <a:xfrm xmlns:a="http://schemas.openxmlformats.org/drawingml/2006/main">
            <a:off x="5908731" y="4848225"/>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1F7F3"/>
                </a:solidFill>
                <a:latin typeface="Segoe UI"/>
                <a:ea typeface="Segoe UI"/>
                <a:cs typeface="Segoe UI"/>
              </a:defRPr>
            </a:defPPr>
            <a:lvl1pPr algn="l">
              <a:defRPr sz="900" b="1" i="0">
                <a:solidFill>
                  <a:srgbClr val="F1F7F3"/>
                </a:solidFill>
                <a:latin typeface="Segoe UI"/>
                <a:ea typeface="Segoe UI"/>
                <a:cs typeface="Segoe UI"/>
              </a:defRPr>
            </a:lvl1pPr>
            <a:lvl2pPr algn="l">
              <a:defRPr sz="900" b="1" i="0">
                <a:solidFill>
                  <a:srgbClr val="F1F7F3"/>
                </a:solidFill>
                <a:latin typeface="Segoe UI"/>
                <a:ea typeface="Segoe UI"/>
                <a:cs typeface="Segoe UI"/>
              </a:defRPr>
            </a:lvl2pPr>
            <a:lvl3pPr algn="l">
              <a:defRPr sz="900" b="1" i="0">
                <a:solidFill>
                  <a:srgbClr val="F1F7F3"/>
                </a:solidFill>
                <a:latin typeface="Segoe UI"/>
                <a:ea typeface="Segoe UI"/>
                <a:cs typeface="Segoe UI"/>
              </a:defRPr>
            </a:lvl3pPr>
            <a:lvl4pPr algn="l">
              <a:defRPr sz="900" b="1" i="0">
                <a:solidFill>
                  <a:srgbClr val="F1F7F3"/>
                </a:solidFill>
                <a:latin typeface="Segoe UI"/>
                <a:ea typeface="Segoe UI"/>
                <a:cs typeface="Segoe UI"/>
              </a:defRPr>
            </a:lvl4pPr>
            <a:lvl5pPr algn="l">
              <a:defRPr sz="900" b="1" i="0">
                <a:solidFill>
                  <a:srgbClr val="F1F7F3"/>
                </a:solidFill>
                <a:latin typeface="Segoe UI"/>
                <a:ea typeface="Segoe UI"/>
                <a:cs typeface="Segoe UI"/>
              </a:defRPr>
            </a:lvl5pPr>
            <a:lvl6pPr algn="l">
              <a:defRPr sz="900" b="1" i="0">
                <a:solidFill>
                  <a:srgbClr val="F1F7F3"/>
                </a:solidFill>
                <a:latin typeface="Segoe UI"/>
                <a:ea typeface="Segoe UI"/>
                <a:cs typeface="Segoe UI"/>
              </a:defRPr>
            </a:lvl6pPr>
            <a:lvl7pPr algn="l">
              <a:defRPr sz="900" b="1" i="0">
                <a:solidFill>
                  <a:srgbClr val="F1F7F3"/>
                </a:solidFill>
                <a:latin typeface="Segoe UI"/>
                <a:ea typeface="Segoe UI"/>
                <a:cs typeface="Segoe UI"/>
              </a:defRPr>
            </a:lvl7pPr>
            <a:lvl8pPr algn="l">
              <a:defRPr sz="900" b="1" i="0">
                <a:solidFill>
                  <a:srgbClr val="F1F7F3"/>
                </a:solidFill>
                <a:latin typeface="Segoe UI"/>
                <a:ea typeface="Segoe UI"/>
                <a:cs typeface="Segoe UI"/>
              </a:defRPr>
            </a:lvl8pPr>
            <a:lvl9pPr algn="l">
              <a:defRPr sz="900" b="1" i="0">
                <a:solidFill>
                  <a:srgbClr val="F1F7F3"/>
                </a:solidFill>
                <a:latin typeface="Segoe UI"/>
                <a:ea typeface="Segoe UI"/>
                <a:cs typeface="Segoe UI"/>
              </a:defRPr>
            </a:lvl9pPr>
          </a:lstStyle>
          <a:p xmlns:a="http://schemas.openxmlformats.org/drawingml/2006/main">
            <a:pPr algn="l">
              <a:defRPr sz="900" b="1" i="0">
                <a:solidFill>
                  <a:srgbClr val="F1F7F3"/>
                </a:solidFill>
                <a:latin typeface="Segoe UI"/>
                <a:ea typeface="Segoe UI"/>
                <a:cs typeface="Segoe UI"/>
              </a:defRPr>
            </a:pPr>
            <a:r>
              <a:rPr sz="900" b="1" i="0">
                <a:solidFill>
                  <a:srgbClr val="F1F7F3"/>
                </a:solidFill>
                <a:latin typeface="Segoe UI"/>
                <a:ea typeface="Segoe UI"/>
                <a:cs typeface="Segoe UI"/>
              </a:rPr>
              <a:t>1.4824</a:t>
            </a:r>
          </a:p>
        </p:txBody>
      </p:sp>
      <p:sp>
        <p:nvSpPr>
          <p:cNvPr id="30" name="">
            <a:extLst xmlns:a="http://schemas.openxmlformats.org/drawingml/2006/main">
              <a:ext uri="{FF2B5EF4-FFF2-40B4-BE49-F238E27FC236}">
                <a16:creationId xmlns:a16="http://schemas.microsoft.com/office/drawing/2014/main" id="{83E63152-CA2D-4EF5-915B-6BEE9E9DED5F}"/>
              </a:ext>
            </a:extLst>
          </p:cNvPr>
          <p:cNvSpPr>
            <a:spLocks xmlns:a="http://schemas.openxmlformats.org/drawingml/2006/main" noGrp="1"/>
          </p:cNvSpPr>
          <p:nvPr/>
        </p:nvSpPr>
        <p:spPr>
          <a:xfrm xmlns:a="http://schemas.openxmlformats.org/drawingml/2006/main">
            <a:off x="7867650" y="2381250"/>
            <a:ext cx="9525" cy="338137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86513C5-3CF6-4E80-ABCA-61591EDE2E32}"/>
              </a:ext>
            </a:extLst>
          </p:cNvPr>
          <p:cNvSpPr>
            <a:spLocks xmlns:a="http://schemas.openxmlformats.org/drawingml/2006/main" noGrp="1"/>
          </p:cNvSpPr>
          <p:nvPr/>
        </p:nvSpPr>
        <p:spPr>
          <a:xfrm xmlns:a="http://schemas.openxmlformats.org/drawingml/2006/main">
            <a:off x="8286750" y="2381250"/>
            <a:ext cx="3171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E8CB"/>
                </a:solidFill>
                <a:latin typeface="Segoe UI"/>
                <a:ea typeface="Segoe UI"/>
                <a:cs typeface="Segoe UI"/>
              </a:defRPr>
            </a:defPPr>
            <a:lvl1pPr algn="l">
              <a:defRPr sz="825" b="1" i="0">
                <a:solidFill>
                  <a:srgbClr val="A9E8CB"/>
                </a:solidFill>
                <a:latin typeface="Segoe UI"/>
                <a:ea typeface="Segoe UI"/>
                <a:cs typeface="Segoe UI"/>
              </a:defRPr>
            </a:lvl1pPr>
            <a:lvl2pPr algn="l">
              <a:defRPr sz="825" b="1" i="0">
                <a:solidFill>
                  <a:srgbClr val="A9E8CB"/>
                </a:solidFill>
                <a:latin typeface="Segoe UI"/>
                <a:ea typeface="Segoe UI"/>
                <a:cs typeface="Segoe UI"/>
              </a:defRPr>
            </a:lvl2pPr>
            <a:lvl3pPr algn="l">
              <a:defRPr sz="825" b="1" i="0">
                <a:solidFill>
                  <a:srgbClr val="A9E8CB"/>
                </a:solidFill>
                <a:latin typeface="Segoe UI"/>
                <a:ea typeface="Segoe UI"/>
                <a:cs typeface="Segoe UI"/>
              </a:defRPr>
            </a:lvl3pPr>
            <a:lvl4pPr algn="l">
              <a:defRPr sz="825" b="1" i="0">
                <a:solidFill>
                  <a:srgbClr val="A9E8CB"/>
                </a:solidFill>
                <a:latin typeface="Segoe UI"/>
                <a:ea typeface="Segoe UI"/>
                <a:cs typeface="Segoe UI"/>
              </a:defRPr>
            </a:lvl4pPr>
            <a:lvl5pPr algn="l">
              <a:defRPr sz="825" b="1" i="0">
                <a:solidFill>
                  <a:srgbClr val="A9E8CB"/>
                </a:solidFill>
                <a:latin typeface="Segoe UI"/>
                <a:ea typeface="Segoe UI"/>
                <a:cs typeface="Segoe UI"/>
              </a:defRPr>
            </a:lvl5pPr>
            <a:lvl6pPr algn="l">
              <a:defRPr sz="825" b="1" i="0">
                <a:solidFill>
                  <a:srgbClr val="A9E8CB"/>
                </a:solidFill>
                <a:latin typeface="Segoe UI"/>
                <a:ea typeface="Segoe UI"/>
                <a:cs typeface="Segoe UI"/>
              </a:defRPr>
            </a:lvl6pPr>
            <a:lvl7pPr algn="l">
              <a:defRPr sz="825" b="1" i="0">
                <a:solidFill>
                  <a:srgbClr val="A9E8CB"/>
                </a:solidFill>
                <a:latin typeface="Segoe UI"/>
                <a:ea typeface="Segoe UI"/>
                <a:cs typeface="Segoe UI"/>
              </a:defRPr>
            </a:lvl7pPr>
            <a:lvl8pPr algn="l">
              <a:defRPr sz="825" b="1" i="0">
                <a:solidFill>
                  <a:srgbClr val="A9E8CB"/>
                </a:solidFill>
                <a:latin typeface="Segoe UI"/>
                <a:ea typeface="Segoe UI"/>
                <a:cs typeface="Segoe UI"/>
              </a:defRPr>
            </a:lvl8pPr>
            <a:lvl9pPr algn="l">
              <a:defRPr sz="825" b="1" i="0">
                <a:solidFill>
                  <a:srgbClr val="A9E8CB"/>
                </a:solidFill>
                <a:latin typeface="Segoe UI"/>
                <a:ea typeface="Segoe UI"/>
                <a:cs typeface="Segoe UI"/>
              </a:defRPr>
            </a:lvl9pPr>
          </a:lstStyle>
          <a:p xmlns:a="http://schemas.openxmlformats.org/drawingml/2006/main">
            <a:pPr algn="l">
              <a:defRPr sz="825" b="1" i="0">
                <a:solidFill>
                  <a:srgbClr val="A9E8CB"/>
                </a:solidFill>
                <a:latin typeface="Segoe UI"/>
                <a:ea typeface="Segoe UI"/>
                <a:cs typeface="Segoe UI"/>
              </a:defRPr>
            </a:pPr>
            <a:r>
              <a:rPr sz="825" b="1" i="0">
                <a:solidFill>
                  <a:srgbClr val="A9E8CB"/>
                </a:solidFill>
                <a:latin typeface="Segoe UI"/>
                <a:ea typeface="Segoe UI"/>
                <a:cs typeface="Segoe UI"/>
              </a:rPr>
              <a:t>TAMAÑO DEL HOLDOUT</a:t>
            </a:r>
          </a:p>
        </p:txBody>
      </p:sp>
      <p:sp>
        <p:nvSpPr>
          <p:cNvPr id="32" name="">
            <a:extLst xmlns:a="http://schemas.openxmlformats.org/drawingml/2006/main">
              <a:ext uri="{FF2B5EF4-FFF2-40B4-BE49-F238E27FC236}">
                <a16:creationId xmlns:a16="http://schemas.microsoft.com/office/drawing/2014/main" id="{99DD38F3-3682-48BD-B9F2-3F2C51541E22}"/>
              </a:ext>
            </a:extLst>
          </p:cNvPr>
          <p:cNvSpPr>
            <a:spLocks xmlns:a="http://schemas.openxmlformats.org/drawingml/2006/main" noGrp="1"/>
          </p:cNvSpPr>
          <p:nvPr/>
        </p:nvSpPr>
        <p:spPr>
          <a:xfrm xmlns:a="http://schemas.openxmlformats.org/drawingml/2006/main">
            <a:off x="8286750" y="28003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F1F7F3"/>
                </a:solidFill>
                <a:latin typeface="Segoe UI"/>
                <a:ea typeface="Segoe UI"/>
                <a:cs typeface="Segoe UI"/>
              </a:defRPr>
            </a:defPPr>
            <a:lvl1pPr algn="l">
              <a:defRPr sz="2850" b="1" i="0">
                <a:solidFill>
                  <a:srgbClr val="F1F7F3"/>
                </a:solidFill>
                <a:latin typeface="Segoe UI"/>
                <a:ea typeface="Segoe UI"/>
                <a:cs typeface="Segoe UI"/>
              </a:defRPr>
            </a:lvl1pPr>
            <a:lvl2pPr algn="l">
              <a:defRPr sz="2850" b="1" i="0">
                <a:solidFill>
                  <a:srgbClr val="F1F7F3"/>
                </a:solidFill>
                <a:latin typeface="Segoe UI"/>
                <a:ea typeface="Segoe UI"/>
                <a:cs typeface="Segoe UI"/>
              </a:defRPr>
            </a:lvl2pPr>
            <a:lvl3pPr algn="l">
              <a:defRPr sz="2850" b="1" i="0">
                <a:solidFill>
                  <a:srgbClr val="F1F7F3"/>
                </a:solidFill>
                <a:latin typeface="Segoe UI"/>
                <a:ea typeface="Segoe UI"/>
                <a:cs typeface="Segoe UI"/>
              </a:defRPr>
            </a:lvl3pPr>
            <a:lvl4pPr algn="l">
              <a:defRPr sz="2850" b="1" i="0">
                <a:solidFill>
                  <a:srgbClr val="F1F7F3"/>
                </a:solidFill>
                <a:latin typeface="Segoe UI"/>
                <a:ea typeface="Segoe UI"/>
                <a:cs typeface="Segoe UI"/>
              </a:defRPr>
            </a:lvl4pPr>
            <a:lvl5pPr algn="l">
              <a:defRPr sz="2850" b="1" i="0">
                <a:solidFill>
                  <a:srgbClr val="F1F7F3"/>
                </a:solidFill>
                <a:latin typeface="Segoe UI"/>
                <a:ea typeface="Segoe UI"/>
                <a:cs typeface="Segoe UI"/>
              </a:defRPr>
            </a:lvl5pPr>
            <a:lvl6pPr algn="l">
              <a:defRPr sz="2850" b="1" i="0">
                <a:solidFill>
                  <a:srgbClr val="F1F7F3"/>
                </a:solidFill>
                <a:latin typeface="Segoe UI"/>
                <a:ea typeface="Segoe UI"/>
                <a:cs typeface="Segoe UI"/>
              </a:defRPr>
            </a:lvl6pPr>
            <a:lvl7pPr algn="l">
              <a:defRPr sz="2850" b="1" i="0">
                <a:solidFill>
                  <a:srgbClr val="F1F7F3"/>
                </a:solidFill>
                <a:latin typeface="Segoe UI"/>
                <a:ea typeface="Segoe UI"/>
                <a:cs typeface="Segoe UI"/>
              </a:defRPr>
            </a:lvl7pPr>
            <a:lvl8pPr algn="l">
              <a:defRPr sz="2850" b="1" i="0">
                <a:solidFill>
                  <a:srgbClr val="F1F7F3"/>
                </a:solidFill>
                <a:latin typeface="Segoe UI"/>
                <a:ea typeface="Segoe UI"/>
                <a:cs typeface="Segoe UI"/>
              </a:defRPr>
            </a:lvl8pPr>
            <a:lvl9pPr algn="l">
              <a:defRPr sz="2850" b="1" i="0">
                <a:solidFill>
                  <a:srgbClr val="F1F7F3"/>
                </a:solidFill>
                <a:latin typeface="Segoe UI"/>
                <a:ea typeface="Segoe UI"/>
                <a:cs typeface="Segoe UI"/>
              </a:defRPr>
            </a:lvl9pPr>
          </a:lstStyle>
          <a:p xmlns:a="http://schemas.openxmlformats.org/drawingml/2006/main">
            <a:pPr algn="l">
              <a:defRPr sz="2850" b="1" i="0">
                <a:solidFill>
                  <a:srgbClr val="F1F7F3"/>
                </a:solidFill>
                <a:latin typeface="Segoe UI"/>
                <a:ea typeface="Segoe UI"/>
                <a:cs typeface="Segoe UI"/>
              </a:defRPr>
            </a:pPr>
            <a:r>
              <a:rPr sz="2850" b="1" i="0">
                <a:solidFill>
                  <a:srgbClr val="F1F7F3"/>
                </a:solidFill>
                <a:latin typeface="Segoe UI"/>
                <a:ea typeface="Segoe UI"/>
                <a:cs typeface="Segoe UI"/>
              </a:rPr>
              <a:t>1.268</a:t>
            </a:r>
          </a:p>
        </p:txBody>
      </p:sp>
      <p:sp>
        <p:nvSpPr>
          <p:cNvPr id="33" name="">
            <a:extLst xmlns:a="http://schemas.openxmlformats.org/drawingml/2006/main">
              <a:ext uri="{FF2B5EF4-FFF2-40B4-BE49-F238E27FC236}">
                <a16:creationId xmlns:a16="http://schemas.microsoft.com/office/drawing/2014/main" id="{6F6906D0-A95E-4C32-908A-AA5E1B7A1A09}"/>
              </a:ext>
            </a:extLst>
          </p:cNvPr>
          <p:cNvSpPr>
            <a:spLocks xmlns:a="http://schemas.openxmlformats.org/drawingml/2006/main" noGrp="1"/>
          </p:cNvSpPr>
          <p:nvPr/>
        </p:nvSpPr>
        <p:spPr>
          <a:xfrm xmlns:a="http://schemas.openxmlformats.org/drawingml/2006/main">
            <a:off x="8286750" y="324802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0">
                <a:solidFill>
                  <a:srgbClr val="A8C0BA"/>
                </a:solidFill>
                <a:latin typeface="Segoe UI"/>
                <a:ea typeface="Segoe UI"/>
                <a:cs typeface="Segoe UI"/>
              </a:defRPr>
            </a:defPPr>
            <a:lvl1pPr algn="l">
              <a:defRPr sz="975" b="0" i="0">
                <a:solidFill>
                  <a:srgbClr val="A8C0BA"/>
                </a:solidFill>
                <a:latin typeface="Segoe UI"/>
                <a:ea typeface="Segoe UI"/>
                <a:cs typeface="Segoe UI"/>
              </a:defRPr>
            </a:lvl1pPr>
            <a:lvl2pPr algn="l">
              <a:defRPr sz="975" b="0" i="0">
                <a:solidFill>
                  <a:srgbClr val="A8C0BA"/>
                </a:solidFill>
                <a:latin typeface="Segoe UI"/>
                <a:ea typeface="Segoe UI"/>
                <a:cs typeface="Segoe UI"/>
              </a:defRPr>
            </a:lvl2pPr>
            <a:lvl3pPr algn="l">
              <a:defRPr sz="975" b="0" i="0">
                <a:solidFill>
                  <a:srgbClr val="A8C0BA"/>
                </a:solidFill>
                <a:latin typeface="Segoe UI"/>
                <a:ea typeface="Segoe UI"/>
                <a:cs typeface="Segoe UI"/>
              </a:defRPr>
            </a:lvl3pPr>
            <a:lvl4pPr algn="l">
              <a:defRPr sz="975" b="0" i="0">
                <a:solidFill>
                  <a:srgbClr val="A8C0BA"/>
                </a:solidFill>
                <a:latin typeface="Segoe UI"/>
                <a:ea typeface="Segoe UI"/>
                <a:cs typeface="Segoe UI"/>
              </a:defRPr>
            </a:lvl4pPr>
            <a:lvl5pPr algn="l">
              <a:defRPr sz="975" b="0" i="0">
                <a:solidFill>
                  <a:srgbClr val="A8C0BA"/>
                </a:solidFill>
                <a:latin typeface="Segoe UI"/>
                <a:ea typeface="Segoe UI"/>
                <a:cs typeface="Segoe UI"/>
              </a:defRPr>
            </a:lvl5pPr>
            <a:lvl6pPr algn="l">
              <a:defRPr sz="975" b="0" i="0">
                <a:solidFill>
                  <a:srgbClr val="A8C0BA"/>
                </a:solidFill>
                <a:latin typeface="Segoe UI"/>
                <a:ea typeface="Segoe UI"/>
                <a:cs typeface="Segoe UI"/>
              </a:defRPr>
            </a:lvl6pPr>
            <a:lvl7pPr algn="l">
              <a:defRPr sz="975" b="0" i="0">
                <a:solidFill>
                  <a:srgbClr val="A8C0BA"/>
                </a:solidFill>
                <a:latin typeface="Segoe UI"/>
                <a:ea typeface="Segoe UI"/>
                <a:cs typeface="Segoe UI"/>
              </a:defRPr>
            </a:lvl7pPr>
            <a:lvl8pPr algn="l">
              <a:defRPr sz="975" b="0" i="0">
                <a:solidFill>
                  <a:srgbClr val="A8C0BA"/>
                </a:solidFill>
                <a:latin typeface="Segoe UI"/>
                <a:ea typeface="Segoe UI"/>
                <a:cs typeface="Segoe UI"/>
              </a:defRPr>
            </a:lvl8pPr>
            <a:lvl9pPr algn="l">
              <a:defRPr sz="975" b="0" i="0">
                <a:solidFill>
                  <a:srgbClr val="A8C0BA"/>
                </a:solidFill>
                <a:latin typeface="Segoe UI"/>
                <a:ea typeface="Segoe UI"/>
                <a:cs typeface="Segoe UI"/>
              </a:defRPr>
            </a:lvl9pPr>
          </a:lstStyle>
          <a:p xmlns:a="http://schemas.openxmlformats.org/drawingml/2006/main">
            <a:pPr algn="l">
              <a:defRPr sz="975" b="0" i="0">
                <a:solidFill>
                  <a:srgbClr val="A8C0BA"/>
                </a:solidFill>
                <a:latin typeface="Segoe UI"/>
                <a:ea typeface="Segoe UI"/>
                <a:cs typeface="Segoe UI"/>
              </a:defRPr>
            </a:pPr>
            <a:r>
              <a:rPr sz="975" b="0" i="0">
                <a:solidFill>
                  <a:srgbClr val="A8C0BA"/>
                </a:solidFill>
                <a:latin typeface="Segoe UI"/>
                <a:ea typeface="Segoe UI"/>
                <a:cs typeface="Segoe UI"/>
              </a:rPr>
              <a:t>pares de días · 16 personas</a:t>
            </a:r>
          </a:p>
        </p:txBody>
      </p:sp>
      <p:sp>
        <p:nvSpPr>
          <p:cNvPr id="34" name="">
            <a:extLst xmlns:a="http://schemas.openxmlformats.org/drawingml/2006/main">
              <a:ext uri="{FF2B5EF4-FFF2-40B4-BE49-F238E27FC236}">
                <a16:creationId xmlns:a16="http://schemas.microsoft.com/office/drawing/2014/main" id="{53BAD79F-5C5B-4C40-9CD9-A5238B44BC76}"/>
              </a:ext>
            </a:extLst>
          </p:cNvPr>
          <p:cNvSpPr>
            <a:spLocks xmlns:a="http://schemas.openxmlformats.org/drawingml/2006/main" noGrp="1"/>
          </p:cNvSpPr>
          <p:nvPr/>
        </p:nvSpPr>
        <p:spPr>
          <a:xfrm xmlns:a="http://schemas.openxmlformats.org/drawingml/2006/main">
            <a:off x="8286750" y="3667125"/>
            <a:ext cx="2924175"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FED0C2F-8A90-40D1-A0F1-2DF4DEBEA409}"/>
              </a:ext>
            </a:extLst>
          </p:cNvPr>
          <p:cNvSpPr>
            <a:spLocks xmlns:a="http://schemas.openxmlformats.org/drawingml/2006/main" noGrp="1"/>
          </p:cNvSpPr>
          <p:nvPr/>
        </p:nvSpPr>
        <p:spPr>
          <a:xfrm xmlns:a="http://schemas.openxmlformats.org/drawingml/2006/main">
            <a:off x="8286750" y="38576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i="0">
                <a:solidFill>
                  <a:srgbClr val="7E9E98"/>
                </a:solidFill>
                <a:latin typeface="Segoe UI"/>
                <a:ea typeface="Segoe UI"/>
                <a:cs typeface="Segoe UI"/>
              </a:defRPr>
            </a:defPPr>
            <a:lvl1pPr algn="l">
              <a:defRPr sz="750" b="1" i="0">
                <a:solidFill>
                  <a:srgbClr val="7E9E98"/>
                </a:solidFill>
                <a:latin typeface="Segoe UI"/>
                <a:ea typeface="Segoe UI"/>
                <a:cs typeface="Segoe UI"/>
              </a:defRPr>
            </a:lvl1pPr>
            <a:lvl2pPr algn="l">
              <a:defRPr sz="750" b="1" i="0">
                <a:solidFill>
                  <a:srgbClr val="7E9E98"/>
                </a:solidFill>
                <a:latin typeface="Segoe UI"/>
                <a:ea typeface="Segoe UI"/>
                <a:cs typeface="Segoe UI"/>
              </a:defRPr>
            </a:lvl2pPr>
            <a:lvl3pPr algn="l">
              <a:defRPr sz="750" b="1" i="0">
                <a:solidFill>
                  <a:srgbClr val="7E9E98"/>
                </a:solidFill>
                <a:latin typeface="Segoe UI"/>
                <a:ea typeface="Segoe UI"/>
                <a:cs typeface="Segoe UI"/>
              </a:defRPr>
            </a:lvl3pPr>
            <a:lvl4pPr algn="l">
              <a:defRPr sz="750" b="1" i="0">
                <a:solidFill>
                  <a:srgbClr val="7E9E98"/>
                </a:solidFill>
                <a:latin typeface="Segoe UI"/>
                <a:ea typeface="Segoe UI"/>
                <a:cs typeface="Segoe UI"/>
              </a:defRPr>
            </a:lvl4pPr>
            <a:lvl5pPr algn="l">
              <a:defRPr sz="750" b="1" i="0">
                <a:solidFill>
                  <a:srgbClr val="7E9E98"/>
                </a:solidFill>
                <a:latin typeface="Segoe UI"/>
                <a:ea typeface="Segoe UI"/>
                <a:cs typeface="Segoe UI"/>
              </a:defRPr>
            </a:lvl5pPr>
            <a:lvl6pPr algn="l">
              <a:defRPr sz="750" b="1" i="0">
                <a:solidFill>
                  <a:srgbClr val="7E9E98"/>
                </a:solidFill>
                <a:latin typeface="Segoe UI"/>
                <a:ea typeface="Segoe UI"/>
                <a:cs typeface="Segoe UI"/>
              </a:defRPr>
            </a:lvl6pPr>
            <a:lvl7pPr algn="l">
              <a:defRPr sz="750" b="1" i="0">
                <a:solidFill>
                  <a:srgbClr val="7E9E98"/>
                </a:solidFill>
                <a:latin typeface="Segoe UI"/>
                <a:ea typeface="Segoe UI"/>
                <a:cs typeface="Segoe UI"/>
              </a:defRPr>
            </a:lvl7pPr>
            <a:lvl8pPr algn="l">
              <a:defRPr sz="750" b="1" i="0">
                <a:solidFill>
                  <a:srgbClr val="7E9E98"/>
                </a:solidFill>
                <a:latin typeface="Segoe UI"/>
                <a:ea typeface="Segoe UI"/>
                <a:cs typeface="Segoe UI"/>
              </a:defRPr>
            </a:lvl8pPr>
            <a:lvl9pPr algn="l">
              <a:defRPr sz="750" b="1" i="0">
                <a:solidFill>
                  <a:srgbClr val="7E9E98"/>
                </a:solidFill>
                <a:latin typeface="Segoe UI"/>
                <a:ea typeface="Segoe UI"/>
                <a:cs typeface="Segoe UI"/>
              </a:defRPr>
            </a:lvl9pPr>
          </a:lstStyle>
          <a:p xmlns:a="http://schemas.openxmlformats.org/drawingml/2006/main">
            <a:pPr algn="l">
              <a:defRPr sz="750" b="1" i="0">
                <a:solidFill>
                  <a:srgbClr val="7E9E98"/>
                </a:solidFill>
                <a:latin typeface="Segoe UI"/>
                <a:ea typeface="Segoe UI"/>
                <a:cs typeface="Segoe UI"/>
              </a:defRPr>
            </a:pPr>
            <a:r>
              <a:rPr sz="750" b="1" i="0">
                <a:solidFill>
                  <a:srgbClr val="7E9E98"/>
                </a:solidFill>
                <a:latin typeface="Segoe UI"/>
                <a:ea typeface="Segoe UI"/>
                <a:cs typeface="Segoe UI"/>
              </a:rPr>
              <a:t>ENTRENAMIENTO</a:t>
            </a:r>
          </a:p>
        </p:txBody>
      </p:sp>
      <p:sp>
        <p:nvSpPr>
          <p:cNvPr id="36" name="">
            <a:extLst xmlns:a="http://schemas.openxmlformats.org/drawingml/2006/main">
              <a:ext uri="{FF2B5EF4-FFF2-40B4-BE49-F238E27FC236}">
                <a16:creationId xmlns:a16="http://schemas.microsoft.com/office/drawing/2014/main" id="{1AB4175D-A4FE-4E93-9646-CBECA7B7A4A4}"/>
              </a:ext>
            </a:extLst>
          </p:cNvPr>
          <p:cNvSpPr>
            <a:spLocks xmlns:a="http://schemas.openxmlformats.org/drawingml/2006/main" noGrp="1"/>
          </p:cNvSpPr>
          <p:nvPr/>
        </p:nvSpPr>
        <p:spPr>
          <a:xfrm xmlns:a="http://schemas.openxmlformats.org/drawingml/2006/main">
            <a:off x="8286750" y="4105275"/>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F1F7F3"/>
                </a:solidFill>
                <a:latin typeface="Segoe UI"/>
                <a:ea typeface="Segoe UI"/>
                <a:cs typeface="Segoe UI"/>
              </a:defRPr>
            </a:defPPr>
            <a:lvl1pPr algn="l">
              <a:defRPr sz="1125" b="1" i="0">
                <a:solidFill>
                  <a:srgbClr val="F1F7F3"/>
                </a:solidFill>
                <a:latin typeface="Segoe UI"/>
                <a:ea typeface="Segoe UI"/>
                <a:cs typeface="Segoe UI"/>
              </a:defRPr>
            </a:lvl1pPr>
            <a:lvl2pPr algn="l">
              <a:defRPr sz="1125" b="1" i="0">
                <a:solidFill>
                  <a:srgbClr val="F1F7F3"/>
                </a:solidFill>
                <a:latin typeface="Segoe UI"/>
                <a:ea typeface="Segoe UI"/>
                <a:cs typeface="Segoe UI"/>
              </a:defRPr>
            </a:lvl2pPr>
            <a:lvl3pPr algn="l">
              <a:defRPr sz="1125" b="1" i="0">
                <a:solidFill>
                  <a:srgbClr val="F1F7F3"/>
                </a:solidFill>
                <a:latin typeface="Segoe UI"/>
                <a:ea typeface="Segoe UI"/>
                <a:cs typeface="Segoe UI"/>
              </a:defRPr>
            </a:lvl3pPr>
            <a:lvl4pPr algn="l">
              <a:defRPr sz="1125" b="1" i="0">
                <a:solidFill>
                  <a:srgbClr val="F1F7F3"/>
                </a:solidFill>
                <a:latin typeface="Segoe UI"/>
                <a:ea typeface="Segoe UI"/>
                <a:cs typeface="Segoe UI"/>
              </a:defRPr>
            </a:lvl4pPr>
            <a:lvl5pPr algn="l">
              <a:defRPr sz="1125" b="1" i="0">
                <a:solidFill>
                  <a:srgbClr val="F1F7F3"/>
                </a:solidFill>
                <a:latin typeface="Segoe UI"/>
                <a:ea typeface="Segoe UI"/>
                <a:cs typeface="Segoe UI"/>
              </a:defRPr>
            </a:lvl5pPr>
            <a:lvl6pPr algn="l">
              <a:defRPr sz="1125" b="1" i="0">
                <a:solidFill>
                  <a:srgbClr val="F1F7F3"/>
                </a:solidFill>
                <a:latin typeface="Segoe UI"/>
                <a:ea typeface="Segoe UI"/>
                <a:cs typeface="Segoe UI"/>
              </a:defRPr>
            </a:lvl6pPr>
            <a:lvl7pPr algn="l">
              <a:defRPr sz="1125" b="1" i="0">
                <a:solidFill>
                  <a:srgbClr val="F1F7F3"/>
                </a:solidFill>
                <a:latin typeface="Segoe UI"/>
                <a:ea typeface="Segoe UI"/>
                <a:cs typeface="Segoe UI"/>
              </a:defRPr>
            </a:lvl7pPr>
            <a:lvl8pPr algn="l">
              <a:defRPr sz="1125" b="1" i="0">
                <a:solidFill>
                  <a:srgbClr val="F1F7F3"/>
                </a:solidFill>
                <a:latin typeface="Segoe UI"/>
                <a:ea typeface="Segoe UI"/>
                <a:cs typeface="Segoe UI"/>
              </a:defRPr>
            </a:lvl8pPr>
            <a:lvl9pPr algn="l">
              <a:defRPr sz="1125" b="1" i="0">
                <a:solidFill>
                  <a:srgbClr val="F1F7F3"/>
                </a:solidFill>
                <a:latin typeface="Segoe UI"/>
                <a:ea typeface="Segoe UI"/>
                <a:cs typeface="Segoe UI"/>
              </a:defRPr>
            </a:lvl9pPr>
          </a:lstStyle>
          <a:p xmlns:a="http://schemas.openxmlformats.org/drawingml/2006/main">
            <a:pPr algn="l">
              <a:defRPr sz="1125" b="1" i="0">
                <a:solidFill>
                  <a:srgbClr val="F1F7F3"/>
                </a:solidFill>
                <a:latin typeface="Segoe UI"/>
                <a:ea typeface="Segoe UI"/>
                <a:cs typeface="Segoe UI"/>
              </a:defRPr>
            </a:pPr>
            <a:r>
              <a:rPr sz="1125" b="1" i="0">
                <a:solidFill>
                  <a:srgbClr val="F1F7F3"/>
                </a:solidFill>
                <a:latin typeface="Segoe UI"/>
                <a:ea typeface="Segoe UI"/>
                <a:cs typeface="Segoe UI"/>
              </a:rPr>
              <a:t>482 filas · 12 personas</a:t>
            </a:r>
          </a:p>
        </p:txBody>
      </p:sp>
      <p:sp>
        <p:nvSpPr>
          <p:cNvPr id="37" name="">
            <a:extLst xmlns:a="http://schemas.openxmlformats.org/drawingml/2006/main">
              <a:ext uri="{FF2B5EF4-FFF2-40B4-BE49-F238E27FC236}">
                <a16:creationId xmlns:a16="http://schemas.microsoft.com/office/drawing/2014/main" id="{6012D91D-C431-4D11-AE04-D2782C59636E}"/>
              </a:ext>
            </a:extLst>
          </p:cNvPr>
          <p:cNvSpPr>
            <a:spLocks xmlns:a="http://schemas.openxmlformats.org/drawingml/2006/main" noGrp="1"/>
          </p:cNvSpPr>
          <p:nvPr/>
        </p:nvSpPr>
        <p:spPr>
          <a:xfrm xmlns:a="http://schemas.openxmlformats.org/drawingml/2006/main">
            <a:off x="8286750" y="45243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i="0">
                <a:solidFill>
                  <a:srgbClr val="7E9E98"/>
                </a:solidFill>
                <a:latin typeface="Segoe UI"/>
                <a:ea typeface="Segoe UI"/>
                <a:cs typeface="Segoe UI"/>
              </a:defRPr>
            </a:defPPr>
            <a:lvl1pPr algn="l">
              <a:defRPr sz="750" b="1" i="0">
                <a:solidFill>
                  <a:srgbClr val="7E9E98"/>
                </a:solidFill>
                <a:latin typeface="Segoe UI"/>
                <a:ea typeface="Segoe UI"/>
                <a:cs typeface="Segoe UI"/>
              </a:defRPr>
            </a:lvl1pPr>
            <a:lvl2pPr algn="l">
              <a:defRPr sz="750" b="1" i="0">
                <a:solidFill>
                  <a:srgbClr val="7E9E98"/>
                </a:solidFill>
                <a:latin typeface="Segoe UI"/>
                <a:ea typeface="Segoe UI"/>
                <a:cs typeface="Segoe UI"/>
              </a:defRPr>
            </a:lvl2pPr>
            <a:lvl3pPr algn="l">
              <a:defRPr sz="750" b="1" i="0">
                <a:solidFill>
                  <a:srgbClr val="7E9E98"/>
                </a:solidFill>
                <a:latin typeface="Segoe UI"/>
                <a:ea typeface="Segoe UI"/>
                <a:cs typeface="Segoe UI"/>
              </a:defRPr>
            </a:lvl3pPr>
            <a:lvl4pPr algn="l">
              <a:defRPr sz="750" b="1" i="0">
                <a:solidFill>
                  <a:srgbClr val="7E9E98"/>
                </a:solidFill>
                <a:latin typeface="Segoe UI"/>
                <a:ea typeface="Segoe UI"/>
                <a:cs typeface="Segoe UI"/>
              </a:defRPr>
            </a:lvl4pPr>
            <a:lvl5pPr algn="l">
              <a:defRPr sz="750" b="1" i="0">
                <a:solidFill>
                  <a:srgbClr val="7E9E98"/>
                </a:solidFill>
                <a:latin typeface="Segoe UI"/>
                <a:ea typeface="Segoe UI"/>
                <a:cs typeface="Segoe UI"/>
              </a:defRPr>
            </a:lvl5pPr>
            <a:lvl6pPr algn="l">
              <a:defRPr sz="750" b="1" i="0">
                <a:solidFill>
                  <a:srgbClr val="7E9E98"/>
                </a:solidFill>
                <a:latin typeface="Segoe UI"/>
                <a:ea typeface="Segoe UI"/>
                <a:cs typeface="Segoe UI"/>
              </a:defRPr>
            </a:lvl6pPr>
            <a:lvl7pPr algn="l">
              <a:defRPr sz="750" b="1" i="0">
                <a:solidFill>
                  <a:srgbClr val="7E9E98"/>
                </a:solidFill>
                <a:latin typeface="Segoe UI"/>
                <a:ea typeface="Segoe UI"/>
                <a:cs typeface="Segoe UI"/>
              </a:defRPr>
            </a:lvl7pPr>
            <a:lvl8pPr algn="l">
              <a:defRPr sz="750" b="1" i="0">
                <a:solidFill>
                  <a:srgbClr val="7E9E98"/>
                </a:solidFill>
                <a:latin typeface="Segoe UI"/>
                <a:ea typeface="Segoe UI"/>
                <a:cs typeface="Segoe UI"/>
              </a:defRPr>
            </a:lvl8pPr>
            <a:lvl9pPr algn="l">
              <a:defRPr sz="750" b="1" i="0">
                <a:solidFill>
                  <a:srgbClr val="7E9E98"/>
                </a:solidFill>
                <a:latin typeface="Segoe UI"/>
                <a:ea typeface="Segoe UI"/>
                <a:cs typeface="Segoe UI"/>
              </a:defRPr>
            </a:lvl9pPr>
          </a:lstStyle>
          <a:p xmlns:a="http://schemas.openxmlformats.org/drawingml/2006/main">
            <a:pPr algn="l">
              <a:defRPr sz="750" b="1" i="0">
                <a:solidFill>
                  <a:srgbClr val="7E9E98"/>
                </a:solidFill>
                <a:latin typeface="Segoe UI"/>
                <a:ea typeface="Segoe UI"/>
                <a:cs typeface="Segoe UI"/>
              </a:defRPr>
            </a:pPr>
            <a:r>
              <a:rPr sz="750" b="1" i="0">
                <a:solidFill>
                  <a:srgbClr val="7E9E98"/>
                </a:solidFill>
                <a:latin typeface="Segoe UI"/>
                <a:ea typeface="Segoe UI"/>
                <a:cs typeface="Segoe UI"/>
              </a:rPr>
              <a:t>PRUEBA NO VISTA</a:t>
            </a:r>
          </a:p>
        </p:txBody>
      </p:sp>
      <p:sp>
        <p:nvSpPr>
          <p:cNvPr id="38" name="">
            <a:extLst xmlns:a="http://schemas.openxmlformats.org/drawingml/2006/main">
              <a:ext uri="{FF2B5EF4-FFF2-40B4-BE49-F238E27FC236}">
                <a16:creationId xmlns:a16="http://schemas.microsoft.com/office/drawing/2014/main" id="{FAAA9BE5-7650-4AA2-BC04-3612427DDCE1}"/>
              </a:ext>
            </a:extLst>
          </p:cNvPr>
          <p:cNvSpPr>
            <a:spLocks xmlns:a="http://schemas.openxmlformats.org/drawingml/2006/main" noGrp="1"/>
          </p:cNvSpPr>
          <p:nvPr/>
        </p:nvSpPr>
        <p:spPr>
          <a:xfrm xmlns:a="http://schemas.openxmlformats.org/drawingml/2006/main">
            <a:off x="8286750" y="4772025"/>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F1F7F3"/>
                </a:solidFill>
                <a:latin typeface="Segoe UI"/>
                <a:ea typeface="Segoe UI"/>
                <a:cs typeface="Segoe UI"/>
              </a:defRPr>
            </a:defPPr>
            <a:lvl1pPr algn="l">
              <a:defRPr sz="1125" b="1" i="0">
                <a:solidFill>
                  <a:srgbClr val="F1F7F3"/>
                </a:solidFill>
                <a:latin typeface="Segoe UI"/>
                <a:ea typeface="Segoe UI"/>
                <a:cs typeface="Segoe UI"/>
              </a:defRPr>
            </a:lvl1pPr>
            <a:lvl2pPr algn="l">
              <a:defRPr sz="1125" b="1" i="0">
                <a:solidFill>
                  <a:srgbClr val="F1F7F3"/>
                </a:solidFill>
                <a:latin typeface="Segoe UI"/>
                <a:ea typeface="Segoe UI"/>
                <a:cs typeface="Segoe UI"/>
              </a:defRPr>
            </a:lvl2pPr>
            <a:lvl3pPr algn="l">
              <a:defRPr sz="1125" b="1" i="0">
                <a:solidFill>
                  <a:srgbClr val="F1F7F3"/>
                </a:solidFill>
                <a:latin typeface="Segoe UI"/>
                <a:ea typeface="Segoe UI"/>
                <a:cs typeface="Segoe UI"/>
              </a:defRPr>
            </a:lvl3pPr>
            <a:lvl4pPr algn="l">
              <a:defRPr sz="1125" b="1" i="0">
                <a:solidFill>
                  <a:srgbClr val="F1F7F3"/>
                </a:solidFill>
                <a:latin typeface="Segoe UI"/>
                <a:ea typeface="Segoe UI"/>
                <a:cs typeface="Segoe UI"/>
              </a:defRPr>
            </a:lvl4pPr>
            <a:lvl5pPr algn="l">
              <a:defRPr sz="1125" b="1" i="0">
                <a:solidFill>
                  <a:srgbClr val="F1F7F3"/>
                </a:solidFill>
                <a:latin typeface="Segoe UI"/>
                <a:ea typeface="Segoe UI"/>
                <a:cs typeface="Segoe UI"/>
              </a:defRPr>
            </a:lvl5pPr>
            <a:lvl6pPr algn="l">
              <a:defRPr sz="1125" b="1" i="0">
                <a:solidFill>
                  <a:srgbClr val="F1F7F3"/>
                </a:solidFill>
                <a:latin typeface="Segoe UI"/>
                <a:ea typeface="Segoe UI"/>
                <a:cs typeface="Segoe UI"/>
              </a:defRPr>
            </a:lvl6pPr>
            <a:lvl7pPr algn="l">
              <a:defRPr sz="1125" b="1" i="0">
                <a:solidFill>
                  <a:srgbClr val="F1F7F3"/>
                </a:solidFill>
                <a:latin typeface="Segoe UI"/>
                <a:ea typeface="Segoe UI"/>
                <a:cs typeface="Segoe UI"/>
              </a:defRPr>
            </a:lvl7pPr>
            <a:lvl8pPr algn="l">
              <a:defRPr sz="1125" b="1" i="0">
                <a:solidFill>
                  <a:srgbClr val="F1F7F3"/>
                </a:solidFill>
                <a:latin typeface="Segoe UI"/>
                <a:ea typeface="Segoe UI"/>
                <a:cs typeface="Segoe UI"/>
              </a:defRPr>
            </a:lvl8pPr>
            <a:lvl9pPr algn="l">
              <a:defRPr sz="1125" b="1" i="0">
                <a:solidFill>
                  <a:srgbClr val="F1F7F3"/>
                </a:solidFill>
                <a:latin typeface="Segoe UI"/>
                <a:ea typeface="Segoe UI"/>
                <a:cs typeface="Segoe UI"/>
              </a:defRPr>
            </a:lvl9pPr>
          </a:lstStyle>
          <a:p xmlns:a="http://schemas.openxmlformats.org/drawingml/2006/main">
            <a:pPr algn="l">
              <a:defRPr sz="1125" b="1" i="0">
                <a:solidFill>
                  <a:srgbClr val="F1F7F3"/>
                </a:solidFill>
                <a:latin typeface="Segoe UI"/>
                <a:ea typeface="Segoe UI"/>
                <a:cs typeface="Segoe UI"/>
              </a:defRPr>
            </a:pPr>
            <a:r>
              <a:rPr sz="1125" b="1" i="0">
                <a:solidFill>
                  <a:srgbClr val="F1F7F3"/>
                </a:solidFill>
                <a:latin typeface="Segoe UI"/>
                <a:ea typeface="Segoe UI"/>
                <a:cs typeface="Segoe UI"/>
              </a:rPr>
              <a:t>199 filas · 4 personas</a:t>
            </a:r>
          </a:p>
        </p:txBody>
      </p:sp>
      <p:sp>
        <p:nvSpPr>
          <p:cNvPr id="39" name="">
            <a:extLst xmlns:a="http://schemas.openxmlformats.org/drawingml/2006/main">
              <a:ext uri="{FF2B5EF4-FFF2-40B4-BE49-F238E27FC236}">
                <a16:creationId xmlns:a16="http://schemas.microsoft.com/office/drawing/2014/main" id="{FDCA0112-C26E-44FA-8FF7-B28533B8DBD0}"/>
              </a:ext>
            </a:extLst>
          </p:cNvPr>
          <p:cNvSpPr>
            <a:spLocks xmlns:a="http://schemas.openxmlformats.org/drawingml/2006/main" noGrp="1"/>
          </p:cNvSpPr>
          <p:nvPr/>
        </p:nvSpPr>
        <p:spPr>
          <a:xfrm xmlns:a="http://schemas.openxmlformats.org/drawingml/2006/main">
            <a:off x="8286750" y="525780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0">
                <a:solidFill>
                  <a:srgbClr val="D7C98D"/>
                </a:solidFill>
                <a:latin typeface="Segoe UI"/>
                <a:ea typeface="Segoe UI"/>
                <a:cs typeface="Segoe UI"/>
              </a:defRPr>
            </a:defPPr>
            <a:lvl1pPr algn="l">
              <a:defRPr sz="900" b="0" i="0">
                <a:solidFill>
                  <a:srgbClr val="D7C98D"/>
                </a:solidFill>
                <a:latin typeface="Segoe UI"/>
                <a:ea typeface="Segoe UI"/>
                <a:cs typeface="Segoe UI"/>
              </a:defRPr>
            </a:lvl1pPr>
            <a:lvl2pPr algn="l">
              <a:defRPr sz="900" b="0" i="0">
                <a:solidFill>
                  <a:srgbClr val="D7C98D"/>
                </a:solidFill>
                <a:latin typeface="Segoe UI"/>
                <a:ea typeface="Segoe UI"/>
                <a:cs typeface="Segoe UI"/>
              </a:defRPr>
            </a:lvl2pPr>
            <a:lvl3pPr algn="l">
              <a:defRPr sz="900" b="0" i="0">
                <a:solidFill>
                  <a:srgbClr val="D7C98D"/>
                </a:solidFill>
                <a:latin typeface="Segoe UI"/>
                <a:ea typeface="Segoe UI"/>
                <a:cs typeface="Segoe UI"/>
              </a:defRPr>
            </a:lvl3pPr>
            <a:lvl4pPr algn="l">
              <a:defRPr sz="900" b="0" i="0">
                <a:solidFill>
                  <a:srgbClr val="D7C98D"/>
                </a:solidFill>
                <a:latin typeface="Segoe UI"/>
                <a:ea typeface="Segoe UI"/>
                <a:cs typeface="Segoe UI"/>
              </a:defRPr>
            </a:lvl4pPr>
            <a:lvl5pPr algn="l">
              <a:defRPr sz="900" b="0" i="0">
                <a:solidFill>
                  <a:srgbClr val="D7C98D"/>
                </a:solidFill>
                <a:latin typeface="Segoe UI"/>
                <a:ea typeface="Segoe UI"/>
                <a:cs typeface="Segoe UI"/>
              </a:defRPr>
            </a:lvl5pPr>
            <a:lvl6pPr algn="l">
              <a:defRPr sz="900" b="0" i="0">
                <a:solidFill>
                  <a:srgbClr val="D7C98D"/>
                </a:solidFill>
                <a:latin typeface="Segoe UI"/>
                <a:ea typeface="Segoe UI"/>
                <a:cs typeface="Segoe UI"/>
              </a:defRPr>
            </a:lvl6pPr>
            <a:lvl7pPr algn="l">
              <a:defRPr sz="900" b="0" i="0">
                <a:solidFill>
                  <a:srgbClr val="D7C98D"/>
                </a:solidFill>
                <a:latin typeface="Segoe UI"/>
                <a:ea typeface="Segoe UI"/>
                <a:cs typeface="Segoe UI"/>
              </a:defRPr>
            </a:lvl7pPr>
            <a:lvl8pPr algn="l">
              <a:defRPr sz="900" b="0" i="0">
                <a:solidFill>
                  <a:srgbClr val="D7C98D"/>
                </a:solidFill>
                <a:latin typeface="Segoe UI"/>
                <a:ea typeface="Segoe UI"/>
                <a:cs typeface="Segoe UI"/>
              </a:defRPr>
            </a:lvl8pPr>
            <a:lvl9pPr algn="l">
              <a:defRPr sz="900" b="0" i="0">
                <a:solidFill>
                  <a:srgbClr val="D7C98D"/>
                </a:solidFill>
                <a:latin typeface="Segoe UI"/>
                <a:ea typeface="Segoe UI"/>
                <a:cs typeface="Segoe UI"/>
              </a:defRPr>
            </a:lvl9pPr>
          </a:lstStyle>
          <a:p xmlns:a="http://schemas.openxmlformats.org/drawingml/2006/main">
            <a:pPr algn="l">
              <a:defRPr sz="900" b="0" i="0">
                <a:solidFill>
                  <a:srgbClr val="D7C98D"/>
                </a:solidFill>
                <a:latin typeface="Segoe UI"/>
                <a:ea typeface="Segoe UI"/>
                <a:cs typeface="Segoe UI"/>
              </a:defRPr>
            </a:pPr>
            <a:r>
              <a:rPr sz="900" b="0" i="0">
                <a:solidFill>
                  <a:srgbClr val="D7C98D"/>
                </a:solidFill>
                <a:latin typeface="Segoe UI"/>
                <a:ea typeface="Segoe UI"/>
                <a:cs typeface="Segoe UI"/>
              </a:rPr>
              <a:t>Un solo corte temporal. Datos Fitbit, no Apple Watch.</a:t>
            </a:r>
          </a:p>
        </p:txBody>
      </p:sp>
      <p:sp>
        <p:nvSpPr>
          <p:cNvPr id="40" name="">
            <a:extLst xmlns:a="http://schemas.openxmlformats.org/drawingml/2006/main">
              <a:ext uri="{FF2B5EF4-FFF2-40B4-BE49-F238E27FC236}">
                <a16:creationId xmlns:a16="http://schemas.microsoft.com/office/drawing/2014/main" id="{216FDE64-9B37-4C5E-8AE5-E8FCFDAFE1C7}"/>
              </a:ext>
            </a:extLst>
          </p:cNvPr>
          <p:cNvSpPr>
            <a:spLocks xmlns:a="http://schemas.openxmlformats.org/drawingml/2006/main" noGrp="1"/>
          </p:cNvSpPr>
          <p:nvPr/>
        </p:nvSpPr>
        <p:spPr>
          <a:xfrm xmlns:a="http://schemas.openxmlformats.org/drawingml/2006/main">
            <a:off x="742950" y="583882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A8C0BA"/>
                </a:solidFill>
                <a:latin typeface="Segoe UI"/>
                <a:ea typeface="Segoe UI"/>
                <a:cs typeface="Segoe UI"/>
              </a:defRPr>
            </a:defPPr>
            <a:lvl1pPr algn="l">
              <a:defRPr sz="1050" b="0" i="0">
                <a:solidFill>
                  <a:srgbClr val="A8C0BA"/>
                </a:solidFill>
                <a:latin typeface="Segoe UI"/>
                <a:ea typeface="Segoe UI"/>
                <a:cs typeface="Segoe UI"/>
              </a:defRPr>
            </a:lvl1pPr>
            <a:lvl2pPr algn="l">
              <a:defRPr sz="1050" b="0" i="0">
                <a:solidFill>
                  <a:srgbClr val="A8C0BA"/>
                </a:solidFill>
                <a:latin typeface="Segoe UI"/>
                <a:ea typeface="Segoe UI"/>
                <a:cs typeface="Segoe UI"/>
              </a:defRPr>
            </a:lvl2pPr>
            <a:lvl3pPr algn="l">
              <a:defRPr sz="1050" b="0" i="0">
                <a:solidFill>
                  <a:srgbClr val="A8C0BA"/>
                </a:solidFill>
                <a:latin typeface="Segoe UI"/>
                <a:ea typeface="Segoe UI"/>
                <a:cs typeface="Segoe UI"/>
              </a:defRPr>
            </a:lvl3pPr>
            <a:lvl4pPr algn="l">
              <a:defRPr sz="1050" b="0" i="0">
                <a:solidFill>
                  <a:srgbClr val="A8C0BA"/>
                </a:solidFill>
                <a:latin typeface="Segoe UI"/>
                <a:ea typeface="Segoe UI"/>
                <a:cs typeface="Segoe UI"/>
              </a:defRPr>
            </a:lvl4pPr>
            <a:lvl5pPr algn="l">
              <a:defRPr sz="1050" b="0" i="0">
                <a:solidFill>
                  <a:srgbClr val="A8C0BA"/>
                </a:solidFill>
                <a:latin typeface="Segoe UI"/>
                <a:ea typeface="Segoe UI"/>
                <a:cs typeface="Segoe UI"/>
              </a:defRPr>
            </a:lvl5pPr>
            <a:lvl6pPr algn="l">
              <a:defRPr sz="1050" b="0" i="0">
                <a:solidFill>
                  <a:srgbClr val="A8C0BA"/>
                </a:solidFill>
                <a:latin typeface="Segoe UI"/>
                <a:ea typeface="Segoe UI"/>
                <a:cs typeface="Segoe UI"/>
              </a:defRPr>
            </a:lvl6pPr>
            <a:lvl7pPr algn="l">
              <a:defRPr sz="1050" b="0" i="0">
                <a:solidFill>
                  <a:srgbClr val="A8C0BA"/>
                </a:solidFill>
                <a:latin typeface="Segoe UI"/>
                <a:ea typeface="Segoe UI"/>
                <a:cs typeface="Segoe UI"/>
              </a:defRPr>
            </a:lvl7pPr>
            <a:lvl8pPr algn="l">
              <a:defRPr sz="1050" b="0" i="0">
                <a:solidFill>
                  <a:srgbClr val="A8C0BA"/>
                </a:solidFill>
                <a:latin typeface="Segoe UI"/>
                <a:ea typeface="Segoe UI"/>
                <a:cs typeface="Segoe UI"/>
              </a:defRPr>
            </a:lvl8pPr>
            <a:lvl9pPr algn="l">
              <a:defRPr sz="1050" b="0" i="0">
                <a:solidFill>
                  <a:srgbClr val="A8C0BA"/>
                </a:solidFill>
                <a:latin typeface="Segoe UI"/>
                <a:ea typeface="Segoe UI"/>
                <a:cs typeface="Segoe UI"/>
              </a:defRPr>
            </a:lvl9pPr>
          </a:lstStyle>
          <a:p xmlns:a="http://schemas.openxmlformats.org/drawingml/2006/main">
            <a:pPr algn="l">
              <a:defRPr sz="1050" b="0" i="0">
                <a:solidFill>
                  <a:srgbClr val="A8C0BA"/>
                </a:solidFill>
                <a:latin typeface="Segoe UI"/>
                <a:ea typeface="Segoe UI"/>
                <a:cs typeface="Segoe UI"/>
              </a:defRPr>
            </a:pPr>
            <a:r>
              <a:rPr sz="1050" b="0" i="0">
                <a:solidFill>
                  <a:srgbClr val="A8C0BA"/>
                </a:solidFill>
                <a:latin typeface="Segoe UI"/>
                <a:ea typeface="Segoe UI"/>
                <a:cs typeface="Segoe UI"/>
              </a:rPr>
              <a:t>El candidato lineal y el boosting quedaron por debajo de la mediana simple en MAE.</a:t>
            </a:r>
          </a:p>
        </p:txBody>
      </p:sp>
    </p:spTree>
    <p:extLst>
      <p:ext uri="{BB962C8B-B14F-4D97-AF65-F5344CB8AC3E}">
        <p14:creationId xmlns:p14="http://schemas.microsoft.com/office/powerpoint/2010/main" val="760444663"/>
      </p:ext>
    </p:extLst>
  </p:cSld>
</p:sld>
</file>

<file path=ppt/slides/slide8.xml><?xml version="1.0" encoding="utf-8"?>
<p:sld xmlns:p="http://schemas.openxmlformats.org/presentationml/2006/main">
  <p:cSld>
    <p:bg>
      <p:bgPr>
        <a:solidFill xmlns:a="http://schemas.openxmlformats.org/drawingml/2006/main">
          <a:srgbClr val="071A2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225DD7A-B8A1-4882-AD25-F2B66E7BC428}"/>
              </a:ext>
            </a:extLst>
          </p:cNvPr>
          <p:cNvSpPr>
            <a:spLocks xmlns:a="http://schemas.openxmlformats.org/drawingml/2006/main" noGrp="1"/>
          </p:cNvSpPr>
          <p:nvPr/>
        </p:nvSpPr>
        <p:spPr>
          <a:xfrm xmlns:a="http://schemas.openxmlformats.org/drawingml/2006/main">
            <a:off x="704850" y="4572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BIOPULSE  /  APRENDIZAJE AUTOMÁTICO</a:t>
            </a:r>
          </a:p>
        </p:txBody>
      </p:sp>
      <p:sp>
        <p:nvSpPr>
          <p:cNvPr id="2" name="">
            <a:extLst xmlns:a="http://schemas.openxmlformats.org/drawingml/2006/main">
              <a:ext uri="{FF2B5EF4-FFF2-40B4-BE49-F238E27FC236}">
                <a16:creationId xmlns:a16="http://schemas.microsoft.com/office/drawing/2014/main" id="{3210CD5B-0CE2-4FEC-84C7-78E5E8BD83D7}"/>
              </a:ext>
            </a:extLst>
          </p:cNvPr>
          <p:cNvSpPr>
            <a:spLocks xmlns:a="http://schemas.openxmlformats.org/drawingml/2006/main" noGrp="1"/>
          </p:cNvSpPr>
          <p:nvPr/>
        </p:nvSpPr>
        <p:spPr>
          <a:xfrm xmlns:a="http://schemas.openxmlformats.org/drawingml/2006/main">
            <a:off x="704850" y="876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1F7F3"/>
                </a:solidFill>
                <a:latin typeface="Segoe UI"/>
                <a:ea typeface="Segoe UI"/>
                <a:cs typeface="Segoe UI"/>
              </a:defRPr>
            </a:defPPr>
            <a:lvl1pPr algn="l">
              <a:defRPr sz="3150" b="1" i="0">
                <a:solidFill>
                  <a:srgbClr val="F1F7F3"/>
                </a:solidFill>
                <a:latin typeface="Segoe UI"/>
                <a:ea typeface="Segoe UI"/>
                <a:cs typeface="Segoe UI"/>
              </a:defRPr>
            </a:lvl1pPr>
            <a:lvl2pPr algn="l">
              <a:defRPr sz="3150" b="1" i="0">
                <a:solidFill>
                  <a:srgbClr val="F1F7F3"/>
                </a:solidFill>
                <a:latin typeface="Segoe UI"/>
                <a:ea typeface="Segoe UI"/>
                <a:cs typeface="Segoe UI"/>
              </a:defRPr>
            </a:lvl2pPr>
            <a:lvl3pPr algn="l">
              <a:defRPr sz="3150" b="1" i="0">
                <a:solidFill>
                  <a:srgbClr val="F1F7F3"/>
                </a:solidFill>
                <a:latin typeface="Segoe UI"/>
                <a:ea typeface="Segoe UI"/>
                <a:cs typeface="Segoe UI"/>
              </a:defRPr>
            </a:lvl3pPr>
            <a:lvl4pPr algn="l">
              <a:defRPr sz="3150" b="1" i="0">
                <a:solidFill>
                  <a:srgbClr val="F1F7F3"/>
                </a:solidFill>
                <a:latin typeface="Segoe UI"/>
                <a:ea typeface="Segoe UI"/>
                <a:cs typeface="Segoe UI"/>
              </a:defRPr>
            </a:lvl4pPr>
            <a:lvl5pPr algn="l">
              <a:defRPr sz="3150" b="1" i="0">
                <a:solidFill>
                  <a:srgbClr val="F1F7F3"/>
                </a:solidFill>
                <a:latin typeface="Segoe UI"/>
                <a:ea typeface="Segoe UI"/>
                <a:cs typeface="Segoe UI"/>
              </a:defRPr>
            </a:lvl5pPr>
            <a:lvl6pPr algn="l">
              <a:defRPr sz="3150" b="1" i="0">
                <a:solidFill>
                  <a:srgbClr val="F1F7F3"/>
                </a:solidFill>
                <a:latin typeface="Segoe UI"/>
                <a:ea typeface="Segoe UI"/>
                <a:cs typeface="Segoe UI"/>
              </a:defRPr>
            </a:lvl6pPr>
            <a:lvl7pPr algn="l">
              <a:defRPr sz="3150" b="1" i="0">
                <a:solidFill>
                  <a:srgbClr val="F1F7F3"/>
                </a:solidFill>
                <a:latin typeface="Segoe UI"/>
                <a:ea typeface="Segoe UI"/>
                <a:cs typeface="Segoe UI"/>
              </a:defRPr>
            </a:lvl7pPr>
            <a:lvl8pPr algn="l">
              <a:defRPr sz="3150" b="1" i="0">
                <a:solidFill>
                  <a:srgbClr val="F1F7F3"/>
                </a:solidFill>
                <a:latin typeface="Segoe UI"/>
                <a:ea typeface="Segoe UI"/>
                <a:cs typeface="Segoe UI"/>
              </a:defRPr>
            </a:lvl8pPr>
            <a:lvl9pPr algn="l">
              <a:defRPr sz="3150" b="1" i="0">
                <a:solidFill>
                  <a:srgbClr val="F1F7F3"/>
                </a:solidFill>
                <a:latin typeface="Segoe UI"/>
                <a:ea typeface="Segoe UI"/>
                <a:cs typeface="Segoe UI"/>
              </a:defRPr>
            </a:lvl9pPr>
          </a:lstStyle>
          <a:p xmlns:a="http://schemas.openxmlformats.org/drawingml/2006/main">
            <a:pPr algn="l">
              <a:defRPr sz="3150" b="1" i="0">
                <a:solidFill>
                  <a:srgbClr val="F1F7F3"/>
                </a:solidFill>
                <a:latin typeface="Segoe UI"/>
                <a:ea typeface="Segoe UI"/>
                <a:cs typeface="Segoe UI"/>
              </a:defRPr>
            </a:pPr>
            <a:r>
              <a:rPr sz="3150" b="1" i="0">
                <a:solidFill>
                  <a:srgbClr val="F1F7F3"/>
                </a:solidFill>
                <a:latin typeface="Segoe UI"/>
                <a:ea typeface="Segoe UI"/>
                <a:cs typeface="Segoe UI"/>
              </a:rPr>
              <a:t>Predicción futura exige mejores datos</a:t>
            </a:r>
          </a:p>
        </p:txBody>
      </p:sp>
      <p:sp>
        <p:nvSpPr>
          <p:cNvPr id="3" name="">
            <a:extLst xmlns:a="http://schemas.openxmlformats.org/drawingml/2006/main">
              <a:ext uri="{FF2B5EF4-FFF2-40B4-BE49-F238E27FC236}">
                <a16:creationId xmlns:a16="http://schemas.microsoft.com/office/drawing/2014/main" id="{7CA08BFC-55F0-4DA2-8C38-6B865C9293E5}"/>
              </a:ext>
            </a:extLst>
          </p:cNvPr>
          <p:cNvSpPr>
            <a:spLocks xmlns:a="http://schemas.openxmlformats.org/drawingml/2006/main" noGrp="1"/>
          </p:cNvSpPr>
          <p:nvPr/>
        </p:nvSpPr>
        <p:spPr>
          <a:xfrm xmlns:a="http://schemas.openxmlformats.org/drawingml/2006/main">
            <a:off x="723900" y="15621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A8C0BA"/>
                </a:solidFill>
                <a:latin typeface="Segoe UI"/>
                <a:ea typeface="Segoe UI"/>
                <a:cs typeface="Segoe UI"/>
              </a:defRPr>
            </a:defPPr>
            <a:lvl1pPr algn="l">
              <a:defRPr sz="1425" b="0" i="0">
                <a:solidFill>
                  <a:srgbClr val="A8C0BA"/>
                </a:solidFill>
                <a:latin typeface="Segoe UI"/>
                <a:ea typeface="Segoe UI"/>
                <a:cs typeface="Segoe UI"/>
              </a:defRPr>
            </a:lvl1pPr>
            <a:lvl2pPr algn="l">
              <a:defRPr sz="1425" b="0" i="0">
                <a:solidFill>
                  <a:srgbClr val="A8C0BA"/>
                </a:solidFill>
                <a:latin typeface="Segoe UI"/>
                <a:ea typeface="Segoe UI"/>
                <a:cs typeface="Segoe UI"/>
              </a:defRPr>
            </a:lvl2pPr>
            <a:lvl3pPr algn="l">
              <a:defRPr sz="1425" b="0" i="0">
                <a:solidFill>
                  <a:srgbClr val="A8C0BA"/>
                </a:solidFill>
                <a:latin typeface="Segoe UI"/>
                <a:ea typeface="Segoe UI"/>
                <a:cs typeface="Segoe UI"/>
              </a:defRPr>
            </a:lvl3pPr>
            <a:lvl4pPr algn="l">
              <a:defRPr sz="1425" b="0" i="0">
                <a:solidFill>
                  <a:srgbClr val="A8C0BA"/>
                </a:solidFill>
                <a:latin typeface="Segoe UI"/>
                <a:ea typeface="Segoe UI"/>
                <a:cs typeface="Segoe UI"/>
              </a:defRPr>
            </a:lvl4pPr>
            <a:lvl5pPr algn="l">
              <a:defRPr sz="1425" b="0" i="0">
                <a:solidFill>
                  <a:srgbClr val="A8C0BA"/>
                </a:solidFill>
                <a:latin typeface="Segoe UI"/>
                <a:ea typeface="Segoe UI"/>
                <a:cs typeface="Segoe UI"/>
              </a:defRPr>
            </a:lvl5pPr>
            <a:lvl6pPr algn="l">
              <a:defRPr sz="1425" b="0" i="0">
                <a:solidFill>
                  <a:srgbClr val="A8C0BA"/>
                </a:solidFill>
                <a:latin typeface="Segoe UI"/>
                <a:ea typeface="Segoe UI"/>
                <a:cs typeface="Segoe UI"/>
              </a:defRPr>
            </a:lvl6pPr>
            <a:lvl7pPr algn="l">
              <a:defRPr sz="1425" b="0" i="0">
                <a:solidFill>
                  <a:srgbClr val="A8C0BA"/>
                </a:solidFill>
                <a:latin typeface="Segoe UI"/>
                <a:ea typeface="Segoe UI"/>
                <a:cs typeface="Segoe UI"/>
              </a:defRPr>
            </a:lvl7pPr>
            <a:lvl8pPr algn="l">
              <a:defRPr sz="1425" b="0" i="0">
                <a:solidFill>
                  <a:srgbClr val="A8C0BA"/>
                </a:solidFill>
                <a:latin typeface="Segoe UI"/>
                <a:ea typeface="Segoe UI"/>
                <a:cs typeface="Segoe UI"/>
              </a:defRPr>
            </a:lvl8pPr>
            <a:lvl9pPr algn="l">
              <a:defRPr sz="1425" b="0" i="0">
                <a:solidFill>
                  <a:srgbClr val="A8C0BA"/>
                </a:solidFill>
                <a:latin typeface="Segoe UI"/>
                <a:ea typeface="Segoe UI"/>
                <a:cs typeface="Segoe UI"/>
              </a:defRPr>
            </a:lvl9pPr>
          </a:lstStyle>
          <a:p xmlns:a="http://schemas.openxmlformats.org/drawingml/2006/main">
            <a:pPr algn="l">
              <a:defRPr sz="1425" b="0" i="0">
                <a:solidFill>
                  <a:srgbClr val="A8C0BA"/>
                </a:solidFill>
                <a:latin typeface="Segoe UI"/>
                <a:ea typeface="Segoe UI"/>
                <a:cs typeface="Segoe UI"/>
              </a:defRPr>
            </a:pPr>
            <a:r>
              <a:rPr sz="1425" b="0" i="0">
                <a:solidFill>
                  <a:srgbClr val="A8C0BA"/>
                </a:solidFill>
                <a:latin typeface="Segoe UI"/>
                <a:ea typeface="Segoe UI"/>
                <a:cs typeface="Segoe UI"/>
              </a:rPr>
              <a:t>La activación debe depender de evidencia, no solo de que el modelo pueda ejecutarse.</a:t>
            </a:r>
          </a:p>
        </p:txBody>
      </p:sp>
      <p:sp>
        <p:nvSpPr>
          <p:cNvPr id="4" name="">
            <a:extLst xmlns:a="http://schemas.openxmlformats.org/drawingml/2006/main">
              <a:ext uri="{FF2B5EF4-FFF2-40B4-BE49-F238E27FC236}">
                <a16:creationId xmlns:a16="http://schemas.microsoft.com/office/drawing/2014/main" id="{955FD781-F434-4E21-B1F9-6B384A7AD70D}"/>
              </a:ext>
            </a:extLst>
          </p:cNvPr>
          <p:cNvSpPr>
            <a:spLocks xmlns:a="http://schemas.openxmlformats.org/drawingml/2006/main" noGrp="1"/>
          </p:cNvSpPr>
          <p:nvPr/>
        </p:nvSpPr>
        <p:spPr>
          <a:xfrm xmlns:a="http://schemas.openxmlformats.org/drawingml/2006/main">
            <a:off x="704850" y="6362700"/>
            <a:ext cx="10782300"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965D3CE-C602-4CCA-9715-19D6783880A0}"/>
              </a:ext>
            </a:extLst>
          </p:cNvPr>
          <p:cNvSpPr>
            <a:spLocks xmlns:a="http://schemas.openxmlformats.org/drawingml/2006/main" noGrp="1"/>
          </p:cNvSpPr>
          <p:nvPr/>
        </p:nvSpPr>
        <p:spPr>
          <a:xfrm xmlns:a="http://schemas.openxmlformats.org/drawingml/2006/main">
            <a:off x="704850" y="6486525"/>
            <a:ext cx="542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7E9E98"/>
                </a:solidFill>
                <a:latin typeface="Segoe UI"/>
                <a:ea typeface="Segoe UI"/>
                <a:cs typeface="Segoe UI"/>
              </a:defRPr>
            </a:defPPr>
            <a:lvl1pPr algn="l">
              <a:defRPr sz="750" b="0" i="0">
                <a:solidFill>
                  <a:srgbClr val="7E9E98"/>
                </a:solidFill>
                <a:latin typeface="Segoe UI"/>
                <a:ea typeface="Segoe UI"/>
                <a:cs typeface="Segoe UI"/>
              </a:defRPr>
            </a:lvl1pPr>
            <a:lvl2pPr algn="l">
              <a:defRPr sz="750" b="0" i="0">
                <a:solidFill>
                  <a:srgbClr val="7E9E98"/>
                </a:solidFill>
                <a:latin typeface="Segoe UI"/>
                <a:ea typeface="Segoe UI"/>
                <a:cs typeface="Segoe UI"/>
              </a:defRPr>
            </a:lvl2pPr>
            <a:lvl3pPr algn="l">
              <a:defRPr sz="750" b="0" i="0">
                <a:solidFill>
                  <a:srgbClr val="7E9E98"/>
                </a:solidFill>
                <a:latin typeface="Segoe UI"/>
                <a:ea typeface="Segoe UI"/>
                <a:cs typeface="Segoe UI"/>
              </a:defRPr>
            </a:lvl3pPr>
            <a:lvl4pPr algn="l">
              <a:defRPr sz="750" b="0" i="0">
                <a:solidFill>
                  <a:srgbClr val="7E9E98"/>
                </a:solidFill>
                <a:latin typeface="Segoe UI"/>
                <a:ea typeface="Segoe UI"/>
                <a:cs typeface="Segoe UI"/>
              </a:defRPr>
            </a:lvl4pPr>
            <a:lvl5pPr algn="l">
              <a:defRPr sz="750" b="0" i="0">
                <a:solidFill>
                  <a:srgbClr val="7E9E98"/>
                </a:solidFill>
                <a:latin typeface="Segoe UI"/>
                <a:ea typeface="Segoe UI"/>
                <a:cs typeface="Segoe UI"/>
              </a:defRPr>
            </a:lvl5pPr>
            <a:lvl6pPr algn="l">
              <a:defRPr sz="750" b="0" i="0">
                <a:solidFill>
                  <a:srgbClr val="7E9E98"/>
                </a:solidFill>
                <a:latin typeface="Segoe UI"/>
                <a:ea typeface="Segoe UI"/>
                <a:cs typeface="Segoe UI"/>
              </a:defRPr>
            </a:lvl6pPr>
            <a:lvl7pPr algn="l">
              <a:defRPr sz="750" b="0" i="0">
                <a:solidFill>
                  <a:srgbClr val="7E9E98"/>
                </a:solidFill>
                <a:latin typeface="Segoe UI"/>
                <a:ea typeface="Segoe UI"/>
                <a:cs typeface="Segoe UI"/>
              </a:defRPr>
            </a:lvl7pPr>
            <a:lvl8pPr algn="l">
              <a:defRPr sz="750" b="0" i="0">
                <a:solidFill>
                  <a:srgbClr val="7E9E98"/>
                </a:solidFill>
                <a:latin typeface="Segoe UI"/>
                <a:ea typeface="Segoe UI"/>
                <a:cs typeface="Segoe UI"/>
              </a:defRPr>
            </a:lvl8pPr>
            <a:lvl9pPr algn="l">
              <a:defRPr sz="750" b="0" i="0">
                <a:solidFill>
                  <a:srgbClr val="7E9E98"/>
                </a:solidFill>
                <a:latin typeface="Segoe UI"/>
                <a:ea typeface="Segoe UI"/>
                <a:cs typeface="Segoe UI"/>
              </a:defRPr>
            </a:lvl9pPr>
          </a:lstStyle>
          <a:p xmlns:a="http://schemas.openxmlformats.org/drawingml/2006/main">
            <a:pPr algn="l">
              <a:defRPr sz="750" b="0" i="0">
                <a:solidFill>
                  <a:srgbClr val="7E9E98"/>
                </a:solidFill>
                <a:latin typeface="Segoe UI"/>
                <a:ea typeface="Segoe UI"/>
                <a:cs typeface="Segoe UI"/>
              </a:defRPr>
            </a:pPr>
            <a:r>
              <a:rPr sz="750" b="0" i="0">
                <a:solidFill>
                  <a:srgbClr val="7E9E98"/>
                </a:solidFill>
                <a:latin typeface="Segoe UI"/>
                <a:ea typeface="Segoe UI"/>
                <a:cs typeface="Segoe UI"/>
              </a:rPr>
              <a:t>BioPulse · ciencia de datos</a:t>
            </a:r>
          </a:p>
        </p:txBody>
      </p:sp>
      <p:sp>
        <p:nvSpPr>
          <p:cNvPr id="6" name="">
            <a:extLst xmlns:a="http://schemas.openxmlformats.org/drawingml/2006/main">
              <a:ext uri="{FF2B5EF4-FFF2-40B4-BE49-F238E27FC236}">
                <a16:creationId xmlns:a16="http://schemas.microsoft.com/office/drawing/2014/main" id="{A191BFAB-AB2D-4A97-8723-973795163092}"/>
              </a:ext>
            </a:extLst>
          </p:cNvPr>
          <p:cNvSpPr>
            <a:spLocks xmlns:a="http://schemas.openxmlformats.org/drawingml/2006/main" noGrp="1"/>
          </p:cNvSpPr>
          <p:nvPr/>
        </p:nvSpPr>
        <p:spPr>
          <a:xfrm xmlns:a="http://schemas.openxmlformats.org/drawingml/2006/main">
            <a:off x="10734675" y="6477000"/>
            <a:ext cx="7524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7E9E98"/>
                </a:solidFill>
                <a:latin typeface="Segoe UI"/>
                <a:ea typeface="Segoe UI"/>
                <a:cs typeface="Segoe UI"/>
              </a:defRPr>
            </a:defPPr>
            <a:lvl1pPr algn="r">
              <a:defRPr sz="750" b="0" i="0">
                <a:solidFill>
                  <a:srgbClr val="7E9E98"/>
                </a:solidFill>
                <a:latin typeface="Segoe UI"/>
                <a:ea typeface="Segoe UI"/>
                <a:cs typeface="Segoe UI"/>
              </a:defRPr>
            </a:lvl1pPr>
            <a:lvl2pPr algn="r">
              <a:defRPr sz="750" b="0" i="0">
                <a:solidFill>
                  <a:srgbClr val="7E9E98"/>
                </a:solidFill>
                <a:latin typeface="Segoe UI"/>
                <a:ea typeface="Segoe UI"/>
                <a:cs typeface="Segoe UI"/>
              </a:defRPr>
            </a:lvl2pPr>
            <a:lvl3pPr algn="r">
              <a:defRPr sz="750" b="0" i="0">
                <a:solidFill>
                  <a:srgbClr val="7E9E98"/>
                </a:solidFill>
                <a:latin typeface="Segoe UI"/>
                <a:ea typeface="Segoe UI"/>
                <a:cs typeface="Segoe UI"/>
              </a:defRPr>
            </a:lvl3pPr>
            <a:lvl4pPr algn="r">
              <a:defRPr sz="750" b="0" i="0">
                <a:solidFill>
                  <a:srgbClr val="7E9E98"/>
                </a:solidFill>
                <a:latin typeface="Segoe UI"/>
                <a:ea typeface="Segoe UI"/>
                <a:cs typeface="Segoe UI"/>
              </a:defRPr>
            </a:lvl4pPr>
            <a:lvl5pPr algn="r">
              <a:defRPr sz="750" b="0" i="0">
                <a:solidFill>
                  <a:srgbClr val="7E9E98"/>
                </a:solidFill>
                <a:latin typeface="Segoe UI"/>
                <a:ea typeface="Segoe UI"/>
                <a:cs typeface="Segoe UI"/>
              </a:defRPr>
            </a:lvl5pPr>
            <a:lvl6pPr algn="r">
              <a:defRPr sz="750" b="0" i="0">
                <a:solidFill>
                  <a:srgbClr val="7E9E98"/>
                </a:solidFill>
                <a:latin typeface="Segoe UI"/>
                <a:ea typeface="Segoe UI"/>
                <a:cs typeface="Segoe UI"/>
              </a:defRPr>
            </a:lvl6pPr>
            <a:lvl7pPr algn="r">
              <a:defRPr sz="750" b="0" i="0">
                <a:solidFill>
                  <a:srgbClr val="7E9E98"/>
                </a:solidFill>
                <a:latin typeface="Segoe UI"/>
                <a:ea typeface="Segoe UI"/>
                <a:cs typeface="Segoe UI"/>
              </a:defRPr>
            </a:lvl7pPr>
            <a:lvl8pPr algn="r">
              <a:defRPr sz="750" b="0" i="0">
                <a:solidFill>
                  <a:srgbClr val="7E9E98"/>
                </a:solidFill>
                <a:latin typeface="Segoe UI"/>
                <a:ea typeface="Segoe UI"/>
                <a:cs typeface="Segoe UI"/>
              </a:defRPr>
            </a:lvl8pPr>
            <a:lvl9pPr algn="r">
              <a:defRPr sz="750" b="0" i="0">
                <a:solidFill>
                  <a:srgbClr val="7E9E98"/>
                </a:solidFill>
                <a:latin typeface="Segoe UI"/>
                <a:ea typeface="Segoe UI"/>
                <a:cs typeface="Segoe UI"/>
              </a:defRPr>
            </a:lvl9pPr>
          </a:lstStyle>
          <a:p xmlns:a="http://schemas.openxmlformats.org/drawingml/2006/main">
            <a:pPr algn="r">
              <a:defRPr sz="750" b="0" i="0">
                <a:solidFill>
                  <a:srgbClr val="7E9E98"/>
                </a:solidFill>
                <a:latin typeface="Segoe UI"/>
                <a:ea typeface="Segoe UI"/>
                <a:cs typeface="Segoe UI"/>
              </a:defRPr>
            </a:pPr>
            <a:r>
              <a:rPr sz="750" b="0" i="0">
                <a:solidFill>
                  <a:srgbClr val="7E9E98"/>
                </a:solidFill>
                <a:latin typeface="Segoe UI"/>
                <a:ea typeface="Segoe UI"/>
                <a:cs typeface="Segoe UI"/>
              </a:rPr>
              <a:t>08 / 08</a:t>
            </a:r>
          </a:p>
        </p:txBody>
      </p:sp>
      <p:sp>
        <p:nvSpPr>
          <p:cNvPr id="7" name="">
            <a:extLst xmlns:a="http://schemas.openxmlformats.org/drawingml/2006/main">
              <a:ext uri="{FF2B5EF4-FFF2-40B4-BE49-F238E27FC236}">
                <a16:creationId xmlns:a16="http://schemas.microsoft.com/office/drawing/2014/main" id="{30EB12DC-9665-4043-8C55-F945DC089EFA}"/>
              </a:ext>
            </a:extLst>
          </p:cNvPr>
          <p:cNvSpPr>
            <a:spLocks xmlns:a="http://schemas.openxmlformats.org/drawingml/2006/main" noGrp="1"/>
          </p:cNvSpPr>
          <p:nvPr/>
        </p:nvSpPr>
        <p:spPr>
          <a:xfrm xmlns:a="http://schemas.openxmlformats.org/drawingml/2006/main">
            <a:off x="742950" y="2409825"/>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01</a:t>
            </a:r>
          </a:p>
        </p:txBody>
      </p:sp>
      <p:sp>
        <p:nvSpPr>
          <p:cNvPr id="8" name="">
            <a:extLst xmlns:a="http://schemas.openxmlformats.org/drawingml/2006/main">
              <a:ext uri="{FF2B5EF4-FFF2-40B4-BE49-F238E27FC236}">
                <a16:creationId xmlns:a16="http://schemas.microsoft.com/office/drawing/2014/main" id="{0D0FD6AF-CB80-43DF-85EA-E61979807797}"/>
              </a:ext>
            </a:extLst>
          </p:cNvPr>
          <p:cNvSpPr>
            <a:spLocks xmlns:a="http://schemas.openxmlformats.org/drawingml/2006/main" noGrp="1"/>
          </p:cNvSpPr>
          <p:nvPr/>
        </p:nvSpPr>
        <p:spPr>
          <a:xfrm xmlns:a="http://schemas.openxmlformats.org/drawingml/2006/main">
            <a:off x="1238250" y="2371725"/>
            <a:ext cx="3476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F1F7F3"/>
                </a:solidFill>
                <a:latin typeface="Segoe UI"/>
                <a:ea typeface="Segoe UI"/>
                <a:cs typeface="Segoe UI"/>
              </a:defRPr>
            </a:defPPr>
            <a:lvl1pPr algn="l">
              <a:defRPr sz="1350" b="1" i="0">
                <a:solidFill>
                  <a:srgbClr val="F1F7F3"/>
                </a:solidFill>
                <a:latin typeface="Segoe UI"/>
                <a:ea typeface="Segoe UI"/>
                <a:cs typeface="Segoe UI"/>
              </a:defRPr>
            </a:lvl1pPr>
            <a:lvl2pPr algn="l">
              <a:defRPr sz="1350" b="1" i="0">
                <a:solidFill>
                  <a:srgbClr val="F1F7F3"/>
                </a:solidFill>
                <a:latin typeface="Segoe UI"/>
                <a:ea typeface="Segoe UI"/>
                <a:cs typeface="Segoe UI"/>
              </a:defRPr>
            </a:lvl2pPr>
            <a:lvl3pPr algn="l">
              <a:defRPr sz="1350" b="1" i="0">
                <a:solidFill>
                  <a:srgbClr val="F1F7F3"/>
                </a:solidFill>
                <a:latin typeface="Segoe UI"/>
                <a:ea typeface="Segoe UI"/>
                <a:cs typeface="Segoe UI"/>
              </a:defRPr>
            </a:lvl3pPr>
            <a:lvl4pPr algn="l">
              <a:defRPr sz="1350" b="1" i="0">
                <a:solidFill>
                  <a:srgbClr val="F1F7F3"/>
                </a:solidFill>
                <a:latin typeface="Segoe UI"/>
                <a:ea typeface="Segoe UI"/>
                <a:cs typeface="Segoe UI"/>
              </a:defRPr>
            </a:lvl4pPr>
            <a:lvl5pPr algn="l">
              <a:defRPr sz="1350" b="1" i="0">
                <a:solidFill>
                  <a:srgbClr val="F1F7F3"/>
                </a:solidFill>
                <a:latin typeface="Segoe UI"/>
                <a:ea typeface="Segoe UI"/>
                <a:cs typeface="Segoe UI"/>
              </a:defRPr>
            </a:lvl5pPr>
            <a:lvl6pPr algn="l">
              <a:defRPr sz="1350" b="1" i="0">
                <a:solidFill>
                  <a:srgbClr val="F1F7F3"/>
                </a:solidFill>
                <a:latin typeface="Segoe UI"/>
                <a:ea typeface="Segoe UI"/>
                <a:cs typeface="Segoe UI"/>
              </a:defRPr>
            </a:lvl6pPr>
            <a:lvl7pPr algn="l">
              <a:defRPr sz="1350" b="1" i="0">
                <a:solidFill>
                  <a:srgbClr val="F1F7F3"/>
                </a:solidFill>
                <a:latin typeface="Segoe UI"/>
                <a:ea typeface="Segoe UI"/>
                <a:cs typeface="Segoe UI"/>
              </a:defRPr>
            </a:lvl7pPr>
            <a:lvl8pPr algn="l">
              <a:defRPr sz="1350" b="1" i="0">
                <a:solidFill>
                  <a:srgbClr val="F1F7F3"/>
                </a:solidFill>
                <a:latin typeface="Segoe UI"/>
                <a:ea typeface="Segoe UI"/>
                <a:cs typeface="Segoe UI"/>
              </a:defRPr>
            </a:lvl8pPr>
            <a:lvl9pPr algn="l">
              <a:defRPr sz="1350" b="1" i="0">
                <a:solidFill>
                  <a:srgbClr val="F1F7F3"/>
                </a:solidFill>
                <a:latin typeface="Segoe UI"/>
                <a:ea typeface="Segoe UI"/>
                <a:cs typeface="Segoe UI"/>
              </a:defRPr>
            </a:lvl9pPr>
          </a:lstStyle>
          <a:p xmlns:a="http://schemas.openxmlformats.org/drawingml/2006/main">
            <a:pPr algn="l">
              <a:defRPr sz="1350" b="1" i="0">
                <a:solidFill>
                  <a:srgbClr val="F1F7F3"/>
                </a:solidFill>
                <a:latin typeface="Segoe UI"/>
                <a:ea typeface="Segoe UI"/>
                <a:cs typeface="Segoe UI"/>
              </a:defRPr>
            </a:pPr>
            <a:r>
              <a:rPr sz="1350" b="1" i="0">
                <a:solidFill>
                  <a:srgbClr val="F1F7F3"/>
                </a:solidFill>
                <a:latin typeface="Segoe UI"/>
                <a:ea typeface="Segoe UI"/>
                <a:cs typeface="Segoe UI"/>
              </a:rPr>
              <a:t>Definir qué se predice</a:t>
            </a:r>
          </a:p>
        </p:txBody>
      </p:sp>
      <p:sp>
        <p:nvSpPr>
          <p:cNvPr id="9" name="">
            <a:extLst xmlns:a="http://schemas.openxmlformats.org/drawingml/2006/main">
              <a:ext uri="{FF2B5EF4-FFF2-40B4-BE49-F238E27FC236}">
                <a16:creationId xmlns:a16="http://schemas.microsoft.com/office/drawing/2014/main" id="{A0CF2F01-DF23-4F09-B42F-D5AF1D61B9C2}"/>
              </a:ext>
            </a:extLst>
          </p:cNvPr>
          <p:cNvSpPr>
            <a:spLocks xmlns:a="http://schemas.openxmlformats.org/drawingml/2006/main" noGrp="1"/>
          </p:cNvSpPr>
          <p:nvPr/>
        </p:nvSpPr>
        <p:spPr>
          <a:xfrm xmlns:a="http://schemas.openxmlformats.org/drawingml/2006/main">
            <a:off x="4810125" y="2390775"/>
            <a:ext cx="6238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A8C0BA"/>
                </a:solidFill>
                <a:latin typeface="Segoe UI"/>
                <a:ea typeface="Segoe UI"/>
                <a:cs typeface="Segoe UI"/>
              </a:defRPr>
            </a:defPPr>
            <a:lvl1pPr algn="l">
              <a:defRPr sz="1125" b="0" i="0">
                <a:solidFill>
                  <a:srgbClr val="A8C0BA"/>
                </a:solidFill>
                <a:latin typeface="Segoe UI"/>
                <a:ea typeface="Segoe UI"/>
                <a:cs typeface="Segoe UI"/>
              </a:defRPr>
            </a:lvl1pPr>
            <a:lvl2pPr algn="l">
              <a:defRPr sz="1125" b="0" i="0">
                <a:solidFill>
                  <a:srgbClr val="A8C0BA"/>
                </a:solidFill>
                <a:latin typeface="Segoe UI"/>
                <a:ea typeface="Segoe UI"/>
                <a:cs typeface="Segoe UI"/>
              </a:defRPr>
            </a:lvl2pPr>
            <a:lvl3pPr algn="l">
              <a:defRPr sz="1125" b="0" i="0">
                <a:solidFill>
                  <a:srgbClr val="A8C0BA"/>
                </a:solidFill>
                <a:latin typeface="Segoe UI"/>
                <a:ea typeface="Segoe UI"/>
                <a:cs typeface="Segoe UI"/>
              </a:defRPr>
            </a:lvl3pPr>
            <a:lvl4pPr algn="l">
              <a:defRPr sz="1125" b="0" i="0">
                <a:solidFill>
                  <a:srgbClr val="A8C0BA"/>
                </a:solidFill>
                <a:latin typeface="Segoe UI"/>
                <a:ea typeface="Segoe UI"/>
                <a:cs typeface="Segoe UI"/>
              </a:defRPr>
            </a:lvl4pPr>
            <a:lvl5pPr algn="l">
              <a:defRPr sz="1125" b="0" i="0">
                <a:solidFill>
                  <a:srgbClr val="A8C0BA"/>
                </a:solidFill>
                <a:latin typeface="Segoe UI"/>
                <a:ea typeface="Segoe UI"/>
                <a:cs typeface="Segoe UI"/>
              </a:defRPr>
            </a:lvl5pPr>
            <a:lvl6pPr algn="l">
              <a:defRPr sz="1125" b="0" i="0">
                <a:solidFill>
                  <a:srgbClr val="A8C0BA"/>
                </a:solidFill>
                <a:latin typeface="Segoe UI"/>
                <a:ea typeface="Segoe UI"/>
                <a:cs typeface="Segoe UI"/>
              </a:defRPr>
            </a:lvl6pPr>
            <a:lvl7pPr algn="l">
              <a:defRPr sz="1125" b="0" i="0">
                <a:solidFill>
                  <a:srgbClr val="A8C0BA"/>
                </a:solidFill>
                <a:latin typeface="Segoe UI"/>
                <a:ea typeface="Segoe UI"/>
                <a:cs typeface="Segoe UI"/>
              </a:defRPr>
            </a:lvl7pPr>
            <a:lvl8pPr algn="l">
              <a:defRPr sz="1125" b="0" i="0">
                <a:solidFill>
                  <a:srgbClr val="A8C0BA"/>
                </a:solidFill>
                <a:latin typeface="Segoe UI"/>
                <a:ea typeface="Segoe UI"/>
                <a:cs typeface="Segoe UI"/>
              </a:defRPr>
            </a:lvl8pPr>
            <a:lvl9pPr algn="l">
              <a:defRPr sz="1125" b="0" i="0">
                <a:solidFill>
                  <a:srgbClr val="A8C0BA"/>
                </a:solidFill>
                <a:latin typeface="Segoe UI"/>
                <a:ea typeface="Segoe UI"/>
                <a:cs typeface="Segoe UI"/>
              </a:defRPr>
            </a:lvl9pPr>
          </a:lstStyle>
          <a:p xmlns:a="http://schemas.openxmlformats.org/drawingml/2006/main">
            <a:pPr algn="l">
              <a:defRPr sz="1125" b="0" i="0">
                <a:solidFill>
                  <a:srgbClr val="A8C0BA"/>
                </a:solidFill>
                <a:latin typeface="Segoe UI"/>
                <a:ea typeface="Segoe UI"/>
                <a:cs typeface="Segoe UI"/>
              </a:defRPr>
            </a:pPr>
            <a:r>
              <a:rPr sz="1125" b="0" i="0">
                <a:solidFill>
                  <a:srgbClr val="A8C0BA"/>
                </a:solidFill>
                <a:latin typeface="Segoe UI"/>
                <a:ea typeface="Segoe UI"/>
                <a:cs typeface="Segoe UI"/>
              </a:rPr>
              <a:t>Un resultado futuro medible y separado de las entradas, como recuperación autorreportada al día siguiente.</a:t>
            </a:r>
          </a:p>
        </p:txBody>
      </p:sp>
      <p:sp>
        <p:nvSpPr>
          <p:cNvPr id="10" name="">
            <a:extLst xmlns:a="http://schemas.openxmlformats.org/drawingml/2006/main">
              <a:ext uri="{FF2B5EF4-FFF2-40B4-BE49-F238E27FC236}">
                <a16:creationId xmlns:a16="http://schemas.microsoft.com/office/drawing/2014/main" id="{7ED0C7EE-535C-404F-9D65-B0E76DD2AC2B}"/>
              </a:ext>
            </a:extLst>
          </p:cNvPr>
          <p:cNvSpPr>
            <a:spLocks xmlns:a="http://schemas.openxmlformats.org/drawingml/2006/main" noGrp="1"/>
          </p:cNvSpPr>
          <p:nvPr/>
        </p:nvSpPr>
        <p:spPr>
          <a:xfrm xmlns:a="http://schemas.openxmlformats.org/drawingml/2006/main">
            <a:off x="1238250" y="2905125"/>
            <a:ext cx="9810750"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7BDBA8C-7FE2-4988-B260-17ADB6C9A0B7}"/>
              </a:ext>
            </a:extLst>
          </p:cNvPr>
          <p:cNvSpPr>
            <a:spLocks xmlns:a="http://schemas.openxmlformats.org/drawingml/2006/main" noGrp="1"/>
          </p:cNvSpPr>
          <p:nvPr/>
        </p:nvSpPr>
        <p:spPr>
          <a:xfrm xmlns:a="http://schemas.openxmlformats.org/drawingml/2006/main">
            <a:off x="742950" y="3219450"/>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02</a:t>
            </a:r>
          </a:p>
        </p:txBody>
      </p:sp>
      <p:sp>
        <p:nvSpPr>
          <p:cNvPr id="12" name="">
            <a:extLst xmlns:a="http://schemas.openxmlformats.org/drawingml/2006/main">
              <a:ext uri="{FF2B5EF4-FFF2-40B4-BE49-F238E27FC236}">
                <a16:creationId xmlns:a16="http://schemas.microsoft.com/office/drawing/2014/main" id="{9F55E910-280D-4EB7-9CCC-22B681144754}"/>
              </a:ext>
            </a:extLst>
          </p:cNvPr>
          <p:cNvSpPr>
            <a:spLocks xmlns:a="http://schemas.openxmlformats.org/drawingml/2006/main" noGrp="1"/>
          </p:cNvSpPr>
          <p:nvPr/>
        </p:nvSpPr>
        <p:spPr>
          <a:xfrm xmlns:a="http://schemas.openxmlformats.org/drawingml/2006/main">
            <a:off x="1238250" y="3181350"/>
            <a:ext cx="3476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F1F7F3"/>
                </a:solidFill>
                <a:latin typeface="Segoe UI"/>
                <a:ea typeface="Segoe UI"/>
                <a:cs typeface="Segoe UI"/>
              </a:defRPr>
            </a:defPPr>
            <a:lvl1pPr algn="l">
              <a:defRPr sz="1350" b="1" i="0">
                <a:solidFill>
                  <a:srgbClr val="F1F7F3"/>
                </a:solidFill>
                <a:latin typeface="Segoe UI"/>
                <a:ea typeface="Segoe UI"/>
                <a:cs typeface="Segoe UI"/>
              </a:defRPr>
            </a:lvl1pPr>
            <a:lvl2pPr algn="l">
              <a:defRPr sz="1350" b="1" i="0">
                <a:solidFill>
                  <a:srgbClr val="F1F7F3"/>
                </a:solidFill>
                <a:latin typeface="Segoe UI"/>
                <a:ea typeface="Segoe UI"/>
                <a:cs typeface="Segoe UI"/>
              </a:defRPr>
            </a:lvl2pPr>
            <a:lvl3pPr algn="l">
              <a:defRPr sz="1350" b="1" i="0">
                <a:solidFill>
                  <a:srgbClr val="F1F7F3"/>
                </a:solidFill>
                <a:latin typeface="Segoe UI"/>
                <a:ea typeface="Segoe UI"/>
                <a:cs typeface="Segoe UI"/>
              </a:defRPr>
            </a:lvl3pPr>
            <a:lvl4pPr algn="l">
              <a:defRPr sz="1350" b="1" i="0">
                <a:solidFill>
                  <a:srgbClr val="F1F7F3"/>
                </a:solidFill>
                <a:latin typeface="Segoe UI"/>
                <a:ea typeface="Segoe UI"/>
                <a:cs typeface="Segoe UI"/>
              </a:defRPr>
            </a:lvl4pPr>
            <a:lvl5pPr algn="l">
              <a:defRPr sz="1350" b="1" i="0">
                <a:solidFill>
                  <a:srgbClr val="F1F7F3"/>
                </a:solidFill>
                <a:latin typeface="Segoe UI"/>
                <a:ea typeface="Segoe UI"/>
                <a:cs typeface="Segoe UI"/>
              </a:defRPr>
            </a:lvl5pPr>
            <a:lvl6pPr algn="l">
              <a:defRPr sz="1350" b="1" i="0">
                <a:solidFill>
                  <a:srgbClr val="F1F7F3"/>
                </a:solidFill>
                <a:latin typeface="Segoe UI"/>
                <a:ea typeface="Segoe UI"/>
                <a:cs typeface="Segoe UI"/>
              </a:defRPr>
            </a:lvl6pPr>
            <a:lvl7pPr algn="l">
              <a:defRPr sz="1350" b="1" i="0">
                <a:solidFill>
                  <a:srgbClr val="F1F7F3"/>
                </a:solidFill>
                <a:latin typeface="Segoe UI"/>
                <a:ea typeface="Segoe UI"/>
                <a:cs typeface="Segoe UI"/>
              </a:defRPr>
            </a:lvl7pPr>
            <a:lvl8pPr algn="l">
              <a:defRPr sz="1350" b="1" i="0">
                <a:solidFill>
                  <a:srgbClr val="F1F7F3"/>
                </a:solidFill>
                <a:latin typeface="Segoe UI"/>
                <a:ea typeface="Segoe UI"/>
                <a:cs typeface="Segoe UI"/>
              </a:defRPr>
            </a:lvl8pPr>
            <a:lvl9pPr algn="l">
              <a:defRPr sz="1350" b="1" i="0">
                <a:solidFill>
                  <a:srgbClr val="F1F7F3"/>
                </a:solidFill>
                <a:latin typeface="Segoe UI"/>
                <a:ea typeface="Segoe UI"/>
                <a:cs typeface="Segoe UI"/>
              </a:defRPr>
            </a:lvl9pPr>
          </a:lstStyle>
          <a:p xmlns:a="http://schemas.openxmlformats.org/drawingml/2006/main">
            <a:pPr algn="l">
              <a:defRPr sz="1350" b="1" i="0">
                <a:solidFill>
                  <a:srgbClr val="F1F7F3"/>
                </a:solidFill>
                <a:latin typeface="Segoe UI"/>
                <a:ea typeface="Segoe UI"/>
                <a:cs typeface="Segoe UI"/>
              </a:defRPr>
            </a:pPr>
            <a:r>
              <a:rPr sz="1350" b="1" i="0">
                <a:solidFill>
                  <a:srgbClr val="F1F7F3"/>
                </a:solidFill>
                <a:latin typeface="Segoe UI"/>
                <a:ea typeface="Segoe UI"/>
                <a:cs typeface="Segoe UI"/>
              </a:rPr>
              <a:t>Recolectar con consentimiento</a:t>
            </a:r>
          </a:p>
        </p:txBody>
      </p:sp>
      <p:sp>
        <p:nvSpPr>
          <p:cNvPr id="13" name="">
            <a:extLst xmlns:a="http://schemas.openxmlformats.org/drawingml/2006/main">
              <a:ext uri="{FF2B5EF4-FFF2-40B4-BE49-F238E27FC236}">
                <a16:creationId xmlns:a16="http://schemas.microsoft.com/office/drawing/2014/main" id="{9145DE28-F408-4A0B-94C0-3E80CEEF91A1}"/>
              </a:ext>
            </a:extLst>
          </p:cNvPr>
          <p:cNvSpPr>
            <a:spLocks xmlns:a="http://schemas.openxmlformats.org/drawingml/2006/main" noGrp="1"/>
          </p:cNvSpPr>
          <p:nvPr/>
        </p:nvSpPr>
        <p:spPr>
          <a:xfrm xmlns:a="http://schemas.openxmlformats.org/drawingml/2006/main">
            <a:off x="4810125" y="3200400"/>
            <a:ext cx="6238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A8C0BA"/>
                </a:solidFill>
                <a:latin typeface="Segoe UI"/>
                <a:ea typeface="Segoe UI"/>
                <a:cs typeface="Segoe UI"/>
              </a:defRPr>
            </a:defPPr>
            <a:lvl1pPr algn="l">
              <a:defRPr sz="1125" b="0" i="0">
                <a:solidFill>
                  <a:srgbClr val="A8C0BA"/>
                </a:solidFill>
                <a:latin typeface="Segoe UI"/>
                <a:ea typeface="Segoe UI"/>
                <a:cs typeface="Segoe UI"/>
              </a:defRPr>
            </a:lvl1pPr>
            <a:lvl2pPr algn="l">
              <a:defRPr sz="1125" b="0" i="0">
                <a:solidFill>
                  <a:srgbClr val="A8C0BA"/>
                </a:solidFill>
                <a:latin typeface="Segoe UI"/>
                <a:ea typeface="Segoe UI"/>
                <a:cs typeface="Segoe UI"/>
              </a:defRPr>
            </a:lvl2pPr>
            <a:lvl3pPr algn="l">
              <a:defRPr sz="1125" b="0" i="0">
                <a:solidFill>
                  <a:srgbClr val="A8C0BA"/>
                </a:solidFill>
                <a:latin typeface="Segoe UI"/>
                <a:ea typeface="Segoe UI"/>
                <a:cs typeface="Segoe UI"/>
              </a:defRPr>
            </a:lvl3pPr>
            <a:lvl4pPr algn="l">
              <a:defRPr sz="1125" b="0" i="0">
                <a:solidFill>
                  <a:srgbClr val="A8C0BA"/>
                </a:solidFill>
                <a:latin typeface="Segoe UI"/>
                <a:ea typeface="Segoe UI"/>
                <a:cs typeface="Segoe UI"/>
              </a:defRPr>
            </a:lvl4pPr>
            <a:lvl5pPr algn="l">
              <a:defRPr sz="1125" b="0" i="0">
                <a:solidFill>
                  <a:srgbClr val="A8C0BA"/>
                </a:solidFill>
                <a:latin typeface="Segoe UI"/>
                <a:ea typeface="Segoe UI"/>
                <a:cs typeface="Segoe UI"/>
              </a:defRPr>
            </a:lvl5pPr>
            <a:lvl6pPr algn="l">
              <a:defRPr sz="1125" b="0" i="0">
                <a:solidFill>
                  <a:srgbClr val="A8C0BA"/>
                </a:solidFill>
                <a:latin typeface="Segoe UI"/>
                <a:ea typeface="Segoe UI"/>
                <a:cs typeface="Segoe UI"/>
              </a:defRPr>
            </a:lvl6pPr>
            <a:lvl7pPr algn="l">
              <a:defRPr sz="1125" b="0" i="0">
                <a:solidFill>
                  <a:srgbClr val="A8C0BA"/>
                </a:solidFill>
                <a:latin typeface="Segoe UI"/>
                <a:ea typeface="Segoe UI"/>
                <a:cs typeface="Segoe UI"/>
              </a:defRPr>
            </a:lvl7pPr>
            <a:lvl8pPr algn="l">
              <a:defRPr sz="1125" b="0" i="0">
                <a:solidFill>
                  <a:srgbClr val="A8C0BA"/>
                </a:solidFill>
                <a:latin typeface="Segoe UI"/>
                <a:ea typeface="Segoe UI"/>
                <a:cs typeface="Segoe UI"/>
              </a:defRPr>
            </a:lvl8pPr>
            <a:lvl9pPr algn="l">
              <a:defRPr sz="1125" b="0" i="0">
                <a:solidFill>
                  <a:srgbClr val="A8C0BA"/>
                </a:solidFill>
                <a:latin typeface="Segoe UI"/>
                <a:ea typeface="Segoe UI"/>
                <a:cs typeface="Segoe UI"/>
              </a:defRPr>
            </a:lvl9pPr>
          </a:lstStyle>
          <a:p xmlns:a="http://schemas.openxmlformats.org/drawingml/2006/main">
            <a:pPr algn="l">
              <a:defRPr sz="1125" b="0" i="0">
                <a:solidFill>
                  <a:srgbClr val="A8C0BA"/>
                </a:solidFill>
                <a:latin typeface="Segoe UI"/>
                <a:ea typeface="Segoe UI"/>
                <a:cs typeface="Segoe UI"/>
              </a:defRPr>
            </a:pPr>
            <a:r>
              <a:rPr sz="1125" b="0" i="0">
                <a:solidFill>
                  <a:srgbClr val="A8C0BA"/>
                </a:solidFill>
                <a:latin typeface="Segoe UI"/>
                <a:ea typeface="Segoe UI"/>
                <a:cs typeface="Segoe UI"/>
              </a:rPr>
              <a:t>Datos longitudinales de varias personas con Apple Watch y procedencia documentada.</a:t>
            </a:r>
          </a:p>
        </p:txBody>
      </p:sp>
      <p:sp>
        <p:nvSpPr>
          <p:cNvPr id="14" name="">
            <a:extLst xmlns:a="http://schemas.openxmlformats.org/drawingml/2006/main">
              <a:ext uri="{FF2B5EF4-FFF2-40B4-BE49-F238E27FC236}">
                <a16:creationId xmlns:a16="http://schemas.microsoft.com/office/drawing/2014/main" id="{17AE31B4-A840-471D-9A50-7FDA06D7D041}"/>
              </a:ext>
            </a:extLst>
          </p:cNvPr>
          <p:cNvSpPr>
            <a:spLocks xmlns:a="http://schemas.openxmlformats.org/drawingml/2006/main" noGrp="1"/>
          </p:cNvSpPr>
          <p:nvPr/>
        </p:nvSpPr>
        <p:spPr>
          <a:xfrm xmlns:a="http://schemas.openxmlformats.org/drawingml/2006/main">
            <a:off x="1238250" y="3714750"/>
            <a:ext cx="9810750"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FA157B5-A6BA-43BF-98E0-315714F9BB02}"/>
              </a:ext>
            </a:extLst>
          </p:cNvPr>
          <p:cNvSpPr>
            <a:spLocks xmlns:a="http://schemas.openxmlformats.org/drawingml/2006/main" noGrp="1"/>
          </p:cNvSpPr>
          <p:nvPr/>
        </p:nvSpPr>
        <p:spPr>
          <a:xfrm xmlns:a="http://schemas.openxmlformats.org/drawingml/2006/main">
            <a:off x="742950" y="4029075"/>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03</a:t>
            </a:r>
          </a:p>
        </p:txBody>
      </p:sp>
      <p:sp>
        <p:nvSpPr>
          <p:cNvPr id="16" name="">
            <a:extLst xmlns:a="http://schemas.openxmlformats.org/drawingml/2006/main">
              <a:ext uri="{FF2B5EF4-FFF2-40B4-BE49-F238E27FC236}">
                <a16:creationId xmlns:a16="http://schemas.microsoft.com/office/drawing/2014/main" id="{1E868DFC-2D97-4547-A529-49ACCBDF89FE}"/>
              </a:ext>
            </a:extLst>
          </p:cNvPr>
          <p:cNvSpPr>
            <a:spLocks xmlns:a="http://schemas.openxmlformats.org/drawingml/2006/main" noGrp="1"/>
          </p:cNvSpPr>
          <p:nvPr/>
        </p:nvSpPr>
        <p:spPr>
          <a:xfrm xmlns:a="http://schemas.openxmlformats.org/drawingml/2006/main">
            <a:off x="1238250" y="3990975"/>
            <a:ext cx="3476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F1F7F3"/>
                </a:solidFill>
                <a:latin typeface="Segoe UI"/>
                <a:ea typeface="Segoe UI"/>
                <a:cs typeface="Segoe UI"/>
              </a:defRPr>
            </a:defPPr>
            <a:lvl1pPr algn="l">
              <a:defRPr sz="1350" b="1" i="0">
                <a:solidFill>
                  <a:srgbClr val="F1F7F3"/>
                </a:solidFill>
                <a:latin typeface="Segoe UI"/>
                <a:ea typeface="Segoe UI"/>
                <a:cs typeface="Segoe UI"/>
              </a:defRPr>
            </a:lvl1pPr>
            <a:lvl2pPr algn="l">
              <a:defRPr sz="1350" b="1" i="0">
                <a:solidFill>
                  <a:srgbClr val="F1F7F3"/>
                </a:solidFill>
                <a:latin typeface="Segoe UI"/>
                <a:ea typeface="Segoe UI"/>
                <a:cs typeface="Segoe UI"/>
              </a:defRPr>
            </a:lvl2pPr>
            <a:lvl3pPr algn="l">
              <a:defRPr sz="1350" b="1" i="0">
                <a:solidFill>
                  <a:srgbClr val="F1F7F3"/>
                </a:solidFill>
                <a:latin typeface="Segoe UI"/>
                <a:ea typeface="Segoe UI"/>
                <a:cs typeface="Segoe UI"/>
              </a:defRPr>
            </a:lvl3pPr>
            <a:lvl4pPr algn="l">
              <a:defRPr sz="1350" b="1" i="0">
                <a:solidFill>
                  <a:srgbClr val="F1F7F3"/>
                </a:solidFill>
                <a:latin typeface="Segoe UI"/>
                <a:ea typeface="Segoe UI"/>
                <a:cs typeface="Segoe UI"/>
              </a:defRPr>
            </a:lvl4pPr>
            <a:lvl5pPr algn="l">
              <a:defRPr sz="1350" b="1" i="0">
                <a:solidFill>
                  <a:srgbClr val="F1F7F3"/>
                </a:solidFill>
                <a:latin typeface="Segoe UI"/>
                <a:ea typeface="Segoe UI"/>
                <a:cs typeface="Segoe UI"/>
              </a:defRPr>
            </a:lvl5pPr>
            <a:lvl6pPr algn="l">
              <a:defRPr sz="1350" b="1" i="0">
                <a:solidFill>
                  <a:srgbClr val="F1F7F3"/>
                </a:solidFill>
                <a:latin typeface="Segoe UI"/>
                <a:ea typeface="Segoe UI"/>
                <a:cs typeface="Segoe UI"/>
              </a:defRPr>
            </a:lvl6pPr>
            <a:lvl7pPr algn="l">
              <a:defRPr sz="1350" b="1" i="0">
                <a:solidFill>
                  <a:srgbClr val="F1F7F3"/>
                </a:solidFill>
                <a:latin typeface="Segoe UI"/>
                <a:ea typeface="Segoe UI"/>
                <a:cs typeface="Segoe UI"/>
              </a:defRPr>
            </a:lvl7pPr>
            <a:lvl8pPr algn="l">
              <a:defRPr sz="1350" b="1" i="0">
                <a:solidFill>
                  <a:srgbClr val="F1F7F3"/>
                </a:solidFill>
                <a:latin typeface="Segoe UI"/>
                <a:ea typeface="Segoe UI"/>
                <a:cs typeface="Segoe UI"/>
              </a:defRPr>
            </a:lvl8pPr>
            <a:lvl9pPr algn="l">
              <a:defRPr sz="1350" b="1" i="0">
                <a:solidFill>
                  <a:srgbClr val="F1F7F3"/>
                </a:solidFill>
                <a:latin typeface="Segoe UI"/>
                <a:ea typeface="Segoe UI"/>
                <a:cs typeface="Segoe UI"/>
              </a:defRPr>
            </a:lvl9pPr>
          </a:lstStyle>
          <a:p xmlns:a="http://schemas.openxmlformats.org/drawingml/2006/main">
            <a:pPr algn="l">
              <a:defRPr sz="1350" b="1" i="0">
                <a:solidFill>
                  <a:srgbClr val="F1F7F3"/>
                </a:solidFill>
                <a:latin typeface="Segoe UI"/>
                <a:ea typeface="Segoe UI"/>
                <a:cs typeface="Segoe UI"/>
              </a:defRPr>
            </a:pPr>
            <a:r>
              <a:rPr sz="1350" b="1" i="0">
                <a:solidFill>
                  <a:srgbClr val="F1F7F3"/>
                </a:solidFill>
                <a:latin typeface="Segoe UI"/>
                <a:ea typeface="Segoe UI"/>
                <a:cs typeface="Segoe UI"/>
              </a:rPr>
              <a:t>Probar contra referencias</a:t>
            </a:r>
          </a:p>
        </p:txBody>
      </p:sp>
      <p:sp>
        <p:nvSpPr>
          <p:cNvPr id="17" name="">
            <a:extLst xmlns:a="http://schemas.openxmlformats.org/drawingml/2006/main">
              <a:ext uri="{FF2B5EF4-FFF2-40B4-BE49-F238E27FC236}">
                <a16:creationId xmlns:a16="http://schemas.microsoft.com/office/drawing/2014/main" id="{362FA963-0017-49B5-8C68-C295668E6360}"/>
              </a:ext>
            </a:extLst>
          </p:cNvPr>
          <p:cNvSpPr>
            <a:spLocks xmlns:a="http://schemas.openxmlformats.org/drawingml/2006/main" noGrp="1"/>
          </p:cNvSpPr>
          <p:nvPr/>
        </p:nvSpPr>
        <p:spPr>
          <a:xfrm xmlns:a="http://schemas.openxmlformats.org/drawingml/2006/main">
            <a:off x="4810125" y="4010025"/>
            <a:ext cx="6238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A8C0BA"/>
                </a:solidFill>
                <a:latin typeface="Segoe UI"/>
                <a:ea typeface="Segoe UI"/>
                <a:cs typeface="Segoe UI"/>
              </a:defRPr>
            </a:defPPr>
            <a:lvl1pPr algn="l">
              <a:defRPr sz="1125" b="0" i="0">
                <a:solidFill>
                  <a:srgbClr val="A8C0BA"/>
                </a:solidFill>
                <a:latin typeface="Segoe UI"/>
                <a:ea typeface="Segoe UI"/>
                <a:cs typeface="Segoe UI"/>
              </a:defRPr>
            </a:lvl1pPr>
            <a:lvl2pPr algn="l">
              <a:defRPr sz="1125" b="0" i="0">
                <a:solidFill>
                  <a:srgbClr val="A8C0BA"/>
                </a:solidFill>
                <a:latin typeface="Segoe UI"/>
                <a:ea typeface="Segoe UI"/>
                <a:cs typeface="Segoe UI"/>
              </a:defRPr>
            </a:lvl2pPr>
            <a:lvl3pPr algn="l">
              <a:defRPr sz="1125" b="0" i="0">
                <a:solidFill>
                  <a:srgbClr val="A8C0BA"/>
                </a:solidFill>
                <a:latin typeface="Segoe UI"/>
                <a:ea typeface="Segoe UI"/>
                <a:cs typeface="Segoe UI"/>
              </a:defRPr>
            </a:lvl3pPr>
            <a:lvl4pPr algn="l">
              <a:defRPr sz="1125" b="0" i="0">
                <a:solidFill>
                  <a:srgbClr val="A8C0BA"/>
                </a:solidFill>
                <a:latin typeface="Segoe UI"/>
                <a:ea typeface="Segoe UI"/>
                <a:cs typeface="Segoe UI"/>
              </a:defRPr>
            </a:lvl4pPr>
            <a:lvl5pPr algn="l">
              <a:defRPr sz="1125" b="0" i="0">
                <a:solidFill>
                  <a:srgbClr val="A8C0BA"/>
                </a:solidFill>
                <a:latin typeface="Segoe UI"/>
                <a:ea typeface="Segoe UI"/>
                <a:cs typeface="Segoe UI"/>
              </a:defRPr>
            </a:lvl5pPr>
            <a:lvl6pPr algn="l">
              <a:defRPr sz="1125" b="0" i="0">
                <a:solidFill>
                  <a:srgbClr val="A8C0BA"/>
                </a:solidFill>
                <a:latin typeface="Segoe UI"/>
                <a:ea typeface="Segoe UI"/>
                <a:cs typeface="Segoe UI"/>
              </a:defRPr>
            </a:lvl6pPr>
            <a:lvl7pPr algn="l">
              <a:defRPr sz="1125" b="0" i="0">
                <a:solidFill>
                  <a:srgbClr val="A8C0BA"/>
                </a:solidFill>
                <a:latin typeface="Segoe UI"/>
                <a:ea typeface="Segoe UI"/>
                <a:cs typeface="Segoe UI"/>
              </a:defRPr>
            </a:lvl7pPr>
            <a:lvl8pPr algn="l">
              <a:defRPr sz="1125" b="0" i="0">
                <a:solidFill>
                  <a:srgbClr val="A8C0BA"/>
                </a:solidFill>
                <a:latin typeface="Segoe UI"/>
                <a:ea typeface="Segoe UI"/>
                <a:cs typeface="Segoe UI"/>
              </a:defRPr>
            </a:lvl8pPr>
            <a:lvl9pPr algn="l">
              <a:defRPr sz="1125" b="0" i="0">
                <a:solidFill>
                  <a:srgbClr val="A8C0BA"/>
                </a:solidFill>
                <a:latin typeface="Segoe UI"/>
                <a:ea typeface="Segoe UI"/>
                <a:cs typeface="Segoe UI"/>
              </a:defRPr>
            </a:lvl9pPr>
          </a:lstStyle>
          <a:p xmlns:a="http://schemas.openxmlformats.org/drawingml/2006/main">
            <a:pPr algn="l">
              <a:defRPr sz="1125" b="0" i="0">
                <a:solidFill>
                  <a:srgbClr val="A8C0BA"/>
                </a:solidFill>
                <a:latin typeface="Segoe UI"/>
                <a:ea typeface="Segoe UI"/>
                <a:cs typeface="Segoe UI"/>
              </a:defRPr>
            </a:pPr>
            <a:r>
              <a:rPr sz="1125" b="0" i="0">
                <a:solidFill>
                  <a:srgbClr val="A8C0BA"/>
                </a:solidFill>
                <a:latin typeface="Segoe UI"/>
                <a:ea typeface="Segoe UI"/>
                <a:cs typeface="Segoe UI"/>
              </a:rPr>
              <a:t>Separar usuarios y tiempo; comparar con mediana y persistencia; revisar errores y cobertura.</a:t>
            </a:r>
          </a:p>
        </p:txBody>
      </p:sp>
      <p:sp>
        <p:nvSpPr>
          <p:cNvPr id="18" name="">
            <a:extLst xmlns:a="http://schemas.openxmlformats.org/drawingml/2006/main">
              <a:ext uri="{FF2B5EF4-FFF2-40B4-BE49-F238E27FC236}">
                <a16:creationId xmlns:a16="http://schemas.microsoft.com/office/drawing/2014/main" id="{C53DCE65-4CA7-4722-9C65-C119166D499F}"/>
              </a:ext>
            </a:extLst>
          </p:cNvPr>
          <p:cNvSpPr>
            <a:spLocks xmlns:a="http://schemas.openxmlformats.org/drawingml/2006/main" noGrp="1"/>
          </p:cNvSpPr>
          <p:nvPr/>
        </p:nvSpPr>
        <p:spPr>
          <a:xfrm xmlns:a="http://schemas.openxmlformats.org/drawingml/2006/main">
            <a:off x="1238250" y="4524375"/>
            <a:ext cx="9810750"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3B46987-0362-4A91-91EE-9CD4729C2210}"/>
              </a:ext>
            </a:extLst>
          </p:cNvPr>
          <p:cNvSpPr>
            <a:spLocks xmlns:a="http://schemas.openxmlformats.org/drawingml/2006/main" noGrp="1"/>
          </p:cNvSpPr>
          <p:nvPr/>
        </p:nvSpPr>
        <p:spPr>
          <a:xfrm xmlns:a="http://schemas.openxmlformats.org/drawingml/2006/main">
            <a:off x="742950" y="4838700"/>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E8CB"/>
                </a:solidFill>
                <a:latin typeface="Segoe UI"/>
                <a:ea typeface="Segoe UI"/>
                <a:cs typeface="Segoe UI"/>
              </a:defRPr>
            </a:defPPr>
            <a:lvl1pPr algn="l">
              <a:defRPr sz="900" b="1" i="0">
                <a:solidFill>
                  <a:srgbClr val="A9E8CB"/>
                </a:solidFill>
                <a:latin typeface="Segoe UI"/>
                <a:ea typeface="Segoe UI"/>
                <a:cs typeface="Segoe UI"/>
              </a:defRPr>
            </a:lvl1pPr>
            <a:lvl2pPr algn="l">
              <a:defRPr sz="900" b="1" i="0">
                <a:solidFill>
                  <a:srgbClr val="A9E8CB"/>
                </a:solidFill>
                <a:latin typeface="Segoe UI"/>
                <a:ea typeface="Segoe UI"/>
                <a:cs typeface="Segoe UI"/>
              </a:defRPr>
            </a:lvl2pPr>
            <a:lvl3pPr algn="l">
              <a:defRPr sz="900" b="1" i="0">
                <a:solidFill>
                  <a:srgbClr val="A9E8CB"/>
                </a:solidFill>
                <a:latin typeface="Segoe UI"/>
                <a:ea typeface="Segoe UI"/>
                <a:cs typeface="Segoe UI"/>
              </a:defRPr>
            </a:lvl3pPr>
            <a:lvl4pPr algn="l">
              <a:defRPr sz="900" b="1" i="0">
                <a:solidFill>
                  <a:srgbClr val="A9E8CB"/>
                </a:solidFill>
                <a:latin typeface="Segoe UI"/>
                <a:ea typeface="Segoe UI"/>
                <a:cs typeface="Segoe UI"/>
              </a:defRPr>
            </a:lvl4pPr>
            <a:lvl5pPr algn="l">
              <a:defRPr sz="900" b="1" i="0">
                <a:solidFill>
                  <a:srgbClr val="A9E8CB"/>
                </a:solidFill>
                <a:latin typeface="Segoe UI"/>
                <a:ea typeface="Segoe UI"/>
                <a:cs typeface="Segoe UI"/>
              </a:defRPr>
            </a:lvl5pPr>
            <a:lvl6pPr algn="l">
              <a:defRPr sz="900" b="1" i="0">
                <a:solidFill>
                  <a:srgbClr val="A9E8CB"/>
                </a:solidFill>
                <a:latin typeface="Segoe UI"/>
                <a:ea typeface="Segoe UI"/>
                <a:cs typeface="Segoe UI"/>
              </a:defRPr>
            </a:lvl6pPr>
            <a:lvl7pPr algn="l">
              <a:defRPr sz="900" b="1" i="0">
                <a:solidFill>
                  <a:srgbClr val="A9E8CB"/>
                </a:solidFill>
                <a:latin typeface="Segoe UI"/>
                <a:ea typeface="Segoe UI"/>
                <a:cs typeface="Segoe UI"/>
              </a:defRPr>
            </a:lvl7pPr>
            <a:lvl8pPr algn="l">
              <a:defRPr sz="900" b="1" i="0">
                <a:solidFill>
                  <a:srgbClr val="A9E8CB"/>
                </a:solidFill>
                <a:latin typeface="Segoe UI"/>
                <a:ea typeface="Segoe UI"/>
                <a:cs typeface="Segoe UI"/>
              </a:defRPr>
            </a:lvl8pPr>
            <a:lvl9pPr algn="l">
              <a:defRPr sz="900" b="1" i="0">
                <a:solidFill>
                  <a:srgbClr val="A9E8CB"/>
                </a:solidFill>
                <a:latin typeface="Segoe UI"/>
                <a:ea typeface="Segoe UI"/>
                <a:cs typeface="Segoe UI"/>
              </a:defRPr>
            </a:lvl9pPr>
          </a:lstStyle>
          <a:p xmlns:a="http://schemas.openxmlformats.org/drawingml/2006/main">
            <a:pPr algn="l">
              <a:defRPr sz="900" b="1" i="0">
                <a:solidFill>
                  <a:srgbClr val="A9E8CB"/>
                </a:solidFill>
                <a:latin typeface="Segoe UI"/>
                <a:ea typeface="Segoe UI"/>
                <a:cs typeface="Segoe UI"/>
              </a:defRPr>
            </a:pPr>
            <a:r>
              <a:rPr sz="900" b="1" i="0">
                <a:solidFill>
                  <a:srgbClr val="A9E8CB"/>
                </a:solidFill>
                <a:latin typeface="Segoe UI"/>
                <a:ea typeface="Segoe UI"/>
                <a:cs typeface="Segoe UI"/>
              </a:rPr>
              <a:t>04</a:t>
            </a:r>
          </a:p>
        </p:txBody>
      </p:sp>
      <p:sp>
        <p:nvSpPr>
          <p:cNvPr id="20" name="">
            <a:extLst xmlns:a="http://schemas.openxmlformats.org/drawingml/2006/main">
              <a:ext uri="{FF2B5EF4-FFF2-40B4-BE49-F238E27FC236}">
                <a16:creationId xmlns:a16="http://schemas.microsoft.com/office/drawing/2014/main" id="{CB5166EB-B702-4756-8261-C0159DBD2019}"/>
              </a:ext>
            </a:extLst>
          </p:cNvPr>
          <p:cNvSpPr>
            <a:spLocks xmlns:a="http://schemas.openxmlformats.org/drawingml/2006/main" noGrp="1"/>
          </p:cNvSpPr>
          <p:nvPr/>
        </p:nvSpPr>
        <p:spPr>
          <a:xfrm xmlns:a="http://schemas.openxmlformats.org/drawingml/2006/main">
            <a:off x="1238250" y="4800600"/>
            <a:ext cx="3476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F1F7F3"/>
                </a:solidFill>
                <a:latin typeface="Segoe UI"/>
                <a:ea typeface="Segoe UI"/>
                <a:cs typeface="Segoe UI"/>
              </a:defRPr>
            </a:defPPr>
            <a:lvl1pPr algn="l">
              <a:defRPr sz="1350" b="1" i="0">
                <a:solidFill>
                  <a:srgbClr val="F1F7F3"/>
                </a:solidFill>
                <a:latin typeface="Segoe UI"/>
                <a:ea typeface="Segoe UI"/>
                <a:cs typeface="Segoe UI"/>
              </a:defRPr>
            </a:lvl1pPr>
            <a:lvl2pPr algn="l">
              <a:defRPr sz="1350" b="1" i="0">
                <a:solidFill>
                  <a:srgbClr val="F1F7F3"/>
                </a:solidFill>
                <a:latin typeface="Segoe UI"/>
                <a:ea typeface="Segoe UI"/>
                <a:cs typeface="Segoe UI"/>
              </a:defRPr>
            </a:lvl2pPr>
            <a:lvl3pPr algn="l">
              <a:defRPr sz="1350" b="1" i="0">
                <a:solidFill>
                  <a:srgbClr val="F1F7F3"/>
                </a:solidFill>
                <a:latin typeface="Segoe UI"/>
                <a:ea typeface="Segoe UI"/>
                <a:cs typeface="Segoe UI"/>
              </a:defRPr>
            </a:lvl3pPr>
            <a:lvl4pPr algn="l">
              <a:defRPr sz="1350" b="1" i="0">
                <a:solidFill>
                  <a:srgbClr val="F1F7F3"/>
                </a:solidFill>
                <a:latin typeface="Segoe UI"/>
                <a:ea typeface="Segoe UI"/>
                <a:cs typeface="Segoe UI"/>
              </a:defRPr>
            </a:lvl4pPr>
            <a:lvl5pPr algn="l">
              <a:defRPr sz="1350" b="1" i="0">
                <a:solidFill>
                  <a:srgbClr val="F1F7F3"/>
                </a:solidFill>
                <a:latin typeface="Segoe UI"/>
                <a:ea typeface="Segoe UI"/>
                <a:cs typeface="Segoe UI"/>
              </a:defRPr>
            </a:lvl5pPr>
            <a:lvl6pPr algn="l">
              <a:defRPr sz="1350" b="1" i="0">
                <a:solidFill>
                  <a:srgbClr val="F1F7F3"/>
                </a:solidFill>
                <a:latin typeface="Segoe UI"/>
                <a:ea typeface="Segoe UI"/>
                <a:cs typeface="Segoe UI"/>
              </a:defRPr>
            </a:lvl6pPr>
            <a:lvl7pPr algn="l">
              <a:defRPr sz="1350" b="1" i="0">
                <a:solidFill>
                  <a:srgbClr val="F1F7F3"/>
                </a:solidFill>
                <a:latin typeface="Segoe UI"/>
                <a:ea typeface="Segoe UI"/>
                <a:cs typeface="Segoe UI"/>
              </a:defRPr>
            </a:lvl7pPr>
            <a:lvl8pPr algn="l">
              <a:defRPr sz="1350" b="1" i="0">
                <a:solidFill>
                  <a:srgbClr val="F1F7F3"/>
                </a:solidFill>
                <a:latin typeface="Segoe UI"/>
                <a:ea typeface="Segoe UI"/>
                <a:cs typeface="Segoe UI"/>
              </a:defRPr>
            </a:lvl8pPr>
            <a:lvl9pPr algn="l">
              <a:defRPr sz="1350" b="1" i="0">
                <a:solidFill>
                  <a:srgbClr val="F1F7F3"/>
                </a:solidFill>
                <a:latin typeface="Segoe UI"/>
                <a:ea typeface="Segoe UI"/>
                <a:cs typeface="Segoe UI"/>
              </a:defRPr>
            </a:lvl9pPr>
          </a:lstStyle>
          <a:p xmlns:a="http://schemas.openxmlformats.org/drawingml/2006/main">
            <a:pPr algn="l">
              <a:defRPr sz="1350" b="1" i="0">
                <a:solidFill>
                  <a:srgbClr val="F1F7F3"/>
                </a:solidFill>
                <a:latin typeface="Segoe UI"/>
                <a:ea typeface="Segoe UI"/>
                <a:cs typeface="Segoe UI"/>
              </a:defRPr>
            </a:pPr>
            <a:r>
              <a:rPr sz="1350" b="1" i="0">
                <a:solidFill>
                  <a:srgbClr val="F1F7F3"/>
                </a:solidFill>
                <a:latin typeface="Segoe UI"/>
                <a:ea typeface="Segoe UI"/>
                <a:cs typeface="Segoe UI"/>
              </a:rPr>
              <a:t>Validar fuera de muestra</a:t>
            </a:r>
          </a:p>
        </p:txBody>
      </p:sp>
      <p:sp>
        <p:nvSpPr>
          <p:cNvPr id="21" name="">
            <a:extLst xmlns:a="http://schemas.openxmlformats.org/drawingml/2006/main">
              <a:ext uri="{FF2B5EF4-FFF2-40B4-BE49-F238E27FC236}">
                <a16:creationId xmlns:a16="http://schemas.microsoft.com/office/drawing/2014/main" id="{A23188F7-86AB-4449-92AC-8B62A142FC3B}"/>
              </a:ext>
            </a:extLst>
          </p:cNvPr>
          <p:cNvSpPr>
            <a:spLocks xmlns:a="http://schemas.openxmlformats.org/drawingml/2006/main" noGrp="1"/>
          </p:cNvSpPr>
          <p:nvPr/>
        </p:nvSpPr>
        <p:spPr>
          <a:xfrm xmlns:a="http://schemas.openxmlformats.org/drawingml/2006/main">
            <a:off x="4810125" y="4819650"/>
            <a:ext cx="6238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A8C0BA"/>
                </a:solidFill>
                <a:latin typeface="Segoe UI"/>
                <a:ea typeface="Segoe UI"/>
                <a:cs typeface="Segoe UI"/>
              </a:defRPr>
            </a:defPPr>
            <a:lvl1pPr algn="l">
              <a:defRPr sz="1125" b="0" i="0">
                <a:solidFill>
                  <a:srgbClr val="A8C0BA"/>
                </a:solidFill>
                <a:latin typeface="Segoe UI"/>
                <a:ea typeface="Segoe UI"/>
                <a:cs typeface="Segoe UI"/>
              </a:defRPr>
            </a:lvl1pPr>
            <a:lvl2pPr algn="l">
              <a:defRPr sz="1125" b="0" i="0">
                <a:solidFill>
                  <a:srgbClr val="A8C0BA"/>
                </a:solidFill>
                <a:latin typeface="Segoe UI"/>
                <a:ea typeface="Segoe UI"/>
                <a:cs typeface="Segoe UI"/>
              </a:defRPr>
            </a:lvl2pPr>
            <a:lvl3pPr algn="l">
              <a:defRPr sz="1125" b="0" i="0">
                <a:solidFill>
                  <a:srgbClr val="A8C0BA"/>
                </a:solidFill>
                <a:latin typeface="Segoe UI"/>
                <a:ea typeface="Segoe UI"/>
                <a:cs typeface="Segoe UI"/>
              </a:defRPr>
            </a:lvl3pPr>
            <a:lvl4pPr algn="l">
              <a:defRPr sz="1125" b="0" i="0">
                <a:solidFill>
                  <a:srgbClr val="A8C0BA"/>
                </a:solidFill>
                <a:latin typeface="Segoe UI"/>
                <a:ea typeface="Segoe UI"/>
                <a:cs typeface="Segoe UI"/>
              </a:defRPr>
            </a:lvl4pPr>
            <a:lvl5pPr algn="l">
              <a:defRPr sz="1125" b="0" i="0">
                <a:solidFill>
                  <a:srgbClr val="A8C0BA"/>
                </a:solidFill>
                <a:latin typeface="Segoe UI"/>
                <a:ea typeface="Segoe UI"/>
                <a:cs typeface="Segoe UI"/>
              </a:defRPr>
            </a:lvl5pPr>
            <a:lvl6pPr algn="l">
              <a:defRPr sz="1125" b="0" i="0">
                <a:solidFill>
                  <a:srgbClr val="A8C0BA"/>
                </a:solidFill>
                <a:latin typeface="Segoe UI"/>
                <a:ea typeface="Segoe UI"/>
                <a:cs typeface="Segoe UI"/>
              </a:defRPr>
            </a:lvl6pPr>
            <a:lvl7pPr algn="l">
              <a:defRPr sz="1125" b="0" i="0">
                <a:solidFill>
                  <a:srgbClr val="A8C0BA"/>
                </a:solidFill>
                <a:latin typeface="Segoe UI"/>
                <a:ea typeface="Segoe UI"/>
                <a:cs typeface="Segoe UI"/>
              </a:defRPr>
            </a:lvl7pPr>
            <a:lvl8pPr algn="l">
              <a:defRPr sz="1125" b="0" i="0">
                <a:solidFill>
                  <a:srgbClr val="A8C0BA"/>
                </a:solidFill>
                <a:latin typeface="Segoe UI"/>
                <a:ea typeface="Segoe UI"/>
                <a:cs typeface="Segoe UI"/>
              </a:defRPr>
            </a:lvl8pPr>
            <a:lvl9pPr algn="l">
              <a:defRPr sz="1125" b="0" i="0">
                <a:solidFill>
                  <a:srgbClr val="A8C0BA"/>
                </a:solidFill>
                <a:latin typeface="Segoe UI"/>
                <a:ea typeface="Segoe UI"/>
                <a:cs typeface="Segoe UI"/>
              </a:defRPr>
            </a:lvl9pPr>
          </a:lstStyle>
          <a:p xmlns:a="http://schemas.openxmlformats.org/drawingml/2006/main">
            <a:pPr algn="l">
              <a:defRPr sz="1125" b="0" i="0">
                <a:solidFill>
                  <a:srgbClr val="A8C0BA"/>
                </a:solidFill>
                <a:latin typeface="Segoe UI"/>
                <a:ea typeface="Segoe UI"/>
                <a:cs typeface="Segoe UI"/>
              </a:defRPr>
            </a:pPr>
            <a:r>
              <a:rPr sz="1125" b="0" i="0">
                <a:solidFill>
                  <a:srgbClr val="A8C0BA"/>
                </a:solidFill>
                <a:latin typeface="Segoe UI"/>
                <a:ea typeface="Segoe UI"/>
                <a:cs typeface="Segoe UI"/>
              </a:rPr>
              <a:t>Cohorte independiente, análisis por subgrupos y utilidad clara antes de integrar.</a:t>
            </a:r>
          </a:p>
        </p:txBody>
      </p:sp>
      <p:sp>
        <p:nvSpPr>
          <p:cNvPr id="22" name="">
            <a:extLst xmlns:a="http://schemas.openxmlformats.org/drawingml/2006/main">
              <a:ext uri="{FF2B5EF4-FFF2-40B4-BE49-F238E27FC236}">
                <a16:creationId xmlns:a16="http://schemas.microsoft.com/office/drawing/2014/main" id="{6A7EAF06-1141-40C6-A2F0-DFF6666AC2ED}"/>
              </a:ext>
            </a:extLst>
          </p:cNvPr>
          <p:cNvSpPr>
            <a:spLocks xmlns:a="http://schemas.openxmlformats.org/drawingml/2006/main" noGrp="1"/>
          </p:cNvSpPr>
          <p:nvPr/>
        </p:nvSpPr>
        <p:spPr>
          <a:xfrm xmlns:a="http://schemas.openxmlformats.org/drawingml/2006/main">
            <a:off x="1238250" y="5334000"/>
            <a:ext cx="9810750" cy="9525"/>
          </a:xfrm>
          <a:prstGeom xmlns:a="http://schemas.openxmlformats.org/drawingml/2006/main" prst="rect">
            <a:avLst/>
          </a:prstGeom>
          <a:solidFill xmlns:a="http://schemas.openxmlformats.org/drawingml/2006/main">
            <a:srgbClr val="8DBEB1">
              <a:alpha val="16863"/>
            </a:srgbClr>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DA73110-BA6B-45A9-808A-CDD5DA38C696}"/>
              </a:ext>
            </a:extLst>
          </p:cNvPr>
          <p:cNvSpPr>
            <a:spLocks xmlns:a="http://schemas.openxmlformats.org/drawingml/2006/main" noGrp="1"/>
          </p:cNvSpPr>
          <p:nvPr/>
        </p:nvSpPr>
        <p:spPr>
          <a:xfrm xmlns:a="http://schemas.openxmlformats.org/drawingml/2006/main">
            <a:off x="742950" y="5715000"/>
            <a:ext cx="47625" cy="352425"/>
          </a:xfrm>
          <a:prstGeom xmlns:a="http://schemas.openxmlformats.org/drawingml/2006/main" prst="rect">
            <a:avLst/>
          </a:prstGeom>
          <a:solidFill xmlns:a="http://schemas.openxmlformats.org/drawingml/2006/main">
            <a:srgbClr val="A9E8C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15D466C-34D4-429C-948D-D48CD5E8E4E3}"/>
              </a:ext>
            </a:extLst>
          </p:cNvPr>
          <p:cNvSpPr>
            <a:spLocks xmlns:a="http://schemas.openxmlformats.org/drawingml/2006/main" noGrp="1"/>
          </p:cNvSpPr>
          <p:nvPr/>
        </p:nvSpPr>
        <p:spPr>
          <a:xfrm xmlns:a="http://schemas.openxmlformats.org/drawingml/2006/main">
            <a:off x="933450" y="5715000"/>
            <a:ext cx="10191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i="0">
                <a:solidFill>
                  <a:srgbClr val="C5F4D7"/>
                </a:solidFill>
                <a:latin typeface="Segoe UI"/>
                <a:ea typeface="Segoe UI"/>
                <a:cs typeface="Segoe UI"/>
              </a:defRPr>
            </a:defPPr>
            <a:lvl1pPr algn="l">
              <a:defRPr sz="1275" b="1" i="0">
                <a:solidFill>
                  <a:srgbClr val="C5F4D7"/>
                </a:solidFill>
                <a:latin typeface="Segoe UI"/>
                <a:ea typeface="Segoe UI"/>
                <a:cs typeface="Segoe UI"/>
              </a:defRPr>
            </a:lvl1pPr>
            <a:lvl2pPr algn="l">
              <a:defRPr sz="1275" b="1" i="0">
                <a:solidFill>
                  <a:srgbClr val="C5F4D7"/>
                </a:solidFill>
                <a:latin typeface="Segoe UI"/>
                <a:ea typeface="Segoe UI"/>
                <a:cs typeface="Segoe UI"/>
              </a:defRPr>
            </a:lvl2pPr>
            <a:lvl3pPr algn="l">
              <a:defRPr sz="1275" b="1" i="0">
                <a:solidFill>
                  <a:srgbClr val="C5F4D7"/>
                </a:solidFill>
                <a:latin typeface="Segoe UI"/>
                <a:ea typeface="Segoe UI"/>
                <a:cs typeface="Segoe UI"/>
              </a:defRPr>
            </a:lvl3pPr>
            <a:lvl4pPr algn="l">
              <a:defRPr sz="1275" b="1" i="0">
                <a:solidFill>
                  <a:srgbClr val="C5F4D7"/>
                </a:solidFill>
                <a:latin typeface="Segoe UI"/>
                <a:ea typeface="Segoe UI"/>
                <a:cs typeface="Segoe UI"/>
              </a:defRPr>
            </a:lvl4pPr>
            <a:lvl5pPr algn="l">
              <a:defRPr sz="1275" b="1" i="0">
                <a:solidFill>
                  <a:srgbClr val="C5F4D7"/>
                </a:solidFill>
                <a:latin typeface="Segoe UI"/>
                <a:ea typeface="Segoe UI"/>
                <a:cs typeface="Segoe UI"/>
              </a:defRPr>
            </a:lvl5pPr>
            <a:lvl6pPr algn="l">
              <a:defRPr sz="1275" b="1" i="0">
                <a:solidFill>
                  <a:srgbClr val="C5F4D7"/>
                </a:solidFill>
                <a:latin typeface="Segoe UI"/>
                <a:ea typeface="Segoe UI"/>
                <a:cs typeface="Segoe UI"/>
              </a:defRPr>
            </a:lvl6pPr>
            <a:lvl7pPr algn="l">
              <a:defRPr sz="1275" b="1" i="0">
                <a:solidFill>
                  <a:srgbClr val="C5F4D7"/>
                </a:solidFill>
                <a:latin typeface="Segoe UI"/>
                <a:ea typeface="Segoe UI"/>
                <a:cs typeface="Segoe UI"/>
              </a:defRPr>
            </a:lvl7pPr>
            <a:lvl8pPr algn="l">
              <a:defRPr sz="1275" b="1" i="0">
                <a:solidFill>
                  <a:srgbClr val="C5F4D7"/>
                </a:solidFill>
                <a:latin typeface="Segoe UI"/>
                <a:ea typeface="Segoe UI"/>
                <a:cs typeface="Segoe UI"/>
              </a:defRPr>
            </a:lvl8pPr>
            <a:lvl9pPr algn="l">
              <a:defRPr sz="1275" b="1" i="0">
                <a:solidFill>
                  <a:srgbClr val="C5F4D7"/>
                </a:solidFill>
                <a:latin typeface="Segoe UI"/>
                <a:ea typeface="Segoe UI"/>
                <a:cs typeface="Segoe UI"/>
              </a:defRPr>
            </a:lvl9pPr>
          </a:lstStyle>
          <a:p xmlns:a="http://schemas.openxmlformats.org/drawingml/2006/main">
            <a:pPr algn="l">
              <a:defRPr sz="1275" b="1" i="0">
                <a:solidFill>
                  <a:srgbClr val="C5F4D7"/>
                </a:solidFill>
                <a:latin typeface="Segoe UI"/>
                <a:ea typeface="Segoe UI"/>
                <a:cs typeface="Segoe UI"/>
              </a:defRPr>
            </a:pPr>
            <a:r>
              <a:rPr sz="1275" b="1" i="0">
                <a:solidFill>
                  <a:srgbClr val="C5F4D7"/>
                </a:solidFill>
                <a:latin typeface="Segoe UI"/>
                <a:ea typeface="Segoe UI"/>
                <a:cs typeface="Segoe UI"/>
              </a:rPr>
              <a:t>Hoy: atipicidad personal experimental.  Próximo objetivo: predicción futura solo si supera una referencia simple.</a:t>
            </a:r>
          </a:p>
        </p:txBody>
      </p:sp>
    </p:spTree>
    <p:extLst>
      <p:ext uri="{BB962C8B-B14F-4D97-AF65-F5344CB8AC3E}">
        <p14:creationId xmlns:p14="http://schemas.microsoft.com/office/powerpoint/2010/main" val="6195667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71450" dist="0" dir="0">
              <a:srgbClr val="A9E8CB">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2026-10-19T19:30:54.6510000Z</dcterms:created>
  <dcterms:modified xsi:type="dcterms:W3CDTF">2026-10-19T19:30:54.6510000Z</dcterms:modified>
</coreProperties>
</file>