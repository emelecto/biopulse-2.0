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4693a37b9f409e" /><Relationship Type="http://schemas.openxmlformats.org/officeDocument/2006/relationships/extended-properties" Target="/docProps/app.xml" Id="Raf3325de75464b00" /><Relationship Type="http://schemas.openxmlformats.org/officeDocument/2006/relationships/officeDocument" Target="/ppt/presentation.xml" Id="R7863a77625164217" /></Relationships>
</file>

<file path=ppt/presentation.xml><?xml version="1.0" encoding="utf-8"?>
<p:presentation xmlns:p="http://schemas.openxmlformats.org/presentationml/2006/main">
  <p:sldMasterIdLst>
    <p:sldMasterId xmlns:r="http://schemas.openxmlformats.org/officeDocument/2006/relationships" id="2147483648" r:id="R13f0ebd7790f4d70"/>
  </p:sldMasterIdLst>
  <p:notesMasterIdLst>
    <p:notesMasterId xmlns:r="http://schemas.openxmlformats.org/officeDocument/2006/relationships" r:id="R1a611c06daa84a7f"/>
  </p:notesMasterIdLst>
  <p:sldIdLst>
    <p:sldId xmlns:r="http://schemas.openxmlformats.org/officeDocument/2006/relationships" id="256" r:id="Rad397732c3ff4736"/>
    <p:sldId xmlns:r="http://schemas.openxmlformats.org/officeDocument/2006/relationships" id="257" r:id="Radced200ac754d2f"/>
    <p:sldId xmlns:r="http://schemas.openxmlformats.org/officeDocument/2006/relationships" id="258" r:id="Rb0d5eaab9c3241a6"/>
    <p:sldId xmlns:r="http://schemas.openxmlformats.org/officeDocument/2006/relationships" id="259" r:id="R92016642ab774a77"/>
    <p:sldId xmlns:r="http://schemas.openxmlformats.org/officeDocument/2006/relationships" id="260" r:id="R4a81c4d7a27d428f"/>
    <p:sldId xmlns:r="http://schemas.openxmlformats.org/officeDocument/2006/relationships" id="261" r:id="R80d5172b8aa9485a"/>
    <p:sldId xmlns:r="http://schemas.openxmlformats.org/officeDocument/2006/relationships" id="262" r:id="Rec730de899a047bf"/>
    <p:sldId xmlns:r="http://schemas.openxmlformats.org/officeDocument/2006/relationships" id="263" r:id="R620233957a714d1d"/>
    <p:sldId xmlns:r="http://schemas.openxmlformats.org/officeDocument/2006/relationships" id="264" r:id="Rcfcc09a07f51432e"/>
    <p:sldId xmlns:r="http://schemas.openxmlformats.org/officeDocument/2006/relationships" id="265" r:id="R8471b177807a466a"/>
    <p:sldId xmlns:r="http://schemas.openxmlformats.org/officeDocument/2006/relationships" id="266" r:id="Re6d7d082df844e28"/>
    <p:sldId xmlns:r="http://schemas.openxmlformats.org/officeDocument/2006/relationships" id="267" r:id="Rf7405449658344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eea64381ff4ed7" /><Relationship Type="http://schemas.openxmlformats.org/officeDocument/2006/relationships/slideMaster" Target="/ppt/slideMasters/slideMaster1.xml" Id="R13f0ebd7790f4d70" /><Relationship Type="http://schemas.openxmlformats.org/officeDocument/2006/relationships/notesMaster" Target="/ppt/notesMasters/notesMaster1.xml" Id="R1a611c06daa84a7f" /><Relationship Type="http://schemas.openxmlformats.org/officeDocument/2006/relationships/presProps" Target="/ppt/presProps.xml" Id="Rfac9321cb90a4e42" /><Relationship Type="http://schemas.openxmlformats.org/officeDocument/2006/relationships/tableStyles" Target="/ppt/tableStyles.xml" Id="R48ed9bd669c641c8" /><Relationship Type="http://schemas.openxmlformats.org/officeDocument/2006/relationships/slide" Target="/ppt/slides/slide1.xml" Id="Rad397732c3ff4736" /><Relationship Type="http://schemas.openxmlformats.org/officeDocument/2006/relationships/slide" Target="/ppt/slides/slide2.xml" Id="Radced200ac754d2f" /><Relationship Type="http://schemas.openxmlformats.org/officeDocument/2006/relationships/slide" Target="/ppt/slides/slide3.xml" Id="Rb0d5eaab9c3241a6" /><Relationship Type="http://schemas.openxmlformats.org/officeDocument/2006/relationships/slide" Target="/ppt/slides/slide4.xml" Id="R92016642ab774a77" /><Relationship Type="http://schemas.openxmlformats.org/officeDocument/2006/relationships/slide" Target="/ppt/slides/slide5.xml" Id="R4a81c4d7a27d428f" /><Relationship Type="http://schemas.openxmlformats.org/officeDocument/2006/relationships/slide" Target="/ppt/slides/slide6.xml" Id="R80d5172b8aa9485a" /><Relationship Type="http://schemas.openxmlformats.org/officeDocument/2006/relationships/slide" Target="/ppt/slides/slide7.xml" Id="Rec730de899a047bf" /><Relationship Type="http://schemas.openxmlformats.org/officeDocument/2006/relationships/slide" Target="/ppt/slides/slide8.xml" Id="R620233957a714d1d" /><Relationship Type="http://schemas.openxmlformats.org/officeDocument/2006/relationships/slide" Target="/ppt/slides/slide9.xml" Id="Rcfcc09a07f51432e" /><Relationship Type="http://schemas.openxmlformats.org/officeDocument/2006/relationships/slide" Target="/ppt/slides/slide10.xml" Id="R8471b177807a466a" /><Relationship Type="http://schemas.openxmlformats.org/officeDocument/2006/relationships/slide" Target="/ppt/slides/slide11.xml" Id="Re6d7d082df844e28" /><Relationship Type="http://schemas.openxmlformats.org/officeDocument/2006/relationships/slide" Target="/ppt/slides/slide12.xml" Id="Rf7405449658344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311a8218124b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BioPulse Depth">
      <a:dk1>
        <a:srgbClr val="000000"/>
      </a:dk1>
      <a:lt1>
        <a:srgbClr val="FFFFFF"/>
      </a:lt1>
      <a:dk2>
        <a:srgbClr val="06110F"/>
      </a:dk2>
      <a:lt2>
        <a:srgbClr val="DDEBE2"/>
      </a:lt2>
      <a:accent1>
        <a:srgbClr val="D4F46D"/>
      </a:accent1>
      <a:accent2>
        <a:srgbClr val="74E3C1"/>
      </a:accent2>
      <a:accent3>
        <a:srgbClr val="8FCBE6"/>
      </a:accent3>
      <a:accent4>
        <a:srgbClr val="F5BD73"/>
      </a:accent4>
      <a:accent5>
        <a:srgbClr val="ED8A77"/>
      </a:accent5>
      <a:accent6>
        <a:srgbClr val="A3D8A7"/>
      </a:accent6>
      <a:hlink>
        <a:srgbClr val="74E3C1"/>
      </a:hlink>
      <a:folHlink>
        <a:srgbClr val="8FCBE6"/>
      </a:folHlink>
    </a:clrScheme>
    <a:fontScheme name="">
      <a:majorFont>
        <a:latin typeface="Segoe UI"/>
        <a:ea typeface=""/>
        <a:cs typeface=""/>
      </a:majorFont>
      <a:minorFont>
        <a:latin typeface="Segoe UI"/>
        <a:ea typeface=""/>
        <a:cs typeface=""/>
      </a:minorFont>
    </a:fontScheme>
    <a:fmtScheme name="BioPulse Dept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0906d103944f42" /><Relationship Type="http://schemas.openxmlformats.org/officeDocument/2006/relationships/notesMaster" Target="/ppt/notesMasters/notesMaster1.xml" Id="R33d466a6d22945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09ef4ef93744ad1" /><Relationship Type="http://schemas.openxmlformats.org/officeDocument/2006/relationships/notesMaster" Target="/ppt/notesMasters/notesMaster1.xml" Id="R8b12ed89ac8b40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ee39507f05442f" /><Relationship Type="http://schemas.openxmlformats.org/officeDocument/2006/relationships/notesMaster" Target="/ppt/notesMasters/notesMaster1.xml" Id="R9b108fd6b1174b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9bc5432435f4610" /><Relationship Type="http://schemas.openxmlformats.org/officeDocument/2006/relationships/notesMaster" Target="/ppt/notesMasters/notesMaster1.xml" Id="Rd7075d2b6ce343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f81d4706744d7e" /><Relationship Type="http://schemas.openxmlformats.org/officeDocument/2006/relationships/notesMaster" Target="/ppt/notesMasters/notesMaster1.xml" Id="R2e55b5c8274249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33038e0249449d" /><Relationship Type="http://schemas.openxmlformats.org/officeDocument/2006/relationships/notesMaster" Target="/ppt/notesMasters/notesMaster1.xml" Id="R6dcdcc2cb6a741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0b035ba65a409f" /><Relationship Type="http://schemas.openxmlformats.org/officeDocument/2006/relationships/notesMaster" Target="/ppt/notesMasters/notesMaster1.xml" Id="Re01810ff3be346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07e19597a743af" /><Relationship Type="http://schemas.openxmlformats.org/officeDocument/2006/relationships/notesMaster" Target="/ppt/notesMasters/notesMaster1.xml" Id="R422c2bcd22314ad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9db37034414838" /><Relationship Type="http://schemas.openxmlformats.org/officeDocument/2006/relationships/notesMaster" Target="/ppt/notesMasters/notesMaster1.xml" Id="Rc5ccafbd222e4c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9f2dc1b70d74620" /><Relationship Type="http://schemas.openxmlformats.org/officeDocument/2006/relationships/notesMaster" Target="/ppt/notesMasters/notesMaster1.xml" Id="R8a33a8cf0087434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a5bb57ad01c4a09" /><Relationship Type="http://schemas.openxmlformats.org/officeDocument/2006/relationships/notesMaster" Target="/ppt/notesMasters/notesMaster1.xml" Id="R0632d112631045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42713cfb7fc49b1" /><Relationship Type="http://schemas.openxmlformats.org/officeDocument/2006/relationships/notesMaster" Target="/ppt/notesMasters/notesMaster1.xml" Id="R409d1dde142846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BioPulse se concentra en la persona que ya tiene iPhone y Apple Watch. El reloj mide señales útiles; nosotros construimos una lectura personal, clara y trazable para entender recuperación y hábitos. La experiencia visual muestra un diseño de producto con cifras ilustrativas. Nuestro objetivo es llevar profundidad de análisis a un dispositivo que el usuario ya posee, sin afirmar superioridad validada frente a otros wearables.</a:t>
            </a:r>
          </a:p>
          <a:p xmlns:a="http://schemas.openxmlformats.org/drawingml/2006/main">
            <a:r>
              <a:t/>
            </a:r>
          </a:p>
          <a:p xmlns:a="http://schemas.openxmlformats.org/drawingml/2006/main">
            <a:r>
              <a:t>Fuentes y estado: PRODUCT.md; docs/PRODUCT_SPEC.md; docs/SCORE_ALGORITHMS.md; visuales de design-explorations/2026-10-15-final; https://www.apple.com/watch/why-apple-watch/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problema no es que Apple Watch u otros productos carezcan de análisis: Apple ya ofrece Vitals, sueño y readiness; WHOOP y Oura ofrecen experiencias fuertes de recuperación. La oportunidad que exploramos es una lectura adicional, personal y explicable sobre datos del reloj que el usuario ya tiene. WHOOP y Oura incorporan membresías en sus modelos de acceso; no fijamos aquí precios porque varían por país y plan.</a:t>
            </a:r>
          </a:p>
          <a:p xmlns:a="http://schemas.openxmlformats.org/drawingml/2006/main">
            <a:r>
              <a:t/>
            </a:r>
          </a:p>
          <a:p xmlns:a="http://schemas.openxmlformats.org/drawingml/2006/main">
            <a:r>
              <a:t>Fuentes y estado: https://www.apple.com/watch/why-apple-watch/; https://support.whoop.com/s/article/Membership-Pricing; https://support.ouraring.com/hc/en-us/articles/4409086524819-Oura-Membership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Apple Watch ofrece señales como frecuencia cardiaca, HRV, sueño y actividad, con disponibilidad que depende del modelo, permisos y cobertura. BioPulse lee datos autorizados a través de Apple Salud, los compara con el historial del usuario y añade el contexto que la persona registra. Nuestro objetivo de producto es una experiencia de recuperación tan útil como las plataformas premium, diferenciada por transparencia, personalización y español. Esto es una propuesta de valor por validar con usuarios, no una comparación de rendimiento ya demostrada.</a:t>
            </a:r>
          </a:p>
          <a:p xmlns:a="http://schemas.openxmlformats.org/drawingml/2006/main">
            <a:r>
              <a:t/>
            </a:r>
          </a:p>
          <a:p xmlns:a="http://schemas.openxmlformats.org/drawingml/2006/main">
            <a:r>
              <a:t>Fuentes y estado: PRODUCT.md; docs/HEALTHKIT_COMPATIBILITY_MATRIX.md; docs/SCORE_ALGORITHMS.md; https://www.apple.com/watch/why-apple-watch/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BioPulse 2.0 el producto empieza por datos autorizados de Apple Salud y por lo que la persona decide contar en el diario. Las fórmulas personal-v1 calculan BioScore, Sleep Score y una señal exploratoria de cambio cuando existe historia suficiente. La llamamos motor de riesgo en este flujo para recoger la idea original, pero técnicamente el valor indica desviación persistente frente a una referencia personal, no probabilidad de enfermedad. El Coach IA tiene base de código y requiere evaluación final antes de habilitarlo a usuarios.</a:t>
            </a:r>
          </a:p>
          <a:p xmlns:a="http://schemas.openxmlformats.org/drawingml/2006/main">
            <a:r>
              <a:t/>
            </a:r>
          </a:p>
          <a:p xmlns:a="http://schemas.openxmlformats.org/drawingml/2006/main">
            <a:r>
              <a:t>Fuentes y estado: docs/SCORE_ALGORITHMS.md; docs/ROADMAP.md; BioPulse/README.md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app iOS nativa está organizada en Hoy, Tendencias, Diario, Sueño y Perfil. Aquí mostramos tres de sus vistas para comunicar el recorrido: orientación diaria, comparación con el historial y lectura de sueño. Los números de las imágenes son ilustrativos. El código SwiftUI existe, pero la compilación y QA de la versión actual siguen pendientes en Mac/Xcode.</a:t>
            </a:r>
          </a:p>
          <a:p xmlns:a="http://schemas.openxmlformats.org/drawingml/2006/main">
            <a:r>
              <a:t/>
            </a:r>
          </a:p>
          <a:p xmlns:a="http://schemas.openxmlformats.org/drawingml/2006/main">
            <a:r>
              <a:t>Fuentes y estado: PRODUCT.md; docs/PRODUCT_SPEC.md; BioPulse/README.md; design-explorations/2026-10-15-app-flow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fórmulas de BioScore y Sleep Score ya existen en Swift y web; comparan señales disponibles con un historial suficiente y preservan la procedencia y la cobertura. La señal personal detecta cambios persistentes, sin asignar un diagnóstico. La auditoría del conjunto heredado encontró 100.000 filas y 286 identificadores, pero no un outcome clínico independiente ni licencia verificada; por ello el modelo ML antiguo no está activo. Esta separación es parte del rigor de BioPulse.</a:t>
            </a:r>
          </a:p>
          <a:p xmlns:a="http://schemas.openxmlformats.org/drawingml/2006/main">
            <a:r>
              <a:t/>
            </a:r>
          </a:p>
          <a:p xmlns:a="http://schemas.openxmlformats.org/drawingml/2006/main">
            <a:r>
              <a:t>Fuentes y estado: docs/SCORE_ALGORITHMS.md; docs/ML_RESEARCH.md; docs/LEGACY_AUDIT.md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texto es un ejemplo ilustrativo del tono del Coach: corto, contextual y sin jerga. Hay pantalla SwiftUI, función de servidor, consentimiento y pruebas de política en código, pero faltan evaluación de respuestas reales, fallback y QA en dispositivo antes de habilitarlo. La propuesta es convertir un score en una acción útil que la persona pueda entender.</a:t>
            </a:r>
          </a:p>
          <a:p xmlns:a="http://schemas.openxmlformats.org/drawingml/2006/main">
            <a:r>
              <a:t/>
            </a:r>
          </a:p>
          <a:p xmlns:a="http://schemas.openxmlformats.org/drawingml/2006/main">
            <a:r>
              <a:t>Fuentes y estado: PRODUCT.md; docs/ROADMAP.md; BioPulse/README.md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Grand View Research estima el mercado global de tecnología wearable en 103,1 mil millones de dólares para 2026. Es una cifra de categoría amplia, no el mercado alcanzable de BioPulse. IDC proyecta 159,7 millones de smartwatches enviados en 2026 y registra 21,5 % de participación de Apple en unidades en el primer trimestre. Nuestra entrada comercial es una hipótesis: usuarios de iPhone y Apple Watch interesados en bienestar y recuperación, empezando por hispanohablantes en Latinoamérica. El tamaño de ese segmento concreto y su disposición a pagar requieren validación.</a:t>
            </a:r>
          </a:p>
          <a:p xmlns:a="http://schemas.openxmlformats.org/drawingml/2006/main">
            <a:r>
              <a:t/>
            </a:r>
          </a:p>
          <a:p xmlns:a="http://schemas.openxmlformats.org/drawingml/2006/main">
            <a:r>
              <a:t>Fuentes y estado: https://www.grandviewresearch.com/industry-analysis/wearable-technology-market; https://www.idc.com/promo/wearablevendor/; segmento inicial elegido por el usuario en esta conversación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Apple ofrece una suite robusta de métricas y recomendaciones; WHOOP y Oura han demostrado la demanda de productos de recuperación con membresía. BioPulse busca diferenciarse al usar el Apple Watch del usuario, mostrar componentes y procedencia de scores, sumar diario contextual y diseñar primero en español. La preferencia real frente a estas alternativas y un posible modelo de acceso con funciones avanzadas son hipótesis comerciales, no tracción ni precio aprobado.</a:t>
            </a:r>
          </a:p>
          <a:p xmlns:a="http://schemas.openxmlformats.org/drawingml/2006/main">
            <a:r>
              <a:t/>
            </a:r>
          </a:p>
          <a:p xmlns:a="http://schemas.openxmlformats.org/drawingml/2006/main">
            <a:r>
              <a:t>Fuentes y estado: https://www.apple.com/watch/why-apple-watch/; https://support.whoop.com/s/article/Membership-Pricing; https://support.ouraring.com/hc/en-us/articles/4409086524819-Oura-Membership; PRODUCT.md; docs/SCORE_ALGORITHMS.md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repositorio contiene una app iOS nativa en SwiftUI con lectura HealthKit, cinco áreas principales, importación CSV revisable, diario contextual y fórmulas de scores. La versión actual todavía necesita compilación y pruebas en Mac/Xcode, y las funciones conectadas como Coach y sincronización requieren validación en dispositivo. El siguiente hito de negocio es un piloto que mida utilidad, retención, adquisición y disposición a pagar. No presentamos usuarios ni ingresos que el proyecto no ha documentado.</a:t>
            </a:r>
          </a:p>
          <a:p xmlns:a="http://schemas.openxmlformats.org/drawingml/2006/main">
            <a:r>
              <a:t/>
            </a:r>
          </a:p>
          <a:p xmlns:a="http://schemas.openxmlformats.org/drawingml/2006/main">
            <a:r>
              <a:t>Fuentes y estado: PRODUCT.md; docs/ROADMAP.md; BioPulse/README.md; docs/PRODUCT_BACKLOG.md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BioPulse es un trabajo de tres estudiantes: Emilio, Lucas y Miguel. Solicitamos inversión para cerrar verificación técnica en iOS, hacer un piloto con usuarios y validar distribución y monetización. Todavía no hay una cifra ni términos definidos por el equipo; por eso la invitación es abrir una conversación concreta sobre la siguiente etapa. Los tres nombres vienen de la información del proyecto y de la conversación con el usuario; no atribuimos cargos que no se hayan definido.</a:t>
            </a:r>
          </a:p>
          <a:p xmlns:a="http://schemas.openxmlformats.org/drawingml/2006/main">
            <a:r>
              <a:t/>
            </a:r>
          </a:p>
          <a:p xmlns:a="http://schemas.openxmlformats.org/drawingml/2006/main">
            <a:r>
              <a:t>Fuentes y estado: Respuesta del usuario sobre el equipo e inversión; docs/ROADMAP.md; PRODUCT.md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Cerramos con una síntesis: el usuario ya tiene un Apple Watch; BioPulse quiere extraer una lectura personal de sus señales, explicarla y convertirla en una acción comprensible. Invita al público a escanear el QR para abrir la experiencia web hoy disponible. El código QR apunta a la URL publicada de la versión anterior porque la landing 2.0 sigue documentada como no publicada; antes de compartir el pitch externamente conviene actualizar el destino cuando exista la URL 2.0. No se promete una descarga iOS pública.</a:t>
            </a:r>
          </a:p>
          <a:p xmlns:a="http://schemas.openxmlformats.org/drawingml/2006/main">
            <a:r>
              <a:t/>
            </a:r>
          </a:p>
          <a:p xmlns:a="http://schemas.openxmlformats.org/drawingml/2006/main">
            <a:r>
              <a:t>Fuentes y estado: QR verificado por decodificación local y HTTP 200 el 16-10-2026: https://bio-pulse-six.vercel.app/; landing/SURFACE_BRIEF.md; web/README.md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ef6c275199471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75fde1eb8004ca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11e073e4e7741e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d20440295a841a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fa64a0cb6e04ac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d334f44a1db43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C5F71A-6605-4B7B-945F-F315105F23A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45AABC-6857-497B-8898-6D289B7EB0E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35A7CC8-7ACB-4592-962B-5B1276B3A90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F0A40C-9FC3-40D2-8401-4E3430C99E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AC433D1-198F-4193-9695-8E88E217D97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3524F53-FBD3-4A99-993D-064A7B447C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5F154B9-4EA2-4EA5-BE48-348402DC42F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8D9FEBC-21AF-4113-925D-B322395E392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DECC20-6EDB-4B26-8D46-A4D33D2418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360D22-C963-4C44-B487-5F875915745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7306cf461f48db" /><Relationship Type="http://schemas.openxmlformats.org/officeDocument/2006/relationships/slideLayout" Target="/ppt/slideLayouts/slideLayout1.xml" Id="Ra7da701d2d894e0b" /><Relationship Type="http://schemas.openxmlformats.org/officeDocument/2006/relationships/slideLayout" Target="/ppt/slideLayouts/slideLayout2.xml" Id="R9718dc92989f4cf6" /><Relationship Type="http://schemas.openxmlformats.org/officeDocument/2006/relationships/slideLayout" Target="/ppt/slideLayouts/slideLayout3.xml" Id="Rd0f43870fab044ef" /><Relationship Type="http://schemas.openxmlformats.org/officeDocument/2006/relationships/slideLayout" Target="/ppt/slideLayouts/slideLayout4.xml" Id="R9ba070757e6b4c86" /><Relationship Type="http://schemas.openxmlformats.org/officeDocument/2006/relationships/slideLayout" Target="/ppt/slideLayouts/slideLayout5.xml" Id="R0edd6a82ee1447df" /><Relationship Type="http://schemas.openxmlformats.org/officeDocument/2006/relationships/slideLayout" Target="/ppt/slideLayouts/slideLayout6.xml" Id="Rb7cd1bf4488f47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da701d2d894e0b"/>
    <p:sldLayoutId xmlns:r="http://schemas.openxmlformats.org/officeDocument/2006/relationships" id="2147483650" r:id="R9718dc92989f4cf6"/>
    <p:sldLayoutId xmlns:r="http://schemas.openxmlformats.org/officeDocument/2006/relationships" id="2147483651" r:id="Rd0f43870fab044ef"/>
    <p:sldLayoutId xmlns:r="http://schemas.openxmlformats.org/officeDocument/2006/relationships" id="2147483652" r:id="R9ba070757e6b4c86"/>
    <p:sldLayoutId xmlns:r="http://schemas.openxmlformats.org/officeDocument/2006/relationships" id="2147483653" r:id="R0edd6a82ee1447df"/>
    <p:sldLayoutId xmlns:r="http://schemas.openxmlformats.org/officeDocument/2006/relationships" id="2147483654" r:id="Rb7cd1bf4488f47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BioPulse Depth">
      <a:dk1>
        <a:srgbClr val="000000"/>
      </a:dk1>
      <a:lt1>
        <a:srgbClr val="FFFFFF"/>
      </a:lt1>
      <a:dk2>
        <a:srgbClr val="06110F"/>
      </a:dk2>
      <a:lt2>
        <a:srgbClr val="DDEBE2"/>
      </a:lt2>
      <a:accent1>
        <a:srgbClr val="D4F46D"/>
      </a:accent1>
      <a:accent2>
        <a:srgbClr val="74E3C1"/>
      </a:accent2>
      <a:accent3>
        <a:srgbClr val="8FCBE6"/>
      </a:accent3>
      <a:accent4>
        <a:srgbClr val="F5BD73"/>
      </a:accent4>
      <a:accent5>
        <a:srgbClr val="ED8A77"/>
      </a:accent5>
      <a:accent6>
        <a:srgbClr val="A3D8A7"/>
      </a:accent6>
      <a:hlink>
        <a:srgbClr val="74E3C1"/>
      </a:hlink>
      <a:folHlink>
        <a:srgbClr val="8FCBE6"/>
      </a:folHlink>
    </a:clrScheme>
    <a:fontScheme name="">
      <a:majorFont>
        <a:latin typeface="Segoe UI"/>
        <a:ea typeface=""/>
        <a:cs typeface=""/>
      </a:majorFont>
      <a:minorFont>
        <a:latin typeface="Segoe UI"/>
        <a:ea typeface=""/>
        <a:cs typeface=""/>
      </a:minorFont>
    </a:fontScheme>
    <a:fmtScheme name="BioPulse Dept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1f341176a924e2f" /><Relationship Type="http://schemas.openxmlformats.org/officeDocument/2006/relationships/image" Target="/ppt/media/image.png" Id="R1a2a6df228ae40f4" /><Relationship Type="http://schemas.openxmlformats.org/officeDocument/2006/relationships/image" Target="/ppt/media/image2.png" Id="R1678da95f40748e9" /><Relationship Type="http://schemas.openxmlformats.org/officeDocument/2006/relationships/image" Target="/ppt/media/image3.png" Id="Rb145b2dd1dc842d7" /><Relationship Type="http://schemas.openxmlformats.org/officeDocument/2006/relationships/notesSlide" Target="/ppt/notesSlides/notesSlide1.xml" Id="R31ef0d10d99c40e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2b15e39dfde42b2" /><Relationship Type="http://schemas.openxmlformats.org/officeDocument/2006/relationships/image" Target="/ppt/media/image4.png" Id="Re000445cfc6a4dd1" /><Relationship Type="http://schemas.openxmlformats.org/officeDocument/2006/relationships/notesSlide" Target="/ppt/notesSlides/notesSlide2.xml" Id="R19142a0906414e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bc668ddd2664432" /><Relationship Type="http://schemas.openxmlformats.org/officeDocument/2006/relationships/image" Target="/ppt/media/image5.png" Id="R5dc57ec816be43a8" /><Relationship Type="http://schemas.openxmlformats.org/officeDocument/2006/relationships/image" Target="/ppt/media/image6.png" Id="R7d3cb4771ae64d94" /><Relationship Type="http://schemas.openxmlformats.org/officeDocument/2006/relationships/image" Target="/ppt/media/image7.png" Id="Rbc33f6442a9d4e0c" /><Relationship Type="http://schemas.openxmlformats.org/officeDocument/2006/relationships/notesSlide" Target="/ppt/notesSlides/notesSlide3.xml" Id="R4d01826cdf2e46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20d0118d9e74616" /><Relationship Type="http://schemas.openxmlformats.org/officeDocument/2006/relationships/image" Target="/ppt/media/image8.png" Id="R148e99ba7d0e4812" /><Relationship Type="http://schemas.openxmlformats.org/officeDocument/2006/relationships/notesSlide" Target="/ppt/notesSlides/notesSlide4.xml" Id="R7e9a6d03b3f740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e46491d9905433e" /><Relationship Type="http://schemas.openxmlformats.org/officeDocument/2006/relationships/image" Target="/ppt/media/image9.png" Id="Rc6f3ef0fc70b4de3" /><Relationship Type="http://schemas.openxmlformats.org/officeDocument/2006/relationships/image" Target="/ppt/media/image10.png" Id="Rce304971d7124703" /><Relationship Type="http://schemas.openxmlformats.org/officeDocument/2006/relationships/image" Target="/ppt/media/image11.png" Id="Rced7d1dfa07047cd" /><Relationship Type="http://schemas.openxmlformats.org/officeDocument/2006/relationships/image" Target="/ppt/media/image12.png" Id="R88edc27306b74a5b" /><Relationship Type="http://schemas.openxmlformats.org/officeDocument/2006/relationships/notesSlide" Target="/ppt/notesSlides/notesSlide5.xml" Id="R7f8e182198fd47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dd1d551c8704a74" /><Relationship Type="http://schemas.openxmlformats.org/officeDocument/2006/relationships/image" Target="/ppt/media/image13.png" Id="R989fb001dc3441d9" /><Relationship Type="http://schemas.openxmlformats.org/officeDocument/2006/relationships/notesSlide" Target="/ppt/notesSlides/notesSlide6.xml" Id="R5439552af4624b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e40c56d2ad54bda" /><Relationship Type="http://schemas.openxmlformats.org/officeDocument/2006/relationships/image" Target="/ppt/media/image14.png" Id="Re34cf9f651544948" /><Relationship Type="http://schemas.openxmlformats.org/officeDocument/2006/relationships/image" Target="/ppt/media/image15.png" Id="R2bb0893f8dc34624" /><Relationship Type="http://schemas.openxmlformats.org/officeDocument/2006/relationships/notesSlide" Target="/ppt/notesSlides/notesSlide7.xml" Id="R1748b81b376542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3d3ad73b86649e7" /><Relationship Type="http://schemas.openxmlformats.org/officeDocument/2006/relationships/image" Target="/ppt/media/image16.png" Id="R279129caaec04ac2" /><Relationship Type="http://schemas.openxmlformats.org/officeDocument/2006/relationships/notesSlide" Target="/ppt/notesSlides/notesSlide8.xml" Id="Rd7c095d27a714e0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e30333403fd4e89" /><Relationship Type="http://schemas.openxmlformats.org/officeDocument/2006/relationships/image" Target="/ppt/media/image17.png" Id="Rb42ee1782a1e4333" /><Relationship Type="http://schemas.openxmlformats.org/officeDocument/2006/relationships/notesSlide" Target="/ppt/notesSlides/notesSlide9.xml" Id="R178010f3656842c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24c334c0e334296" /><Relationship Type="http://schemas.openxmlformats.org/officeDocument/2006/relationships/image" Target="/ppt/media/image18.png" Id="R71ebbe3342c94394" /><Relationship Type="http://schemas.openxmlformats.org/officeDocument/2006/relationships/notesSlide" Target="/ppt/notesSlides/notesSlide10.xml" Id="R532dcec96a3b407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e5af5eb33774bcf" /><Relationship Type="http://schemas.openxmlformats.org/officeDocument/2006/relationships/image" Target="/ppt/media/image19.png" Id="R89a47b4a7be34641" /><Relationship Type="http://schemas.openxmlformats.org/officeDocument/2006/relationships/notesSlide" Target="/ppt/notesSlides/notesSlide11.xml" Id="R3f285ffdd751440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0a5ab2519b24308" /><Relationship Type="http://schemas.openxmlformats.org/officeDocument/2006/relationships/image" Target="/ppt/media/image20.png" Id="R07806cb80d0b4610" /><Relationship Type="http://schemas.openxmlformats.org/officeDocument/2006/relationships/image" Target="/ppt/media/image21.png" Id="R31b645975ca748ca" /><Relationship Type="http://schemas.openxmlformats.org/officeDocument/2006/relationships/notesSlide" Target="/ppt/notesSlides/notesSlide12.xml" Id="R34fabfe8b27b40e3" /></Relationships>
</file>

<file path=ppt/slides/slide1.xml><?xml version="1.0" encoding="utf-8"?>
<p:sld xmlns:p="http://schemas.openxmlformats.org/presentationml/2006/main">
  <p:cSld>
    <p:bg>
      <p:bgPr>
        <a:solidFill xmlns:a="http://schemas.openxmlformats.org/drawingml/2006/main">
          <a:srgbClr val="06110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D0D188B-6335-46A9-BA7D-CAB81197C0B1}"/>
              </a:ext>
            </a:extLst>
          </p:cNvPr>
          <p:cNvPicPr>
            <a:picLocks xmlns:a="http://schemas.openxmlformats.org/drawingml/2006/main" noChangeAspect="1"/>
          </p:cNvPicPr>
          <p:nvPr/>
        </p:nvPicPr>
        <p:blipFill>
          <a:blip xmlns:r="http://schemas.openxmlformats.org/officeDocument/2006/relationships" xmlns:a="http://schemas.openxmlformats.org/drawingml/2006/main" r:embed="R1a2a6df228ae40f4"/>
          <a:srcRect xmlns:a="http://schemas.openxmlformats.org/drawingml/2006/main" l="0" t="31250" r="0" b="3125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DFB14EF-4FB1-437D-872C-EA304D5028B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3100D">
              <a:alpha val="64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3C1E746-938A-44A7-9059-9D8EDF1BDCE9}"/>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gradFill xmlns:a="http://schemas.openxmlformats.org/drawingml/2006/main">
            <a:gsLst>
              <a:gs pos="0">
                <a:srgbClr val="04100F">
                  <a:alpha val="98000"/>
                </a:srgbClr>
              </a:gs>
              <a:gs pos="70000">
                <a:srgbClr val="061411">
                  <a:alpha val="88000"/>
                </a:srgbClr>
              </a:gs>
              <a:gs pos="100000">
                <a:srgbClr val="061411">
                  <a:alpha val="0"/>
                </a:srgbClr>
              </a:gs>
            </a:gsLst>
            <a:lin ang="0"/>
          </a:gra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DEBA400-49C5-463B-9BF0-FB63C563BA46}"/>
              </a:ext>
            </a:extLst>
          </p:cNvPr>
          <p:cNvSpPr>
            <a:spLocks xmlns:a="http://schemas.openxmlformats.org/drawingml/2006/main" noGrp="1"/>
          </p:cNvSpPr>
          <p:nvPr/>
        </p:nvSpPr>
        <p:spPr>
          <a:xfrm xmlns:a="http://schemas.openxmlformats.org/drawingml/2006/main">
            <a:off x="7286625" y="876300"/>
            <a:ext cx="4429125" cy="5143500"/>
          </a:xfrm>
          <a:prstGeom xmlns:a="http://schemas.openxmlformats.org/drawingml/2006/main" prst="ellipse">
            <a:avLst/>
          </a:prstGeom>
          <a:solidFill xmlns:a="http://schemas.openxmlformats.org/drawingml/2006/main">
            <a:srgbClr val="7ACF98">
              <a:alpha val="7000"/>
            </a:srgbClr>
          </a:solidFill>
          <a:ln xmlns:a="http://schemas.openxmlformats.org/drawingml/2006/main" w="0">
            <a:noFill/>
            <a:prstDash val="solid"/>
          </a:ln>
        </p:spPr>
      </p:sp>
      <p:pic>
        <p:nvPicPr>
          <p:cNvPr id="5" name="">
            <a:extLst xmlns:a="http://schemas.openxmlformats.org/drawingml/2006/main">
              <a:ext uri="{FF2B5EF4-FFF2-40B4-BE49-F238E27FC236}">
                <a16:creationId xmlns:a16="http://schemas.microsoft.com/office/drawing/2014/main" id="{6584AA97-55BA-422F-AB3B-4AC4767EDA38}"/>
              </a:ext>
            </a:extLst>
          </p:cNvPr>
          <p:cNvPicPr>
            <a:picLocks xmlns:a="http://schemas.openxmlformats.org/drawingml/2006/main" noChangeAspect="1"/>
          </p:cNvPicPr>
          <p:nvPr/>
        </p:nvPicPr>
        <p:blipFill>
          <a:blip xmlns:r="http://schemas.openxmlformats.org/officeDocument/2006/relationships" xmlns:a="http://schemas.openxmlformats.org/drawingml/2006/main" r:embed="R1678da95f40748e9"/>
          <a:stretch xmlns:a="http://schemas.openxmlformats.org/drawingml/2006/main"/>
        </p:blipFill>
        <p:spPr>
          <a:xfrm xmlns:a="http://schemas.openxmlformats.org/drawingml/2006/main">
            <a:off x="7239000" y="773906"/>
            <a:ext cx="3571875" cy="5357813"/>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9C234910-B79E-47A5-A531-3830AAFC7484}"/>
              </a:ext>
            </a:extLst>
          </p:cNvPr>
          <p:cNvPicPr>
            <a:picLocks xmlns:a="http://schemas.openxmlformats.org/drawingml/2006/main" noChangeAspect="1"/>
          </p:cNvPicPr>
          <p:nvPr/>
        </p:nvPicPr>
        <p:blipFill>
          <a:blip xmlns:r="http://schemas.openxmlformats.org/officeDocument/2006/relationships" xmlns:a="http://schemas.openxmlformats.org/drawingml/2006/main" r:embed="Rb145b2dd1dc842d7"/>
          <a:stretch xmlns:a="http://schemas.openxmlformats.org/drawingml/2006/main"/>
        </p:blipFill>
        <p:spPr>
          <a:xfrm xmlns:a="http://schemas.openxmlformats.org/drawingml/2006/main">
            <a:off x="9009870" y="3028950"/>
            <a:ext cx="3030509" cy="2905125"/>
          </a:xfrm>
          <a:prstGeom xmlns:a="http://schemas.openxmlformats.org/drawingml/2006/main" prst="rect">
            <a:avLst/>
          </a:prstGeom>
        </p:spPr>
      </p:pic>
      <p:sp>
        <p:nvSpPr>
          <p:cNvPr id="7" name="brand">
            <a:extLst xmlns:a="http://schemas.openxmlformats.org/drawingml/2006/main">
              <a:ext uri="{FF2B5EF4-FFF2-40B4-BE49-F238E27FC236}">
                <a16:creationId xmlns:a16="http://schemas.microsoft.com/office/drawing/2014/main" id="{02A04809-DB48-4B39-87E0-589B999D37D0}"/>
              </a:ext>
            </a:extLst>
          </p:cNvPr>
          <p:cNvSpPr>
            <a:spLocks xmlns:a="http://schemas.openxmlformats.org/drawingml/2006/main" noGrp="1"/>
          </p:cNvSpPr>
          <p:nvPr/>
        </p:nvSpPr>
        <p:spPr>
          <a:xfrm xmlns:a="http://schemas.openxmlformats.org/drawingml/2006/main">
            <a:off x="685800" y="542925"/>
            <a:ext cx="4000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74E3C1"/>
                </a:solidFill>
                <a:latin typeface="Segoe UI"/>
                <a:ea typeface="Segoe UI"/>
                <a:cs typeface="Segoe UI"/>
              </a:defRPr>
            </a:defPPr>
          </a:lstStyle>
          <a:p xmlns:a="http://schemas.openxmlformats.org/drawingml/2006/main">
            <a:pPr algn="l">
              <a:lnSpc>
                <a:spcPct val="101000"/>
              </a:lnSpc>
              <a:buNone/>
              <a:defRPr sz="1425" b="1">
                <a:solidFill>
                  <a:srgbClr val="74E3C1"/>
                </a:solidFill>
                <a:latin typeface="Segoe UI"/>
                <a:ea typeface="Segoe UI"/>
                <a:cs typeface="Segoe UI"/>
              </a:defRPr>
            </a:pPr>
            <a:r>
              <a:rPr sz="1425" b="1">
                <a:solidFill>
                  <a:srgbClr val="74E3C1"/>
                </a:solidFill>
                <a:latin typeface="Segoe UI"/>
                <a:ea typeface="Segoe UI"/>
                <a:cs typeface="Segoe UI"/>
              </a:rPr>
              <a:t>BIOPULSE 2.0</a:t>
            </a:r>
          </a:p>
        </p:txBody>
      </p:sp>
      <p:sp>
        <p:nvSpPr>
          <p:cNvPr id="8" name="">
            <a:extLst xmlns:a="http://schemas.openxmlformats.org/drawingml/2006/main">
              <a:ext uri="{FF2B5EF4-FFF2-40B4-BE49-F238E27FC236}">
                <a16:creationId xmlns:a16="http://schemas.microsoft.com/office/drawing/2014/main" id="{8C92ECF8-7554-4518-8B77-45DBDAC13717}"/>
              </a:ext>
            </a:extLst>
          </p:cNvPr>
          <p:cNvSpPr>
            <a:spLocks xmlns:a="http://schemas.openxmlformats.org/drawingml/2006/main" noGrp="1"/>
          </p:cNvSpPr>
          <p:nvPr/>
        </p:nvSpPr>
        <p:spPr>
          <a:xfrm xmlns:a="http://schemas.openxmlformats.org/drawingml/2006/main">
            <a:off x="685800" y="1152525"/>
            <a:ext cx="2667000" cy="276225"/>
          </a:xfrm>
          <a:prstGeom xmlns:a="http://schemas.openxmlformats.org/drawingml/2006/main" prst="roundRect">
            <a:avLst>
              <a:gd name="adj" fmla="val 50000"/>
            </a:avLst>
          </a:prstGeom>
          <a:solidFill xmlns:a="http://schemas.openxmlformats.org/drawingml/2006/main">
            <a:srgbClr val="12241E">
              <a:alpha val="90000"/>
            </a:srgbClr>
          </a:solidFill>
          <a:ln xmlns:a="http://schemas.openxmlformats.org/drawingml/2006/main" w="9525">
            <a:solidFill>
              <a:srgbClr val="D4F46D">
                <a:alpha val="52000"/>
              </a:srgbClr>
            </a:solidFill>
            <a:prstDash val="solid"/>
          </a:ln>
        </p:spPr>
      </p:sp>
      <p:sp>
        <p:nvSpPr>
          <p:cNvPr id="9" name="tag-PITCH DE INVERSIÓN · 2026">
            <a:extLst xmlns:a="http://schemas.openxmlformats.org/drawingml/2006/main">
              <a:ext uri="{FF2B5EF4-FFF2-40B4-BE49-F238E27FC236}">
                <a16:creationId xmlns:a16="http://schemas.microsoft.com/office/drawing/2014/main" id="{3BBA1F92-8A3C-4306-A04F-D5D0F460B04F}"/>
              </a:ext>
            </a:extLst>
          </p:cNvPr>
          <p:cNvSpPr>
            <a:spLocks xmlns:a="http://schemas.openxmlformats.org/drawingml/2006/main" noGrp="1"/>
          </p:cNvSpPr>
          <p:nvPr/>
        </p:nvSpPr>
        <p:spPr>
          <a:xfrm xmlns:a="http://schemas.openxmlformats.org/drawingml/2006/main">
            <a:off x="809625" y="1162050"/>
            <a:ext cx="2419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D4F46D"/>
                </a:solidFill>
                <a:latin typeface="Segoe UI"/>
                <a:ea typeface="Segoe UI"/>
                <a:cs typeface="Segoe UI"/>
              </a:defRPr>
            </a:defPPr>
          </a:lstStyle>
          <a:p xmlns:a="http://schemas.openxmlformats.org/drawingml/2006/main">
            <a:pPr algn="l">
              <a:lnSpc>
                <a:spcPct val="101000"/>
              </a:lnSpc>
              <a:buNone/>
              <a:defRPr sz="900" b="1">
                <a:solidFill>
                  <a:srgbClr val="D4F46D"/>
                </a:solidFill>
                <a:latin typeface="Segoe UI"/>
                <a:ea typeface="Segoe UI"/>
                <a:cs typeface="Segoe UI"/>
              </a:defRPr>
            </a:pPr>
            <a:r>
              <a:rPr sz="900" b="1">
                <a:solidFill>
                  <a:srgbClr val="D4F46D"/>
                </a:solidFill>
                <a:latin typeface="Segoe UI"/>
                <a:ea typeface="Segoe UI"/>
                <a:cs typeface="Segoe UI"/>
              </a:rPr>
              <a:t>PITCH DE INVERSIÓN · 2026</a:t>
            </a:r>
          </a:p>
        </p:txBody>
      </p:sp>
      <p:sp>
        <p:nvSpPr>
          <p:cNvPr id="10" name="hero">
            <a:extLst xmlns:a="http://schemas.openxmlformats.org/drawingml/2006/main">
              <a:ext uri="{FF2B5EF4-FFF2-40B4-BE49-F238E27FC236}">
                <a16:creationId xmlns:a16="http://schemas.microsoft.com/office/drawing/2014/main" id="{D4085162-7AFF-4CF8-A855-86ECE39187ED}"/>
              </a:ext>
            </a:extLst>
          </p:cNvPr>
          <p:cNvSpPr>
            <a:spLocks xmlns:a="http://schemas.openxmlformats.org/drawingml/2006/main" noGrp="1"/>
          </p:cNvSpPr>
          <p:nvPr/>
        </p:nvSpPr>
        <p:spPr>
          <a:xfrm xmlns:a="http://schemas.openxmlformats.org/drawingml/2006/main">
            <a:off x="685800" y="1809750"/>
            <a:ext cx="628650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350" b="1">
                <a:solidFill>
                  <a:srgbClr val="F5F8F4"/>
                </a:solidFill>
                <a:latin typeface="Segoe UI"/>
                <a:ea typeface="Segoe UI"/>
                <a:cs typeface="Segoe UI"/>
              </a:defRPr>
            </a:defPPr>
          </a:lstStyle>
          <a:p xmlns:a="http://schemas.openxmlformats.org/drawingml/2006/main">
            <a:pPr algn="l">
              <a:lnSpc>
                <a:spcPct val="101000"/>
              </a:lnSpc>
              <a:buNone/>
              <a:defRPr sz="4350" b="1">
                <a:solidFill>
                  <a:srgbClr val="F5F8F4"/>
                </a:solidFill>
                <a:latin typeface="Segoe UI"/>
                <a:ea typeface="Segoe UI"/>
                <a:cs typeface="Segoe UI"/>
              </a:defRPr>
            </a:pPr>
            <a:r>
              <a:rPr sz="4350" b="1">
                <a:solidFill>
                  <a:srgbClr val="F5F8F4"/>
                </a:solidFill>
                <a:latin typeface="Segoe UI"/>
                <a:ea typeface="Segoe UI"/>
                <a:cs typeface="Segoe UI"/>
              </a:rPr>
              <a:t>Tu Apple Watch</a:t>
            </a:r>
          </a:p>
          <a:p xmlns:a="http://schemas.openxmlformats.org/drawingml/2006/main">
            <a:pPr algn="l">
              <a:lnSpc>
                <a:spcPct val="101000"/>
              </a:lnSpc>
              <a:buNone/>
              <a:defRPr sz="4350" b="1">
                <a:solidFill>
                  <a:srgbClr val="F5F8F4"/>
                </a:solidFill>
                <a:latin typeface="Segoe UI"/>
                <a:ea typeface="Segoe UI"/>
                <a:cs typeface="Segoe UI"/>
              </a:defRPr>
            </a:pPr>
            <a:r>
              <a:rPr sz="4350" b="1">
                <a:solidFill>
                  <a:srgbClr val="F5F8F4"/>
                </a:solidFill>
                <a:latin typeface="Segoe UI"/>
                <a:ea typeface="Segoe UI"/>
                <a:cs typeface="Segoe UI"/>
              </a:rPr>
              <a:t>ya mide.</a:t>
            </a:r>
          </a:p>
          <a:p xmlns:a="http://schemas.openxmlformats.org/drawingml/2006/main">
            <a:pPr algn="l">
              <a:lnSpc>
                <a:spcPct val="101000"/>
              </a:lnSpc>
              <a:buNone/>
              <a:defRPr sz="4350" b="1">
                <a:solidFill>
                  <a:srgbClr val="F5F8F4"/>
                </a:solidFill>
                <a:latin typeface="Segoe UI"/>
                <a:ea typeface="Segoe UI"/>
                <a:cs typeface="Segoe UI"/>
              </a:defRPr>
            </a:pPr>
            <a:r>
              <a:rPr sz="4350" b="1">
                <a:solidFill>
                  <a:srgbClr val="F5F8F4"/>
                </a:solidFill>
                <a:latin typeface="Segoe UI"/>
                <a:ea typeface="Segoe UI"/>
                <a:cs typeface="Segoe UI"/>
              </a:rPr>
              <a:t>BioPulse explica.</a:t>
            </a:r>
          </a:p>
        </p:txBody>
      </p:sp>
      <p:sp>
        <p:nvSpPr>
          <p:cNvPr id="11" name="sub">
            <a:extLst xmlns:a="http://schemas.openxmlformats.org/drawingml/2006/main">
              <a:ext uri="{FF2B5EF4-FFF2-40B4-BE49-F238E27FC236}">
                <a16:creationId xmlns:a16="http://schemas.microsoft.com/office/drawing/2014/main" id="{A8776001-D411-4277-9730-E901F0303EC2}"/>
              </a:ext>
            </a:extLst>
          </p:cNvPr>
          <p:cNvSpPr>
            <a:spLocks xmlns:a="http://schemas.openxmlformats.org/drawingml/2006/main" noGrp="1"/>
          </p:cNvSpPr>
          <p:nvPr/>
        </p:nvSpPr>
        <p:spPr>
          <a:xfrm xmlns:a="http://schemas.openxmlformats.org/drawingml/2006/main">
            <a:off x="704850" y="4705350"/>
            <a:ext cx="59245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F5F8F4"/>
                </a:solidFill>
                <a:latin typeface="Segoe UI"/>
                <a:ea typeface="Segoe UI"/>
                <a:cs typeface="Segoe UI"/>
              </a:defRPr>
            </a:defPPr>
          </a:lstStyle>
          <a:p xmlns:a="http://schemas.openxmlformats.org/drawingml/2006/main">
            <a:pPr algn="l">
              <a:lnSpc>
                <a:spcPct val="101000"/>
              </a:lnSpc>
              <a:buNone/>
              <a:defRPr sz="1725" b="0">
                <a:solidFill>
                  <a:srgbClr val="F5F8F4"/>
                </a:solidFill>
                <a:latin typeface="Segoe UI"/>
                <a:ea typeface="Segoe UI"/>
                <a:cs typeface="Segoe UI"/>
              </a:defRPr>
            </a:pPr>
            <a:r>
              <a:rPr sz="1725" b="0">
                <a:solidFill>
                  <a:srgbClr val="F5F8F4"/>
                </a:solidFill>
                <a:latin typeface="Segoe UI"/>
                <a:ea typeface="Segoe UI"/>
                <a:cs typeface="Segoe UI"/>
              </a:rPr>
              <a:t>Recuperación, sueño y tendencias convertidas en decisiones con contexto.</a:t>
            </a:r>
          </a:p>
        </p:txBody>
      </p:sp>
      <p:sp>
        <p:nvSpPr>
          <p:cNvPr id="12" name="bottom">
            <a:extLst xmlns:a="http://schemas.openxmlformats.org/drawingml/2006/main">
              <a:ext uri="{FF2B5EF4-FFF2-40B4-BE49-F238E27FC236}">
                <a16:creationId xmlns:a16="http://schemas.microsoft.com/office/drawing/2014/main" id="{1B056112-AB7D-4A9F-B2C3-0BE6FFB21452}"/>
              </a:ext>
            </a:extLst>
          </p:cNvPr>
          <p:cNvSpPr>
            <a:spLocks xmlns:a="http://schemas.openxmlformats.org/drawingml/2006/main" noGrp="1"/>
          </p:cNvSpPr>
          <p:nvPr/>
        </p:nvSpPr>
        <p:spPr>
          <a:xfrm xmlns:a="http://schemas.openxmlformats.org/drawingml/2006/main">
            <a:off x="704850" y="61912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74E3C1"/>
                </a:solidFill>
                <a:latin typeface="Segoe UI"/>
                <a:ea typeface="Segoe UI"/>
                <a:cs typeface="Segoe UI"/>
              </a:defRPr>
            </a:defPPr>
          </a:lstStyle>
          <a:p xmlns:a="http://schemas.openxmlformats.org/drawingml/2006/main">
            <a:pPr algn="l">
              <a:lnSpc>
                <a:spcPct val="101000"/>
              </a:lnSpc>
              <a:buNone/>
              <a:defRPr sz="900" b="1">
                <a:solidFill>
                  <a:srgbClr val="74E3C1"/>
                </a:solidFill>
                <a:latin typeface="Segoe UI"/>
                <a:ea typeface="Segoe UI"/>
                <a:cs typeface="Segoe UI"/>
              </a:defRPr>
            </a:pPr>
            <a:r>
              <a:rPr sz="900" b="1">
                <a:solidFill>
                  <a:srgbClr val="74E3C1"/>
                </a:solidFill>
                <a:latin typeface="Segoe UI"/>
                <a:ea typeface="Segoe UI"/>
                <a:cs typeface="Segoe UI"/>
              </a:rPr>
              <a:t>UNA CAPA DE INTELIGENCIA PARA EL RELOJ QUE YA LLEVAS</a:t>
            </a:r>
          </a:p>
        </p:txBody>
      </p:sp>
    </p:spTree>
    <p:extLst>
      <p:ext uri="{BB962C8B-B14F-4D97-AF65-F5344CB8AC3E}">
        <p14:creationId xmlns:p14="http://schemas.microsoft.com/office/powerpoint/2010/main" val="1239785290"/>
      </p:ext>
    </p:extLst>
  </p:cSld>
</p:sld>
</file>

<file path=ppt/slides/slide2.xml><?xml version="1.0" encoding="utf-8"?>
<p:sld xmlns:p="http://schemas.openxmlformats.org/presentationml/2006/main">
  <p:cSld>
    <p:bg>
      <p:bgPr>
        <a:solidFill xmlns:a="http://schemas.openxmlformats.org/drawingml/2006/main">
          <a:srgbClr val="06110F"/>
        </a:solidFill>
      </p:bgPr>
    </p:bg>
    <p:spTree>
      <p:nvGrpSpPr>
        <p:cNvPr id="1" name=""/>
        <p:cNvGrpSpPr/>
        <p:nvPr/>
      </p:nvGrpSpPr>
      <p:grpSpPr>
        <a:xfrm xmlns:a="http://schemas.openxmlformats.org/drawingml/2006/main"/>
      </p:grpSpPr>
      <p:pic>
        <p:nvPicPr>
          <p:cNvPr id="22" name="">
            <a:extLst xmlns:a="http://schemas.openxmlformats.org/drawingml/2006/main">
              <a:ext uri="{FF2B5EF4-FFF2-40B4-BE49-F238E27FC236}">
                <a16:creationId xmlns:a16="http://schemas.microsoft.com/office/drawing/2014/main" id="{F51542DD-CBFB-4C75-896A-C0CCA1A12C19}"/>
              </a:ext>
            </a:extLst>
          </p:cNvPr>
          <p:cNvPicPr>
            <a:picLocks xmlns:a="http://schemas.openxmlformats.org/drawingml/2006/main" noChangeAspect="1"/>
          </p:cNvPicPr>
          <p:nvPr/>
        </p:nvPicPr>
        <p:blipFill>
          <a:blip xmlns:r="http://schemas.openxmlformats.org/officeDocument/2006/relationships" xmlns:a="http://schemas.openxmlformats.org/drawingml/2006/main" r:embed="Re000445cfc6a4dd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DD4770D7-B52F-4D5A-91D7-AD882944D19F}"/>
              </a:ext>
            </a:extLst>
          </p:cNvPr>
          <p:cNvSpPr>
            <a:spLocks xmlns:a="http://schemas.openxmlformats.org/drawingml/2006/main" noGrp="1"/>
          </p:cNvSpPr>
          <p:nvPr/>
        </p:nvSpPr>
        <p:spPr>
          <a:xfrm xmlns:a="http://schemas.openxmlformats.org/drawingml/2006/main">
            <a:off x="666750" y="2857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74E3C1"/>
                </a:solidFill>
                <a:latin typeface="Segoe UI"/>
                <a:ea typeface="Segoe UI"/>
                <a:cs typeface="Segoe UI"/>
              </a:defRPr>
            </a:defPPr>
          </a:lstStyle>
          <a:p xmlns:a="http://schemas.openxmlformats.org/drawingml/2006/main">
            <a:pPr algn="l">
              <a:lnSpc>
                <a:spcPct val="101000"/>
              </a:lnSpc>
              <a:buNone/>
              <a:defRPr sz="1275" b="1">
                <a:solidFill>
                  <a:srgbClr val="74E3C1"/>
                </a:solidFill>
                <a:latin typeface="Segoe UI"/>
                <a:ea typeface="Segoe UI"/>
                <a:cs typeface="Segoe UI"/>
              </a:defRPr>
            </a:pPr>
            <a:r>
              <a:rPr sz="1275" b="1">
                <a:solidFill>
                  <a:srgbClr val="74E3C1"/>
                </a:solidFill>
                <a:latin typeface="Segoe UI"/>
                <a:ea typeface="Segoe UI"/>
                <a:cs typeface="Segoe UI"/>
              </a:rPr>
              <a:t>BIOPULSE</a:t>
            </a:r>
          </a:p>
        </p:txBody>
      </p:sp>
      <p:sp>
        <p:nvSpPr>
          <p:cNvPr id="3" name="section">
            <a:extLst xmlns:a="http://schemas.openxmlformats.org/drawingml/2006/main">
              <a:ext uri="{FF2B5EF4-FFF2-40B4-BE49-F238E27FC236}">
                <a16:creationId xmlns:a16="http://schemas.microsoft.com/office/drawing/2014/main" id="{A6A340D3-F1E3-422D-B528-14A4FB5E4997}"/>
              </a:ext>
            </a:extLst>
          </p:cNvPr>
          <p:cNvSpPr>
            <a:spLocks xmlns:a="http://schemas.openxmlformats.org/drawingml/2006/main" noGrp="1"/>
          </p:cNvSpPr>
          <p:nvPr/>
        </p:nvSpPr>
        <p:spPr>
          <a:xfrm xmlns:a="http://schemas.openxmlformats.org/drawingml/2006/main">
            <a:off x="7905750" y="285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98077"/>
                </a:solidFill>
                <a:latin typeface="Segoe UI"/>
                <a:ea typeface="Segoe UI"/>
                <a:cs typeface="Segoe UI"/>
              </a:defRPr>
            </a:defPPr>
          </a:lstStyle>
          <a:p xmlns:a="http://schemas.openxmlformats.org/drawingml/2006/main">
            <a:pPr algn="r">
              <a:lnSpc>
                <a:spcPct val="101000"/>
              </a:lnSpc>
              <a:buNone/>
              <a:defRPr sz="900" b="1">
                <a:solidFill>
                  <a:srgbClr val="698077"/>
                </a:solidFill>
                <a:latin typeface="Segoe UI"/>
                <a:ea typeface="Segoe UI"/>
                <a:cs typeface="Segoe UI"/>
              </a:defRPr>
            </a:pPr>
            <a:r>
              <a:rPr sz="900" b="1">
                <a:solidFill>
                  <a:srgbClr val="698077"/>
                </a:solidFill>
                <a:latin typeface="Segoe UI"/>
                <a:ea typeface="Segoe UI"/>
                <a:cs typeface="Segoe UI"/>
              </a:rPr>
              <a:t>EL PROBLEMA</a:t>
            </a:r>
          </a:p>
        </p:txBody>
      </p:sp>
      <p:sp>
        <p:nvSpPr>
          <p:cNvPr id="4" name="">
            <a:extLst xmlns:a="http://schemas.openxmlformats.org/drawingml/2006/main">
              <a:ext uri="{FF2B5EF4-FFF2-40B4-BE49-F238E27FC236}">
                <a16:creationId xmlns:a16="http://schemas.microsoft.com/office/drawing/2014/main" id="{52007BEE-F005-4B81-B7B2-D51D19819224}"/>
              </a:ext>
            </a:extLst>
          </p:cNvPr>
          <p:cNvSpPr>
            <a:spLocks xmlns:a="http://schemas.openxmlformats.org/drawingml/2006/main" noGrp="1"/>
          </p:cNvSpPr>
          <p:nvPr/>
        </p:nvSpPr>
        <p:spPr>
          <a:xfrm xmlns:a="http://schemas.openxmlformats.org/drawingml/2006/main">
            <a:off x="666750" y="6429375"/>
            <a:ext cx="10858500" cy="9525"/>
          </a:xfrm>
          <a:prstGeom xmlns:a="http://schemas.openxmlformats.org/drawingml/2006/main" prst="rect">
            <a:avLst/>
          </a:prstGeom>
          <a:solidFill xmlns:a="http://schemas.openxmlformats.org/drawingml/2006/main">
            <a:srgbClr val="294138"/>
          </a:solidFill>
          <a:ln xmlns:a="http://schemas.openxmlformats.org/drawingml/2006/main" w="0">
            <a:noFill/>
            <a:prstDash val="solid"/>
          </a:ln>
        </p:spPr>
      </p:sp>
      <p:sp>
        <p:nvSpPr>
          <p:cNvPr id="5" name="page">
            <a:extLst xmlns:a="http://schemas.openxmlformats.org/drawingml/2006/main">
              <a:ext uri="{FF2B5EF4-FFF2-40B4-BE49-F238E27FC236}">
                <a16:creationId xmlns:a16="http://schemas.microsoft.com/office/drawing/2014/main" id="{EFAD2F3D-A1AE-4E94-8AB8-934DCA513A6D}"/>
              </a:ext>
            </a:extLst>
          </p:cNvPr>
          <p:cNvSpPr>
            <a:spLocks xmlns:a="http://schemas.openxmlformats.org/drawingml/2006/main" noGrp="1"/>
          </p:cNvSpPr>
          <p:nvPr/>
        </p:nvSpPr>
        <p:spPr>
          <a:xfrm xmlns:a="http://schemas.openxmlformats.org/drawingml/2006/main">
            <a:off x="10525125" y="649605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698077"/>
                </a:solidFill>
                <a:latin typeface="Segoe UI"/>
                <a:ea typeface="Segoe UI"/>
                <a:cs typeface="Segoe UI"/>
              </a:defRPr>
            </a:defPPr>
          </a:lstStyle>
          <a:p xmlns:a="http://schemas.openxmlformats.org/drawingml/2006/main">
            <a:pPr algn="r">
              <a:lnSpc>
                <a:spcPct val="101000"/>
              </a:lnSpc>
              <a:buNone/>
              <a:defRPr sz="825" b="1">
                <a:solidFill>
                  <a:srgbClr val="698077"/>
                </a:solidFill>
                <a:latin typeface="Segoe UI"/>
                <a:ea typeface="Segoe UI"/>
                <a:cs typeface="Segoe UI"/>
              </a:defRPr>
            </a:pPr>
            <a:r>
              <a:rPr sz="825" b="1">
                <a:solidFill>
                  <a:srgbClr val="698077"/>
                </a:solidFill>
                <a:latin typeface="Segoe UI"/>
                <a:ea typeface="Segoe UI"/>
                <a:cs typeface="Segoe UI"/>
              </a:rPr>
              <a:t>02 / 12</a:t>
            </a:r>
          </a:p>
        </p:txBody>
      </p:sp>
      <p:sp>
        <p:nvSpPr>
          <p:cNvPr id="6" name="headline">
            <a:extLst xmlns:a="http://schemas.openxmlformats.org/drawingml/2006/main">
              <a:ext uri="{FF2B5EF4-FFF2-40B4-BE49-F238E27FC236}">
                <a16:creationId xmlns:a16="http://schemas.microsoft.com/office/drawing/2014/main" id="{648C0211-10F6-4FA2-B261-DD611817C738}"/>
              </a:ext>
            </a:extLst>
          </p:cNvPr>
          <p:cNvSpPr>
            <a:spLocks xmlns:a="http://schemas.openxmlformats.org/drawingml/2006/main" noGrp="1"/>
          </p:cNvSpPr>
          <p:nvPr/>
        </p:nvSpPr>
        <p:spPr>
          <a:xfrm xmlns:a="http://schemas.openxmlformats.org/drawingml/2006/main">
            <a:off x="685800" y="962025"/>
            <a:ext cx="7667625"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633"/>
          </a:bodyPr>
          <a:lstStyle xmlns:a="http://schemas.openxmlformats.org/drawingml/2006/main">
            <a:defPPr algn="l">
              <a:defRPr sz="3975" b="1">
                <a:solidFill>
                  <a:srgbClr val="F5F8F4"/>
                </a:solidFill>
                <a:latin typeface="Segoe UI"/>
                <a:ea typeface="Segoe UI"/>
                <a:cs typeface="Segoe UI"/>
              </a:defRPr>
            </a:defPPr>
          </a:lstStyle>
          <a:p xmlns:a="http://schemas.openxmlformats.org/drawingml/2006/main">
            <a:pPr algn="l">
              <a:lnSpc>
                <a:spcPct val="101000"/>
              </a:lnSpc>
              <a:buNone/>
              <a:defRPr sz="3975" b="1">
                <a:solidFill>
                  <a:srgbClr val="F5F8F4"/>
                </a:solidFill>
                <a:latin typeface="Segoe UI"/>
                <a:ea typeface="Segoe UI"/>
                <a:cs typeface="Segoe UI"/>
              </a:defRPr>
            </a:pPr>
            <a:r>
              <a:rPr sz="3975" b="1">
                <a:solidFill>
                  <a:srgbClr val="F5F8F4"/>
                </a:solidFill>
                <a:latin typeface="Segoe UI"/>
                <a:ea typeface="Segoe UI"/>
                <a:cs typeface="Segoe UI"/>
              </a:rPr>
              <a:t>Un número no responde</a:t>
            </a:r>
          </a:p>
          <a:p xmlns:a="http://schemas.openxmlformats.org/drawingml/2006/main">
            <a:pPr algn="l">
              <a:lnSpc>
                <a:spcPct val="101000"/>
              </a:lnSpc>
              <a:buNone/>
              <a:defRPr sz="3975" b="1">
                <a:solidFill>
                  <a:srgbClr val="F5F8F4"/>
                </a:solidFill>
                <a:latin typeface="Segoe UI"/>
                <a:ea typeface="Segoe UI"/>
                <a:cs typeface="Segoe UI"/>
              </a:defRPr>
            </a:pPr>
            <a:r>
              <a:rPr sz="3975" b="1">
                <a:solidFill>
                  <a:srgbClr val="F5F8F4"/>
                </a:solidFill>
                <a:latin typeface="Segoe UI"/>
                <a:ea typeface="Segoe UI"/>
                <a:cs typeface="Segoe UI"/>
              </a:rPr>
              <a:t>qué hacer mañana.</a:t>
            </a:r>
          </a:p>
        </p:txBody>
      </p:sp>
      <p:sp>
        <p:nvSpPr>
          <p:cNvPr id="7" name="body">
            <a:extLst xmlns:a="http://schemas.openxmlformats.org/drawingml/2006/main">
              <a:ext uri="{FF2B5EF4-FFF2-40B4-BE49-F238E27FC236}">
                <a16:creationId xmlns:a16="http://schemas.microsoft.com/office/drawing/2014/main" id="{ECE25663-BF9D-48A5-A437-2ED7FB216FCE}"/>
              </a:ext>
            </a:extLst>
          </p:cNvPr>
          <p:cNvSpPr>
            <a:spLocks xmlns:a="http://schemas.openxmlformats.org/drawingml/2006/main" noGrp="1"/>
          </p:cNvSpPr>
          <p:nvPr/>
        </p:nvSpPr>
        <p:spPr>
          <a:xfrm xmlns:a="http://schemas.openxmlformats.org/drawingml/2006/main">
            <a:off x="704850" y="2390775"/>
            <a:ext cx="6762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A8BAB0"/>
                </a:solidFill>
                <a:latin typeface="Segoe UI"/>
                <a:ea typeface="Segoe UI"/>
                <a:cs typeface="Segoe UI"/>
              </a:defRPr>
            </a:defPPr>
          </a:lstStyle>
          <a:p xmlns:a="http://schemas.openxmlformats.org/drawingml/2006/main">
            <a:pPr algn="l">
              <a:lnSpc>
                <a:spcPct val="101000"/>
              </a:lnSpc>
              <a:buNone/>
              <a:defRPr sz="1575" b="0">
                <a:solidFill>
                  <a:srgbClr val="A8BAB0"/>
                </a:solidFill>
                <a:latin typeface="Segoe UI"/>
                <a:ea typeface="Segoe UI"/>
                <a:cs typeface="Segoe UI"/>
              </a:defRPr>
            </a:pPr>
            <a:r>
              <a:rPr sz="1575" b="0">
                <a:solidFill>
                  <a:srgbClr val="A8BAB0"/>
                </a:solidFill>
                <a:latin typeface="Segoe UI"/>
                <a:ea typeface="Segoe UI"/>
                <a:cs typeface="Segoe UI"/>
              </a:rPr>
              <a:t>El reloj registra cada día. Entender por qué cambió tu recuperación exige tiempo, contexto y una lectura que puedas seguir.</a:t>
            </a:r>
          </a:p>
        </p:txBody>
      </p:sp>
      <p:sp>
        <p:nvSpPr>
          <p:cNvPr id="8" name="q0">
            <a:extLst xmlns:a="http://schemas.openxmlformats.org/drawingml/2006/main">
              <a:ext uri="{FF2B5EF4-FFF2-40B4-BE49-F238E27FC236}">
                <a16:creationId xmlns:a16="http://schemas.microsoft.com/office/drawing/2014/main" id="{559516BA-56F4-45CD-82CA-74EAC4A6F70B}"/>
              </a:ext>
            </a:extLst>
          </p:cNvPr>
          <p:cNvSpPr>
            <a:spLocks xmlns:a="http://schemas.openxmlformats.org/drawingml/2006/main" noGrp="1"/>
          </p:cNvSpPr>
          <p:nvPr/>
        </p:nvSpPr>
        <p:spPr>
          <a:xfrm xmlns:a="http://schemas.openxmlformats.org/drawingml/2006/main">
            <a:off x="723900" y="3486150"/>
            <a:ext cx="5429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F5F8F4"/>
                </a:solidFill>
                <a:latin typeface="Segoe UI"/>
                <a:ea typeface="Segoe UI"/>
                <a:cs typeface="Segoe UI"/>
              </a:defRPr>
            </a:defPPr>
          </a:lstStyle>
          <a:p xmlns:a="http://schemas.openxmlformats.org/drawingml/2006/main">
            <a:pPr algn="l">
              <a:lnSpc>
                <a:spcPct val="101000"/>
              </a:lnSpc>
              <a:buNone/>
              <a:defRPr sz="2325" b="1">
                <a:solidFill>
                  <a:srgbClr val="F5F8F4"/>
                </a:solidFill>
                <a:latin typeface="Segoe UI"/>
                <a:ea typeface="Segoe UI"/>
                <a:cs typeface="Segoe UI"/>
              </a:defRPr>
            </a:pPr>
            <a:r>
              <a:rPr sz="2325" b="1">
                <a:solidFill>
                  <a:srgbClr val="F5F8F4"/>
                </a:solidFill>
                <a:latin typeface="Segoe UI"/>
                <a:ea typeface="Segoe UI"/>
                <a:cs typeface="Segoe UI"/>
              </a:rPr>
              <a:t>¿Qué cambió?</a:t>
            </a:r>
          </a:p>
        </p:txBody>
      </p:sp>
      <p:sp>
        <p:nvSpPr>
          <p:cNvPr id="9" name="">
            <a:extLst xmlns:a="http://schemas.openxmlformats.org/drawingml/2006/main">
              <a:ext uri="{FF2B5EF4-FFF2-40B4-BE49-F238E27FC236}">
                <a16:creationId xmlns:a16="http://schemas.microsoft.com/office/drawing/2014/main" id="{D89BA527-7F6E-4945-B762-FEFC9F7F2457}"/>
              </a:ext>
            </a:extLst>
          </p:cNvPr>
          <p:cNvSpPr>
            <a:spLocks xmlns:a="http://schemas.openxmlformats.org/drawingml/2006/main" noGrp="1"/>
          </p:cNvSpPr>
          <p:nvPr/>
        </p:nvSpPr>
        <p:spPr>
          <a:xfrm xmlns:a="http://schemas.openxmlformats.org/drawingml/2006/main">
            <a:off x="723900" y="3981450"/>
            <a:ext cx="5381625" cy="9525"/>
          </a:xfrm>
          <a:prstGeom xmlns:a="http://schemas.openxmlformats.org/drawingml/2006/main" prst="rect">
            <a:avLst/>
          </a:prstGeom>
          <a:solidFill xmlns:a="http://schemas.openxmlformats.org/drawingml/2006/main">
            <a:srgbClr val="6F9C82">
              <a:alpha val="28000"/>
            </a:srgbClr>
          </a:solidFill>
          <a:ln xmlns:a="http://schemas.openxmlformats.org/drawingml/2006/main" w="0">
            <a:noFill/>
            <a:prstDash val="solid"/>
          </a:ln>
        </p:spPr>
      </p:sp>
      <p:sp>
        <p:nvSpPr>
          <p:cNvPr id="10" name="q1">
            <a:extLst xmlns:a="http://schemas.openxmlformats.org/drawingml/2006/main">
              <a:ext uri="{FF2B5EF4-FFF2-40B4-BE49-F238E27FC236}">
                <a16:creationId xmlns:a16="http://schemas.microsoft.com/office/drawing/2014/main" id="{31CDBC83-F21C-4B8B-BC12-9F567D689EFF}"/>
              </a:ext>
            </a:extLst>
          </p:cNvPr>
          <p:cNvSpPr>
            <a:spLocks xmlns:a="http://schemas.openxmlformats.org/drawingml/2006/main" noGrp="1"/>
          </p:cNvSpPr>
          <p:nvPr/>
        </p:nvSpPr>
        <p:spPr>
          <a:xfrm xmlns:a="http://schemas.openxmlformats.org/drawingml/2006/main">
            <a:off x="723900" y="4114800"/>
            <a:ext cx="5429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F5F8F4"/>
                </a:solidFill>
                <a:latin typeface="Segoe UI"/>
                <a:ea typeface="Segoe UI"/>
                <a:cs typeface="Segoe UI"/>
              </a:defRPr>
            </a:defPPr>
          </a:lstStyle>
          <a:p xmlns:a="http://schemas.openxmlformats.org/drawingml/2006/main">
            <a:pPr algn="l">
              <a:lnSpc>
                <a:spcPct val="101000"/>
              </a:lnSpc>
              <a:buNone/>
              <a:defRPr sz="2325" b="1">
                <a:solidFill>
                  <a:srgbClr val="F5F8F4"/>
                </a:solidFill>
                <a:latin typeface="Segoe UI"/>
                <a:ea typeface="Segoe UI"/>
                <a:cs typeface="Segoe UI"/>
              </a:defRPr>
            </a:pPr>
            <a:r>
              <a:rPr sz="2325" b="1">
                <a:solidFill>
                  <a:srgbClr val="F5F8F4"/>
                </a:solidFill>
                <a:latin typeface="Segoe UI"/>
                <a:ea typeface="Segoe UI"/>
                <a:cs typeface="Segoe UI"/>
              </a:rPr>
              <a:t>¿Por qué?</a:t>
            </a:r>
          </a:p>
        </p:txBody>
      </p:sp>
      <p:sp>
        <p:nvSpPr>
          <p:cNvPr id="11" name="">
            <a:extLst xmlns:a="http://schemas.openxmlformats.org/drawingml/2006/main">
              <a:ext uri="{FF2B5EF4-FFF2-40B4-BE49-F238E27FC236}">
                <a16:creationId xmlns:a16="http://schemas.microsoft.com/office/drawing/2014/main" id="{361B2AAE-7F9B-4282-A683-5CF4559B7BCE}"/>
              </a:ext>
            </a:extLst>
          </p:cNvPr>
          <p:cNvSpPr>
            <a:spLocks xmlns:a="http://schemas.openxmlformats.org/drawingml/2006/main" noGrp="1"/>
          </p:cNvSpPr>
          <p:nvPr/>
        </p:nvSpPr>
        <p:spPr>
          <a:xfrm xmlns:a="http://schemas.openxmlformats.org/drawingml/2006/main">
            <a:off x="723900" y="4610100"/>
            <a:ext cx="5381625" cy="9525"/>
          </a:xfrm>
          <a:prstGeom xmlns:a="http://schemas.openxmlformats.org/drawingml/2006/main" prst="rect">
            <a:avLst/>
          </a:prstGeom>
          <a:solidFill xmlns:a="http://schemas.openxmlformats.org/drawingml/2006/main">
            <a:srgbClr val="6F9C82">
              <a:alpha val="28000"/>
            </a:srgbClr>
          </a:solidFill>
          <a:ln xmlns:a="http://schemas.openxmlformats.org/drawingml/2006/main" w="0">
            <a:noFill/>
            <a:prstDash val="solid"/>
          </a:ln>
        </p:spPr>
      </p:sp>
      <p:sp>
        <p:nvSpPr>
          <p:cNvPr id="12" name="q2">
            <a:extLst xmlns:a="http://schemas.openxmlformats.org/drawingml/2006/main">
              <a:ext uri="{FF2B5EF4-FFF2-40B4-BE49-F238E27FC236}">
                <a16:creationId xmlns:a16="http://schemas.microsoft.com/office/drawing/2014/main" id="{AA29D250-FC75-4E44-BA1F-5F992030D981}"/>
              </a:ext>
            </a:extLst>
          </p:cNvPr>
          <p:cNvSpPr>
            <a:spLocks xmlns:a="http://schemas.openxmlformats.org/drawingml/2006/main" noGrp="1"/>
          </p:cNvSpPr>
          <p:nvPr/>
        </p:nvSpPr>
        <p:spPr>
          <a:xfrm xmlns:a="http://schemas.openxmlformats.org/drawingml/2006/main">
            <a:off x="723900" y="4743450"/>
            <a:ext cx="5429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D4F46D"/>
                </a:solidFill>
                <a:latin typeface="Segoe UI"/>
                <a:ea typeface="Segoe UI"/>
                <a:cs typeface="Segoe UI"/>
              </a:defRPr>
            </a:defPPr>
          </a:lstStyle>
          <a:p xmlns:a="http://schemas.openxmlformats.org/drawingml/2006/main">
            <a:pPr algn="l">
              <a:lnSpc>
                <a:spcPct val="101000"/>
              </a:lnSpc>
              <a:buNone/>
              <a:defRPr sz="2325" b="1">
                <a:solidFill>
                  <a:srgbClr val="D4F46D"/>
                </a:solidFill>
                <a:latin typeface="Segoe UI"/>
                <a:ea typeface="Segoe UI"/>
                <a:cs typeface="Segoe UI"/>
              </a:defRPr>
            </a:pPr>
            <a:r>
              <a:rPr sz="2325" b="1">
                <a:solidFill>
                  <a:srgbClr val="D4F46D"/>
                </a:solidFill>
                <a:latin typeface="Segoe UI"/>
                <a:ea typeface="Segoe UI"/>
                <a:cs typeface="Segoe UI"/>
              </a:rPr>
              <a:t>¿Qué hago hoy?</a:t>
            </a:r>
          </a:p>
        </p:txBody>
      </p:sp>
      <p:sp>
        <p:nvSpPr>
          <p:cNvPr id="13" name="">
            <a:extLst xmlns:a="http://schemas.openxmlformats.org/drawingml/2006/main">
              <a:ext uri="{FF2B5EF4-FFF2-40B4-BE49-F238E27FC236}">
                <a16:creationId xmlns:a16="http://schemas.microsoft.com/office/drawing/2014/main" id="{D6627917-079E-408F-99CE-E6FCCC225FC7}"/>
              </a:ext>
            </a:extLst>
          </p:cNvPr>
          <p:cNvSpPr>
            <a:spLocks xmlns:a="http://schemas.openxmlformats.org/drawingml/2006/main" noGrp="1"/>
          </p:cNvSpPr>
          <p:nvPr/>
        </p:nvSpPr>
        <p:spPr>
          <a:xfrm xmlns:a="http://schemas.openxmlformats.org/drawingml/2006/main">
            <a:off x="723900" y="5238750"/>
            <a:ext cx="5381625" cy="9525"/>
          </a:xfrm>
          <a:prstGeom xmlns:a="http://schemas.openxmlformats.org/drawingml/2006/main" prst="rect">
            <a:avLst/>
          </a:prstGeom>
          <a:solidFill xmlns:a="http://schemas.openxmlformats.org/drawingml/2006/main">
            <a:srgbClr val="6F9C82">
              <a:alpha val="28000"/>
            </a:srgbClr>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C5B1B97-1E6F-439F-B73C-81641D654CC8}"/>
              </a:ext>
            </a:extLst>
          </p:cNvPr>
          <p:cNvSpPr>
            <a:spLocks xmlns:a="http://schemas.openxmlformats.org/drawingml/2006/main" noGrp="1"/>
          </p:cNvSpPr>
          <p:nvPr/>
        </p:nvSpPr>
        <p:spPr>
          <a:xfrm xmlns:a="http://schemas.openxmlformats.org/drawingml/2006/main">
            <a:off x="8458200" y="2085975"/>
            <a:ext cx="2971800" cy="2971800"/>
          </a:xfrm>
          <a:prstGeom xmlns:a="http://schemas.openxmlformats.org/drawingml/2006/main" prst="ellipse">
            <a:avLst/>
          </a:prstGeom>
          <a:solidFill xmlns:a="http://schemas.openxmlformats.org/drawingml/2006/main">
            <a:srgbClr val="102821">
              <a:alpha val="60000"/>
            </a:srgbClr>
          </a:solidFill>
          <a:ln xmlns:a="http://schemas.openxmlformats.org/drawingml/2006/main" w="9525">
            <a:solidFill>
              <a:srgbClr val="668B74">
                <a:alpha val="25000"/>
              </a:srgbClr>
            </a:solidFill>
            <a:prstDash val="solid"/>
          </a:ln>
        </p:spPr>
      </p:sp>
      <p:sp>
        <p:nvSpPr>
          <p:cNvPr id="15" name="cost-title">
            <a:extLst xmlns:a="http://schemas.openxmlformats.org/drawingml/2006/main">
              <a:ext uri="{FF2B5EF4-FFF2-40B4-BE49-F238E27FC236}">
                <a16:creationId xmlns:a16="http://schemas.microsoft.com/office/drawing/2014/main" id="{B168F045-F8FC-46AD-AB38-BEE8F42F1FD0}"/>
              </a:ext>
            </a:extLst>
          </p:cNvPr>
          <p:cNvSpPr>
            <a:spLocks xmlns:a="http://schemas.openxmlformats.org/drawingml/2006/main" noGrp="1"/>
          </p:cNvSpPr>
          <p:nvPr/>
        </p:nvSpPr>
        <p:spPr>
          <a:xfrm xmlns:a="http://schemas.openxmlformats.org/drawingml/2006/main">
            <a:off x="8572500" y="2581275"/>
            <a:ext cx="2714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74E3C1"/>
                </a:solidFill>
                <a:latin typeface="Segoe UI"/>
                <a:ea typeface="Segoe UI"/>
                <a:cs typeface="Segoe UI"/>
              </a:defRPr>
            </a:defPPr>
          </a:lstStyle>
          <a:p xmlns:a="http://schemas.openxmlformats.org/drawingml/2006/main">
            <a:pPr algn="ctr">
              <a:lnSpc>
                <a:spcPct val="101000"/>
              </a:lnSpc>
              <a:buNone/>
              <a:defRPr sz="975" b="1">
                <a:solidFill>
                  <a:srgbClr val="74E3C1"/>
                </a:solidFill>
                <a:latin typeface="Segoe UI"/>
                <a:ea typeface="Segoe UI"/>
                <a:cs typeface="Segoe UI"/>
              </a:defRPr>
            </a:pPr>
            <a:r>
              <a:rPr sz="975" b="1">
                <a:solidFill>
                  <a:srgbClr val="74E3C1"/>
                </a:solidFill>
                <a:latin typeface="Segoe UI"/>
                <a:ea typeface="Segoe UI"/>
                <a:cs typeface="Segoe UI"/>
              </a:rPr>
              <a:t>LA ALTERNATIVA PREMIUM</a:t>
            </a:r>
          </a:p>
        </p:txBody>
      </p:sp>
      <p:sp>
        <p:nvSpPr>
          <p:cNvPr id="16" name="cost1">
            <a:extLst xmlns:a="http://schemas.openxmlformats.org/drawingml/2006/main">
              <a:ext uri="{FF2B5EF4-FFF2-40B4-BE49-F238E27FC236}">
                <a16:creationId xmlns:a16="http://schemas.microsoft.com/office/drawing/2014/main" id="{CA71A9BF-15DA-4971-8ABF-3001F0409885}"/>
              </a:ext>
            </a:extLst>
          </p:cNvPr>
          <p:cNvSpPr>
            <a:spLocks xmlns:a="http://schemas.openxmlformats.org/drawingml/2006/main" noGrp="1"/>
          </p:cNvSpPr>
          <p:nvPr/>
        </p:nvSpPr>
        <p:spPr>
          <a:xfrm xmlns:a="http://schemas.openxmlformats.org/drawingml/2006/main">
            <a:off x="8772525" y="315277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F5F8F4"/>
                </a:solidFill>
                <a:latin typeface="Segoe UI"/>
                <a:ea typeface="Segoe UI"/>
                <a:cs typeface="Segoe UI"/>
              </a:defRPr>
            </a:defPPr>
          </a:lstStyle>
          <a:p xmlns:a="http://schemas.openxmlformats.org/drawingml/2006/main">
            <a:pPr algn="ctr">
              <a:lnSpc>
                <a:spcPct val="101000"/>
              </a:lnSpc>
              <a:buNone/>
              <a:defRPr sz="1575" b="1">
                <a:solidFill>
                  <a:srgbClr val="F5F8F4"/>
                </a:solidFill>
                <a:latin typeface="Segoe UI"/>
                <a:ea typeface="Segoe UI"/>
                <a:cs typeface="Segoe UI"/>
              </a:defRPr>
            </a:pPr>
            <a:r>
              <a:rPr sz="1575" b="1">
                <a:solidFill>
                  <a:srgbClr val="F5F8F4"/>
                </a:solidFill>
                <a:latin typeface="Segoe UI"/>
                <a:ea typeface="Segoe UI"/>
                <a:cs typeface="Segoe UI"/>
              </a:rPr>
              <a:t>WHOOP</a:t>
            </a:r>
          </a:p>
        </p:txBody>
      </p:sp>
      <p:sp>
        <p:nvSpPr>
          <p:cNvPr id="17" name="cost1-sub">
            <a:extLst xmlns:a="http://schemas.openxmlformats.org/drawingml/2006/main">
              <a:ext uri="{FF2B5EF4-FFF2-40B4-BE49-F238E27FC236}">
                <a16:creationId xmlns:a16="http://schemas.microsoft.com/office/drawing/2014/main" id="{58032595-6B4D-42BF-8348-B133C667C0EF}"/>
              </a:ext>
            </a:extLst>
          </p:cNvPr>
          <p:cNvSpPr>
            <a:spLocks xmlns:a="http://schemas.openxmlformats.org/drawingml/2006/main" noGrp="1"/>
          </p:cNvSpPr>
          <p:nvPr/>
        </p:nvSpPr>
        <p:spPr>
          <a:xfrm xmlns:a="http://schemas.openxmlformats.org/drawingml/2006/main">
            <a:off x="8772525" y="3505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A8BAB0"/>
                </a:solidFill>
                <a:latin typeface="Segoe UI"/>
                <a:ea typeface="Segoe UI"/>
                <a:cs typeface="Segoe UI"/>
              </a:defRPr>
            </a:defPPr>
          </a:lstStyle>
          <a:p xmlns:a="http://schemas.openxmlformats.org/drawingml/2006/main">
            <a:pPr algn="ctr">
              <a:lnSpc>
                <a:spcPct val="101000"/>
              </a:lnSpc>
              <a:buNone/>
              <a:defRPr sz="1200" b="0">
                <a:solidFill>
                  <a:srgbClr val="A8BAB0"/>
                </a:solidFill>
                <a:latin typeface="Segoe UI"/>
                <a:ea typeface="Segoe UI"/>
                <a:cs typeface="Segoe UI"/>
              </a:defRPr>
            </a:pPr>
            <a:r>
              <a:rPr sz="1200" b="0">
                <a:solidFill>
                  <a:srgbClr val="A8BAB0"/>
                </a:solidFill>
                <a:latin typeface="Segoe UI"/>
                <a:ea typeface="Segoe UI"/>
                <a:cs typeface="Segoe UI"/>
              </a:rPr>
              <a:t>membresía anual</a:t>
            </a:r>
          </a:p>
        </p:txBody>
      </p:sp>
      <p:sp>
        <p:nvSpPr>
          <p:cNvPr id="18" name="">
            <a:extLst xmlns:a="http://schemas.openxmlformats.org/drawingml/2006/main">
              <a:ext uri="{FF2B5EF4-FFF2-40B4-BE49-F238E27FC236}">
                <a16:creationId xmlns:a16="http://schemas.microsoft.com/office/drawing/2014/main" id="{E82D584E-F592-4CDC-B650-637929C33A60}"/>
              </a:ext>
            </a:extLst>
          </p:cNvPr>
          <p:cNvSpPr>
            <a:spLocks xmlns:a="http://schemas.openxmlformats.org/drawingml/2006/main" noGrp="1"/>
          </p:cNvSpPr>
          <p:nvPr/>
        </p:nvSpPr>
        <p:spPr>
          <a:xfrm xmlns:a="http://schemas.openxmlformats.org/drawingml/2006/main">
            <a:off x="8953500" y="3914775"/>
            <a:ext cx="2038350" cy="9525"/>
          </a:xfrm>
          <a:prstGeom xmlns:a="http://schemas.openxmlformats.org/drawingml/2006/main" prst="rect">
            <a:avLst/>
          </a:prstGeom>
          <a:solidFill xmlns:a="http://schemas.openxmlformats.org/drawingml/2006/main">
            <a:srgbClr val="4E7968">
              <a:alpha val="60000"/>
            </a:srgbClr>
          </a:solidFill>
          <a:ln xmlns:a="http://schemas.openxmlformats.org/drawingml/2006/main" w="0">
            <a:noFill/>
            <a:prstDash val="solid"/>
          </a:ln>
        </p:spPr>
      </p:sp>
      <p:sp>
        <p:nvSpPr>
          <p:cNvPr id="19" name="cost2">
            <a:extLst xmlns:a="http://schemas.openxmlformats.org/drawingml/2006/main">
              <a:ext uri="{FF2B5EF4-FFF2-40B4-BE49-F238E27FC236}">
                <a16:creationId xmlns:a16="http://schemas.microsoft.com/office/drawing/2014/main" id="{BD569E3D-7E9F-40D3-98BE-0EE3A4E615D1}"/>
              </a:ext>
            </a:extLst>
          </p:cNvPr>
          <p:cNvSpPr>
            <a:spLocks xmlns:a="http://schemas.openxmlformats.org/drawingml/2006/main" noGrp="1"/>
          </p:cNvSpPr>
          <p:nvPr/>
        </p:nvSpPr>
        <p:spPr>
          <a:xfrm xmlns:a="http://schemas.openxmlformats.org/drawingml/2006/main">
            <a:off x="8772525" y="4181475"/>
            <a:ext cx="2381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F5F8F4"/>
                </a:solidFill>
                <a:latin typeface="Segoe UI"/>
                <a:ea typeface="Segoe UI"/>
                <a:cs typeface="Segoe UI"/>
              </a:defRPr>
            </a:defPPr>
          </a:lstStyle>
          <a:p xmlns:a="http://schemas.openxmlformats.org/drawingml/2006/main">
            <a:pPr algn="ctr">
              <a:lnSpc>
                <a:spcPct val="101000"/>
              </a:lnSpc>
              <a:buNone/>
              <a:defRPr sz="1575" b="1">
                <a:solidFill>
                  <a:srgbClr val="F5F8F4"/>
                </a:solidFill>
                <a:latin typeface="Segoe UI"/>
                <a:ea typeface="Segoe UI"/>
                <a:cs typeface="Segoe UI"/>
              </a:defRPr>
            </a:pPr>
            <a:r>
              <a:rPr sz="1575" b="1">
                <a:solidFill>
                  <a:srgbClr val="F5F8F4"/>
                </a:solidFill>
                <a:latin typeface="Segoe UI"/>
                <a:ea typeface="Segoe UI"/>
                <a:cs typeface="Segoe UI"/>
              </a:rPr>
              <a:t>OURA</a:t>
            </a:r>
          </a:p>
        </p:txBody>
      </p:sp>
      <p:sp>
        <p:nvSpPr>
          <p:cNvPr id="20" name="cost2-sub">
            <a:extLst xmlns:a="http://schemas.openxmlformats.org/drawingml/2006/main">
              <a:ext uri="{FF2B5EF4-FFF2-40B4-BE49-F238E27FC236}">
                <a16:creationId xmlns:a16="http://schemas.microsoft.com/office/drawing/2014/main" id="{C076ADBD-7F2C-421C-B412-CD6F26E19859}"/>
              </a:ext>
            </a:extLst>
          </p:cNvPr>
          <p:cNvSpPr>
            <a:spLocks xmlns:a="http://schemas.openxmlformats.org/drawingml/2006/main" noGrp="1"/>
          </p:cNvSpPr>
          <p:nvPr/>
        </p:nvSpPr>
        <p:spPr>
          <a:xfrm xmlns:a="http://schemas.openxmlformats.org/drawingml/2006/main">
            <a:off x="8772525" y="45243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A8BAB0"/>
                </a:solidFill>
                <a:latin typeface="Segoe UI"/>
                <a:ea typeface="Segoe UI"/>
                <a:cs typeface="Segoe UI"/>
              </a:defRPr>
            </a:defPPr>
          </a:lstStyle>
          <a:p xmlns:a="http://schemas.openxmlformats.org/drawingml/2006/main">
            <a:pPr algn="ctr">
              <a:lnSpc>
                <a:spcPct val="101000"/>
              </a:lnSpc>
              <a:buNone/>
              <a:defRPr sz="1200" b="0">
                <a:solidFill>
                  <a:srgbClr val="A8BAB0"/>
                </a:solidFill>
                <a:latin typeface="Segoe UI"/>
                <a:ea typeface="Segoe UI"/>
                <a:cs typeface="Segoe UI"/>
              </a:defRPr>
            </a:pPr>
            <a:r>
              <a:rPr sz="1200" b="0">
                <a:solidFill>
                  <a:srgbClr val="A8BAB0"/>
                </a:solidFill>
                <a:latin typeface="Segoe UI"/>
                <a:ea typeface="Segoe UI"/>
                <a:cs typeface="Segoe UI"/>
              </a:rPr>
              <a:t>anillo + membresía</a:t>
            </a:r>
          </a:p>
        </p:txBody>
      </p:sp>
      <p:sp>
        <p:nvSpPr>
          <p:cNvPr id="21" name="takeaway">
            <a:extLst xmlns:a="http://schemas.openxmlformats.org/drawingml/2006/main">
              <a:ext uri="{FF2B5EF4-FFF2-40B4-BE49-F238E27FC236}">
                <a16:creationId xmlns:a16="http://schemas.microsoft.com/office/drawing/2014/main" id="{C8E7E7EE-CAEC-4445-8EC0-565CD98BB899}"/>
              </a:ext>
            </a:extLst>
          </p:cNvPr>
          <p:cNvSpPr>
            <a:spLocks xmlns:a="http://schemas.openxmlformats.org/drawingml/2006/main" noGrp="1"/>
          </p:cNvSpPr>
          <p:nvPr/>
        </p:nvSpPr>
        <p:spPr>
          <a:xfrm xmlns:a="http://schemas.openxmlformats.org/drawingml/2006/main">
            <a:off x="714375" y="5857875"/>
            <a:ext cx="10287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D4F46D"/>
                </a:solidFill>
                <a:latin typeface="Segoe UI"/>
                <a:ea typeface="Segoe UI"/>
                <a:cs typeface="Segoe UI"/>
              </a:defRPr>
            </a:defPPr>
          </a:lstStyle>
          <a:p xmlns:a="http://schemas.openxmlformats.org/drawingml/2006/main">
            <a:pPr algn="l">
              <a:lnSpc>
                <a:spcPct val="101000"/>
              </a:lnSpc>
              <a:buNone/>
              <a:defRPr sz="1500" b="1">
                <a:solidFill>
                  <a:srgbClr val="D4F46D"/>
                </a:solidFill>
                <a:latin typeface="Segoe UI"/>
                <a:ea typeface="Segoe UI"/>
                <a:cs typeface="Segoe UI"/>
              </a:defRPr>
            </a:pPr>
            <a:r>
              <a:rPr sz="1500" b="1">
                <a:solidFill>
                  <a:srgbClr val="D4F46D"/>
                </a:solidFill>
                <a:latin typeface="Segoe UI"/>
                <a:ea typeface="Segoe UI"/>
                <a:cs typeface="Segoe UI"/>
              </a:rPr>
              <a:t>El problema: otro pago, scores como cajas negras y poca claridad para actuar.</a:t>
            </a:r>
          </a:p>
        </p:txBody>
      </p:sp>
    </p:spTree>
    <p:extLst>
      <p:ext uri="{BB962C8B-B14F-4D97-AF65-F5344CB8AC3E}">
        <p14:creationId xmlns:p14="http://schemas.microsoft.com/office/powerpoint/2010/main" val="1709933449"/>
      </p:ext>
    </p:extLst>
  </p:cSld>
</p:sld>
</file>

<file path=ppt/slides/slide3.xml><?xml version="1.0" encoding="utf-8"?>
<p:sld xmlns:p="http://schemas.openxmlformats.org/presentationml/2006/main">
  <p:cSld>
    <p:bg>
      <p:bgPr>
        <a:solidFill xmlns:a="http://schemas.openxmlformats.org/drawingml/2006/main">
          <a:srgbClr val="06110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02A15A6-2BD1-4B6B-A18E-48B5ACD45AA3}"/>
              </a:ext>
            </a:extLst>
          </p:cNvPr>
          <p:cNvPicPr>
            <a:picLocks xmlns:a="http://schemas.openxmlformats.org/drawingml/2006/main" noChangeAspect="1"/>
          </p:cNvPicPr>
          <p:nvPr/>
        </p:nvPicPr>
        <p:blipFill>
          <a:blip xmlns:r="http://schemas.openxmlformats.org/officeDocument/2006/relationships" xmlns:a="http://schemas.openxmlformats.org/drawingml/2006/main" r:embed="R5dc57ec816be43a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5BE74978-938F-43BF-B5D0-6489A6FC3A1D}"/>
              </a:ext>
            </a:extLst>
          </p:cNvPr>
          <p:cNvSpPr>
            <a:spLocks xmlns:a="http://schemas.openxmlformats.org/drawingml/2006/main" noGrp="1"/>
          </p:cNvSpPr>
          <p:nvPr/>
        </p:nvSpPr>
        <p:spPr>
          <a:xfrm xmlns:a="http://schemas.openxmlformats.org/drawingml/2006/main">
            <a:off x="666750" y="2857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74E3C1"/>
                </a:solidFill>
                <a:latin typeface="Segoe UI"/>
                <a:ea typeface="Segoe UI"/>
                <a:cs typeface="Segoe UI"/>
              </a:defRPr>
            </a:defPPr>
          </a:lstStyle>
          <a:p xmlns:a="http://schemas.openxmlformats.org/drawingml/2006/main">
            <a:pPr algn="l">
              <a:lnSpc>
                <a:spcPct val="101000"/>
              </a:lnSpc>
              <a:buNone/>
              <a:defRPr sz="1275" b="1">
                <a:solidFill>
                  <a:srgbClr val="74E3C1"/>
                </a:solidFill>
                <a:latin typeface="Segoe UI"/>
                <a:ea typeface="Segoe UI"/>
                <a:cs typeface="Segoe UI"/>
              </a:defRPr>
            </a:pPr>
            <a:r>
              <a:rPr sz="1275" b="1">
                <a:solidFill>
                  <a:srgbClr val="74E3C1"/>
                </a:solidFill>
                <a:latin typeface="Segoe UI"/>
                <a:ea typeface="Segoe UI"/>
                <a:cs typeface="Segoe UI"/>
              </a:rPr>
              <a:t>BIOPULSE</a:t>
            </a:r>
          </a:p>
        </p:txBody>
      </p:sp>
      <p:sp>
        <p:nvSpPr>
          <p:cNvPr id="3" name="section">
            <a:extLst xmlns:a="http://schemas.openxmlformats.org/drawingml/2006/main">
              <a:ext uri="{FF2B5EF4-FFF2-40B4-BE49-F238E27FC236}">
                <a16:creationId xmlns:a16="http://schemas.microsoft.com/office/drawing/2014/main" id="{170DE2F6-894A-4A72-A74C-594CE033F4CC}"/>
              </a:ext>
            </a:extLst>
          </p:cNvPr>
          <p:cNvSpPr>
            <a:spLocks xmlns:a="http://schemas.openxmlformats.org/drawingml/2006/main" noGrp="1"/>
          </p:cNvSpPr>
          <p:nvPr/>
        </p:nvSpPr>
        <p:spPr>
          <a:xfrm xmlns:a="http://schemas.openxmlformats.org/drawingml/2006/main">
            <a:off x="7905750" y="285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98077"/>
                </a:solidFill>
                <a:latin typeface="Segoe UI"/>
                <a:ea typeface="Segoe UI"/>
                <a:cs typeface="Segoe UI"/>
              </a:defRPr>
            </a:defPPr>
          </a:lstStyle>
          <a:p xmlns:a="http://schemas.openxmlformats.org/drawingml/2006/main">
            <a:pPr algn="r">
              <a:lnSpc>
                <a:spcPct val="101000"/>
              </a:lnSpc>
              <a:buNone/>
              <a:defRPr sz="900" b="1">
                <a:solidFill>
                  <a:srgbClr val="698077"/>
                </a:solidFill>
                <a:latin typeface="Segoe UI"/>
                <a:ea typeface="Segoe UI"/>
                <a:cs typeface="Segoe UI"/>
              </a:defRPr>
            </a:pPr>
            <a:r>
              <a:rPr sz="900" b="1">
                <a:solidFill>
                  <a:srgbClr val="698077"/>
                </a:solidFill>
                <a:latin typeface="Segoe UI"/>
                <a:ea typeface="Segoe UI"/>
                <a:cs typeface="Segoe UI"/>
              </a:rPr>
              <a:t>LA SOLUCIÓN</a:t>
            </a:r>
          </a:p>
        </p:txBody>
      </p:sp>
      <p:sp>
        <p:nvSpPr>
          <p:cNvPr id="4" name="">
            <a:extLst xmlns:a="http://schemas.openxmlformats.org/drawingml/2006/main">
              <a:ext uri="{FF2B5EF4-FFF2-40B4-BE49-F238E27FC236}">
                <a16:creationId xmlns:a16="http://schemas.microsoft.com/office/drawing/2014/main" id="{F962EF47-37A8-4F11-9A7A-6A52E94ED3D0}"/>
              </a:ext>
            </a:extLst>
          </p:cNvPr>
          <p:cNvSpPr>
            <a:spLocks xmlns:a="http://schemas.openxmlformats.org/drawingml/2006/main" noGrp="1"/>
          </p:cNvSpPr>
          <p:nvPr/>
        </p:nvSpPr>
        <p:spPr>
          <a:xfrm xmlns:a="http://schemas.openxmlformats.org/drawingml/2006/main">
            <a:off x="666750" y="6429375"/>
            <a:ext cx="10858500" cy="9525"/>
          </a:xfrm>
          <a:prstGeom xmlns:a="http://schemas.openxmlformats.org/drawingml/2006/main" prst="rect">
            <a:avLst/>
          </a:prstGeom>
          <a:solidFill xmlns:a="http://schemas.openxmlformats.org/drawingml/2006/main">
            <a:srgbClr val="294138"/>
          </a:solidFill>
          <a:ln xmlns:a="http://schemas.openxmlformats.org/drawingml/2006/main" w="0">
            <a:noFill/>
            <a:prstDash val="solid"/>
          </a:ln>
        </p:spPr>
      </p:sp>
      <p:sp>
        <p:nvSpPr>
          <p:cNvPr id="5" name="page">
            <a:extLst xmlns:a="http://schemas.openxmlformats.org/drawingml/2006/main">
              <a:ext uri="{FF2B5EF4-FFF2-40B4-BE49-F238E27FC236}">
                <a16:creationId xmlns:a16="http://schemas.microsoft.com/office/drawing/2014/main" id="{DC5AF138-2D9E-414F-A2D6-A26133CEEF57}"/>
              </a:ext>
            </a:extLst>
          </p:cNvPr>
          <p:cNvSpPr>
            <a:spLocks xmlns:a="http://schemas.openxmlformats.org/drawingml/2006/main" noGrp="1"/>
          </p:cNvSpPr>
          <p:nvPr/>
        </p:nvSpPr>
        <p:spPr>
          <a:xfrm xmlns:a="http://schemas.openxmlformats.org/drawingml/2006/main">
            <a:off x="10525125" y="649605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698077"/>
                </a:solidFill>
                <a:latin typeface="Segoe UI"/>
                <a:ea typeface="Segoe UI"/>
                <a:cs typeface="Segoe UI"/>
              </a:defRPr>
            </a:defPPr>
          </a:lstStyle>
          <a:p xmlns:a="http://schemas.openxmlformats.org/drawingml/2006/main">
            <a:pPr algn="r">
              <a:lnSpc>
                <a:spcPct val="101000"/>
              </a:lnSpc>
              <a:buNone/>
              <a:defRPr sz="825" b="1">
                <a:solidFill>
                  <a:srgbClr val="698077"/>
                </a:solidFill>
                <a:latin typeface="Segoe UI"/>
                <a:ea typeface="Segoe UI"/>
                <a:cs typeface="Segoe UI"/>
              </a:defRPr>
            </a:pPr>
            <a:r>
              <a:rPr sz="825" b="1">
                <a:solidFill>
                  <a:srgbClr val="698077"/>
                </a:solidFill>
                <a:latin typeface="Segoe UI"/>
                <a:ea typeface="Segoe UI"/>
                <a:cs typeface="Segoe UI"/>
              </a:rPr>
              <a:t>03 / 12</a:t>
            </a:r>
          </a:p>
        </p:txBody>
      </p:sp>
      <p:sp>
        <p:nvSpPr>
          <p:cNvPr id="6" name="headline">
            <a:extLst xmlns:a="http://schemas.openxmlformats.org/drawingml/2006/main">
              <a:ext uri="{FF2B5EF4-FFF2-40B4-BE49-F238E27FC236}">
                <a16:creationId xmlns:a16="http://schemas.microsoft.com/office/drawing/2014/main" id="{BEBC84EC-957D-4865-9611-6726A532DA9D}"/>
              </a:ext>
            </a:extLst>
          </p:cNvPr>
          <p:cNvSpPr>
            <a:spLocks xmlns:a="http://schemas.openxmlformats.org/drawingml/2006/main" noGrp="1"/>
          </p:cNvSpPr>
          <p:nvPr/>
        </p:nvSpPr>
        <p:spPr>
          <a:xfrm xmlns:a="http://schemas.openxmlformats.org/drawingml/2006/main">
            <a:off x="685800" y="933450"/>
            <a:ext cx="9620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F5F8F4"/>
                </a:solidFill>
                <a:latin typeface="Segoe UI"/>
                <a:ea typeface="Segoe UI"/>
                <a:cs typeface="Segoe UI"/>
              </a:defRPr>
            </a:defPPr>
          </a:lstStyle>
          <a:p xmlns:a="http://schemas.openxmlformats.org/drawingml/2006/main">
            <a:pPr algn="l">
              <a:lnSpc>
                <a:spcPct val="101000"/>
              </a:lnSpc>
              <a:buNone/>
              <a:defRPr sz="3600" b="1">
                <a:solidFill>
                  <a:srgbClr val="F5F8F4"/>
                </a:solidFill>
                <a:latin typeface="Segoe UI"/>
                <a:ea typeface="Segoe UI"/>
                <a:cs typeface="Segoe UI"/>
              </a:defRPr>
            </a:pPr>
            <a:r>
              <a:rPr sz="3600" b="1">
                <a:solidFill>
                  <a:srgbClr val="F5F8F4"/>
                </a:solidFill>
                <a:latin typeface="Segoe UI"/>
                <a:ea typeface="Segoe UI"/>
                <a:cs typeface="Segoe UI"/>
              </a:rPr>
              <a:t>La profundidad de un wearable premium,</a:t>
            </a:r>
          </a:p>
          <a:p xmlns:a="http://schemas.openxmlformats.org/drawingml/2006/main">
            <a:pPr algn="l">
              <a:lnSpc>
                <a:spcPct val="101000"/>
              </a:lnSpc>
              <a:buNone/>
              <a:defRPr sz="3600" b="1">
                <a:solidFill>
                  <a:srgbClr val="F5F8F4"/>
                </a:solidFill>
                <a:latin typeface="Segoe UI"/>
                <a:ea typeface="Segoe UI"/>
                <a:cs typeface="Segoe UI"/>
              </a:defRPr>
            </a:pPr>
            <a:r>
              <a:rPr sz="3600" b="1">
                <a:solidFill>
                  <a:srgbClr val="F5F8F4"/>
                </a:solidFill>
                <a:latin typeface="Segoe UI"/>
                <a:ea typeface="Segoe UI"/>
                <a:cs typeface="Segoe UI"/>
              </a:rPr>
              <a:t>con el reloj que ya tienes.</a:t>
            </a:r>
          </a:p>
        </p:txBody>
      </p:sp>
      <p:sp>
        <p:nvSpPr>
          <p:cNvPr id="7" name="body">
            <a:extLst xmlns:a="http://schemas.openxmlformats.org/drawingml/2006/main">
              <a:ext uri="{FF2B5EF4-FFF2-40B4-BE49-F238E27FC236}">
                <a16:creationId xmlns:a16="http://schemas.microsoft.com/office/drawing/2014/main" id="{4FD6EC5F-8111-48DE-A577-7D30E03588C1}"/>
              </a:ext>
            </a:extLst>
          </p:cNvPr>
          <p:cNvSpPr>
            <a:spLocks xmlns:a="http://schemas.openxmlformats.org/drawingml/2006/main" noGrp="1"/>
          </p:cNvSpPr>
          <p:nvPr/>
        </p:nvSpPr>
        <p:spPr>
          <a:xfrm xmlns:a="http://schemas.openxmlformats.org/drawingml/2006/main">
            <a:off x="714375" y="2238375"/>
            <a:ext cx="723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A8BAB0"/>
                </a:solidFill>
                <a:latin typeface="Segoe UI"/>
                <a:ea typeface="Segoe UI"/>
                <a:cs typeface="Segoe UI"/>
              </a:defRPr>
            </a:defPPr>
          </a:lstStyle>
          <a:p xmlns:a="http://schemas.openxmlformats.org/drawingml/2006/main">
            <a:pPr algn="l">
              <a:lnSpc>
                <a:spcPct val="101000"/>
              </a:lnSpc>
              <a:buNone/>
              <a:defRPr sz="1650" b="0">
                <a:solidFill>
                  <a:srgbClr val="A8BAB0"/>
                </a:solidFill>
                <a:latin typeface="Segoe UI"/>
                <a:ea typeface="Segoe UI"/>
                <a:cs typeface="Segoe UI"/>
              </a:defRPr>
            </a:pPr>
            <a:r>
              <a:rPr sz="1650" b="0">
                <a:solidFill>
                  <a:srgbClr val="A8BAB0"/>
                </a:solidFill>
                <a:latin typeface="Segoe UI"/>
                <a:ea typeface="Segoe UI"/>
                <a:cs typeface="Segoe UI"/>
              </a:rPr>
              <a:t>BioPulse suma una capa de interpretación en español a los datos autorizados de Apple Salud.</a:t>
            </a:r>
          </a:p>
        </p:txBody>
      </p:sp>
      <p:pic>
        <p:nvPicPr>
          <p:cNvPr id="8" name="">
            <a:extLst xmlns:a="http://schemas.openxmlformats.org/drawingml/2006/main">
              <a:ext uri="{FF2B5EF4-FFF2-40B4-BE49-F238E27FC236}">
                <a16:creationId xmlns:a16="http://schemas.microsoft.com/office/drawing/2014/main" id="{C60F654B-627D-47EB-ABCF-625DAB67A6B4}"/>
              </a:ext>
            </a:extLst>
          </p:cNvPr>
          <p:cNvPicPr>
            <a:picLocks xmlns:a="http://schemas.openxmlformats.org/drawingml/2006/main" noChangeAspect="1"/>
          </p:cNvPicPr>
          <p:nvPr/>
        </p:nvPicPr>
        <p:blipFill>
          <a:blip xmlns:r="http://schemas.openxmlformats.org/officeDocument/2006/relationships" xmlns:a="http://schemas.openxmlformats.org/drawingml/2006/main" r:embed="R7d3cb4771ae64d94"/>
          <a:stretch xmlns:a="http://schemas.openxmlformats.org/drawingml/2006/main"/>
        </p:blipFill>
        <p:spPr>
          <a:xfrm xmlns:a="http://schemas.openxmlformats.org/drawingml/2006/main">
            <a:off x="400298" y="2867025"/>
            <a:ext cx="2980829" cy="2857500"/>
          </a:xfrm>
          <a:prstGeom xmlns:a="http://schemas.openxmlformats.org/drawingml/2006/main" prst="rect">
            <a:avLst/>
          </a:prstGeom>
        </p:spPr>
      </p:pic>
      <p:sp>
        <p:nvSpPr>
          <p:cNvPr id="9" name="arrow1">
            <a:extLst xmlns:a="http://schemas.openxmlformats.org/drawingml/2006/main">
              <a:ext uri="{FF2B5EF4-FFF2-40B4-BE49-F238E27FC236}">
                <a16:creationId xmlns:a16="http://schemas.microsoft.com/office/drawing/2014/main" id="{75F3C5B6-4B96-46C0-B774-A36DBB28D663}"/>
              </a:ext>
            </a:extLst>
          </p:cNvPr>
          <p:cNvSpPr>
            <a:spLocks xmlns:a="http://schemas.openxmlformats.org/drawingml/2006/main" noGrp="1"/>
          </p:cNvSpPr>
          <p:nvPr/>
        </p:nvSpPr>
        <p:spPr>
          <a:xfrm xmlns:a="http://schemas.openxmlformats.org/drawingml/2006/main">
            <a:off x="3371850" y="3886200"/>
            <a:ext cx="85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579"/>
          </a:bodyPr>
          <a:lstStyle xmlns:a="http://schemas.openxmlformats.org/drawingml/2006/main">
            <a:defPPr algn="ctr">
              <a:defRPr sz="4350" b="1">
                <a:solidFill>
                  <a:srgbClr val="74E3C1"/>
                </a:solidFill>
                <a:latin typeface="Segoe UI"/>
                <a:ea typeface="Segoe UI"/>
                <a:cs typeface="Segoe UI"/>
              </a:defRPr>
            </a:defPPr>
          </a:lstStyle>
          <a:p xmlns:a="http://schemas.openxmlformats.org/drawingml/2006/main">
            <a:pPr algn="ctr">
              <a:lnSpc>
                <a:spcPct val="101000"/>
              </a:lnSpc>
              <a:buNone/>
              <a:defRPr sz="4350" b="1">
                <a:solidFill>
                  <a:srgbClr val="74E3C1"/>
                </a:solidFill>
                <a:latin typeface="Segoe UI"/>
                <a:ea typeface="Segoe UI"/>
                <a:cs typeface="Segoe UI"/>
              </a:defRPr>
            </a:pPr>
            <a:r>
              <a:rPr sz="4350" b="1">
                <a:solidFill>
                  <a:srgbClr val="74E3C1"/>
                </a:solidFill>
                <a:latin typeface="Segoe UI"/>
                <a:ea typeface="Segoe UI"/>
                <a:cs typeface="Segoe UI"/>
              </a:rPr>
              <a:t>→</a:t>
            </a:r>
          </a:p>
        </p:txBody>
      </p:sp>
      <p:sp>
        <p:nvSpPr>
          <p:cNvPr id="10" name="pipeline">
            <a:extLst xmlns:a="http://schemas.openxmlformats.org/drawingml/2006/main">
              <a:ext uri="{FF2B5EF4-FFF2-40B4-BE49-F238E27FC236}">
                <a16:creationId xmlns:a16="http://schemas.microsoft.com/office/drawing/2014/main" id="{8E57E50E-F2E1-494E-8290-9DC7E0D2A5C0}"/>
              </a:ext>
            </a:extLst>
          </p:cNvPr>
          <p:cNvSpPr>
            <a:spLocks xmlns:a="http://schemas.openxmlformats.org/drawingml/2006/main" noGrp="1"/>
          </p:cNvSpPr>
          <p:nvPr/>
        </p:nvSpPr>
        <p:spPr>
          <a:xfrm xmlns:a="http://schemas.openxmlformats.org/drawingml/2006/main">
            <a:off x="4114800" y="3409950"/>
            <a:ext cx="3524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74E3C1"/>
                </a:solidFill>
                <a:latin typeface="Segoe UI"/>
                <a:ea typeface="Segoe UI"/>
                <a:cs typeface="Segoe UI"/>
              </a:defRPr>
            </a:defPPr>
          </a:lstStyle>
          <a:p xmlns:a="http://schemas.openxmlformats.org/drawingml/2006/main">
            <a:pPr algn="l">
              <a:lnSpc>
                <a:spcPct val="101000"/>
              </a:lnSpc>
              <a:buNone/>
              <a:defRPr sz="1200" b="1">
                <a:solidFill>
                  <a:srgbClr val="74E3C1"/>
                </a:solidFill>
                <a:latin typeface="Segoe UI"/>
                <a:ea typeface="Segoe UI"/>
                <a:cs typeface="Segoe UI"/>
              </a:defRPr>
            </a:pPr>
            <a:r>
              <a:rPr sz="1200" b="1">
                <a:solidFill>
                  <a:srgbClr val="74E3C1"/>
                </a:solidFill>
                <a:latin typeface="Segoe UI"/>
                <a:ea typeface="Segoe UI"/>
                <a:cs typeface="Segoe UI"/>
              </a:rPr>
              <a:t>APPLE WATCH  +  APPLE SALUD</a:t>
            </a:r>
          </a:p>
        </p:txBody>
      </p:sp>
      <p:sp>
        <p:nvSpPr>
          <p:cNvPr id="11" name="pipeline-main">
            <a:extLst xmlns:a="http://schemas.openxmlformats.org/drawingml/2006/main">
              <a:ext uri="{FF2B5EF4-FFF2-40B4-BE49-F238E27FC236}">
                <a16:creationId xmlns:a16="http://schemas.microsoft.com/office/drawing/2014/main" id="{E9E1A813-A742-4C9B-B517-F9A79AA85797}"/>
              </a:ext>
            </a:extLst>
          </p:cNvPr>
          <p:cNvSpPr>
            <a:spLocks xmlns:a="http://schemas.openxmlformats.org/drawingml/2006/main" noGrp="1"/>
          </p:cNvSpPr>
          <p:nvPr/>
        </p:nvSpPr>
        <p:spPr>
          <a:xfrm xmlns:a="http://schemas.openxmlformats.org/drawingml/2006/main">
            <a:off x="4133850" y="3781425"/>
            <a:ext cx="33909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F5F8F4"/>
                </a:solidFill>
                <a:latin typeface="Segoe UI"/>
                <a:ea typeface="Segoe UI"/>
                <a:cs typeface="Segoe UI"/>
              </a:defRPr>
            </a:defPPr>
          </a:lstStyle>
          <a:p xmlns:a="http://schemas.openxmlformats.org/drawingml/2006/main">
            <a:pPr algn="l">
              <a:lnSpc>
                <a:spcPct val="101000"/>
              </a:lnSpc>
              <a:buNone/>
              <a:defRPr sz="2175" b="1">
                <a:solidFill>
                  <a:srgbClr val="F5F8F4"/>
                </a:solidFill>
                <a:latin typeface="Segoe UI"/>
                <a:ea typeface="Segoe UI"/>
                <a:cs typeface="Segoe UI"/>
              </a:defRPr>
            </a:pPr>
            <a:r>
              <a:rPr sz="2175" b="1">
                <a:solidFill>
                  <a:srgbClr val="F5F8F4"/>
                </a:solidFill>
                <a:latin typeface="Segoe UI"/>
                <a:ea typeface="Segoe UI"/>
                <a:cs typeface="Segoe UI"/>
              </a:rPr>
              <a:t>Historial personal</a:t>
            </a:r>
          </a:p>
          <a:p xmlns:a="http://schemas.openxmlformats.org/drawingml/2006/main">
            <a:pPr algn="l">
              <a:lnSpc>
                <a:spcPct val="101000"/>
              </a:lnSpc>
              <a:buNone/>
              <a:defRPr sz="2175" b="1">
                <a:solidFill>
                  <a:srgbClr val="F5F8F4"/>
                </a:solidFill>
                <a:latin typeface="Segoe UI"/>
                <a:ea typeface="Segoe UI"/>
                <a:cs typeface="Segoe UI"/>
              </a:defRPr>
            </a:pPr>
            <a:r>
              <a:rPr sz="2175" b="1">
                <a:solidFill>
                  <a:srgbClr val="F5F8F4"/>
                </a:solidFill>
                <a:latin typeface="Segoe UI"/>
                <a:ea typeface="Segoe UI"/>
                <a:cs typeface="Segoe UI"/>
              </a:rPr>
              <a:t>+ contexto diario</a:t>
            </a:r>
          </a:p>
          <a:p xmlns:a="http://schemas.openxmlformats.org/drawingml/2006/main">
            <a:pPr algn="l">
              <a:lnSpc>
                <a:spcPct val="101000"/>
              </a:lnSpc>
              <a:buNone/>
              <a:defRPr sz="2175" b="1">
                <a:solidFill>
                  <a:srgbClr val="F5F8F4"/>
                </a:solidFill>
                <a:latin typeface="Segoe UI"/>
                <a:ea typeface="Segoe UI"/>
                <a:cs typeface="Segoe UI"/>
              </a:defRPr>
            </a:pPr>
            <a:r>
              <a:rPr sz="2175" b="1">
                <a:solidFill>
                  <a:srgbClr val="F5F8F4"/>
                </a:solidFill>
                <a:latin typeface="Segoe UI"/>
                <a:ea typeface="Segoe UI"/>
                <a:cs typeface="Segoe UI"/>
              </a:rPr>
              <a:t>+ explicación visible</a:t>
            </a:r>
          </a:p>
        </p:txBody>
      </p:sp>
      <p:pic>
        <p:nvPicPr>
          <p:cNvPr id="12" name="">
            <a:extLst xmlns:a="http://schemas.openxmlformats.org/drawingml/2006/main">
              <a:ext uri="{FF2B5EF4-FFF2-40B4-BE49-F238E27FC236}">
                <a16:creationId xmlns:a16="http://schemas.microsoft.com/office/drawing/2014/main" id="{22AA5E2D-DDB7-4EA4-B90E-92B8EAAC1E74}"/>
              </a:ext>
            </a:extLst>
          </p:cNvPr>
          <p:cNvPicPr>
            <a:picLocks xmlns:a="http://schemas.openxmlformats.org/drawingml/2006/main" noChangeAspect="1"/>
          </p:cNvPicPr>
          <p:nvPr/>
        </p:nvPicPr>
        <p:blipFill>
          <a:blip xmlns:r="http://schemas.openxmlformats.org/officeDocument/2006/relationships" xmlns:a="http://schemas.openxmlformats.org/drawingml/2006/main" r:embed="Rbc33f6442a9d4e0c"/>
          <a:stretch xmlns:a="http://schemas.openxmlformats.org/drawingml/2006/main"/>
        </p:blipFill>
        <p:spPr>
          <a:xfrm xmlns:a="http://schemas.openxmlformats.org/drawingml/2006/main">
            <a:off x="8353425" y="2171700"/>
            <a:ext cx="2781300" cy="4171950"/>
          </a:xfrm>
          <a:prstGeom xmlns:a="http://schemas.openxmlformats.org/drawingml/2006/main" prst="rect">
            <a:avLst/>
          </a:prstGeom>
        </p:spPr>
      </p:pic>
      <p:sp>
        <p:nvSpPr>
          <p:cNvPr id="13" name="micro">
            <a:extLst xmlns:a="http://schemas.openxmlformats.org/drawingml/2006/main">
              <a:ext uri="{FF2B5EF4-FFF2-40B4-BE49-F238E27FC236}">
                <a16:creationId xmlns:a16="http://schemas.microsoft.com/office/drawing/2014/main" id="{759FA1FB-FEC6-4AEE-B0BB-1DCFB924E1CB}"/>
              </a:ext>
            </a:extLst>
          </p:cNvPr>
          <p:cNvSpPr>
            <a:spLocks xmlns:a="http://schemas.openxmlformats.org/drawingml/2006/main" noGrp="1"/>
          </p:cNvSpPr>
          <p:nvPr/>
        </p:nvSpPr>
        <p:spPr>
          <a:xfrm xmlns:a="http://schemas.openxmlformats.org/drawingml/2006/main">
            <a:off x="685800" y="5953125"/>
            <a:ext cx="6877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D4F46D"/>
                </a:solidFill>
                <a:latin typeface="Segoe UI"/>
                <a:ea typeface="Segoe UI"/>
                <a:cs typeface="Segoe UI"/>
              </a:defRPr>
            </a:defPPr>
          </a:lstStyle>
          <a:p xmlns:a="http://schemas.openxmlformats.org/drawingml/2006/main">
            <a:pPr algn="l">
              <a:lnSpc>
                <a:spcPct val="101000"/>
              </a:lnSpc>
              <a:buNone/>
              <a:defRPr sz="1350" b="1">
                <a:solidFill>
                  <a:srgbClr val="D4F46D"/>
                </a:solidFill>
                <a:latin typeface="Segoe UI"/>
                <a:ea typeface="Segoe UI"/>
                <a:cs typeface="Segoe UI"/>
              </a:defRPr>
            </a:pPr>
            <a:r>
              <a:rPr sz="1350" b="1">
                <a:solidFill>
                  <a:srgbClr val="D4F46D"/>
                </a:solidFill>
                <a:latin typeface="Segoe UI"/>
                <a:ea typeface="Segoe UI"/>
                <a:cs typeface="Segoe UI"/>
              </a:rPr>
              <a:t>Sin hardware adicional. Con una lectura construida alrededor de ti.</a:t>
            </a:r>
          </a:p>
        </p:txBody>
      </p:sp>
    </p:spTree>
    <p:extLst>
      <p:ext uri="{BB962C8B-B14F-4D97-AF65-F5344CB8AC3E}">
        <p14:creationId xmlns:p14="http://schemas.microsoft.com/office/powerpoint/2010/main" val="799967238"/>
      </p:ext>
    </p:extLst>
  </p:cSld>
</p:sld>
</file>

<file path=ppt/slides/slide4.xml><?xml version="1.0" encoding="utf-8"?>
<p:sld xmlns:p="http://schemas.openxmlformats.org/presentationml/2006/main">
  <p:cSld>
    <p:bg>
      <p:bgPr>
        <a:solidFill xmlns:a="http://schemas.openxmlformats.org/drawingml/2006/main">
          <a:srgbClr val="06110F"/>
        </a:solidFill>
      </p:bgPr>
    </p:bg>
    <p:spTree>
      <p:nvGrpSpPr>
        <p:cNvPr id="1" name=""/>
        <p:cNvGrpSpPr/>
        <p:nvPr/>
      </p:nvGrpSpPr>
      <p:grpSpPr>
        <a:xfrm xmlns:a="http://schemas.openxmlformats.org/drawingml/2006/main"/>
      </p:grpSpPr>
      <p:pic>
        <p:nvPicPr>
          <p:cNvPr id="30" name="">
            <a:extLst xmlns:a="http://schemas.openxmlformats.org/drawingml/2006/main">
              <a:ext uri="{FF2B5EF4-FFF2-40B4-BE49-F238E27FC236}">
                <a16:creationId xmlns:a16="http://schemas.microsoft.com/office/drawing/2014/main" id="{637F20DF-CD52-4548-AA5A-71909D84DED0}"/>
              </a:ext>
            </a:extLst>
          </p:cNvPr>
          <p:cNvPicPr>
            <a:picLocks xmlns:a="http://schemas.openxmlformats.org/drawingml/2006/main" noChangeAspect="1"/>
          </p:cNvPicPr>
          <p:nvPr/>
        </p:nvPicPr>
        <p:blipFill>
          <a:blip xmlns:r="http://schemas.openxmlformats.org/officeDocument/2006/relationships" xmlns:a="http://schemas.openxmlformats.org/drawingml/2006/main" r:embed="R148e99ba7d0e481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77045CA9-4FD4-47F9-B2C8-97D83A6106E9}"/>
              </a:ext>
            </a:extLst>
          </p:cNvPr>
          <p:cNvSpPr>
            <a:spLocks xmlns:a="http://schemas.openxmlformats.org/drawingml/2006/main" noGrp="1"/>
          </p:cNvSpPr>
          <p:nvPr/>
        </p:nvSpPr>
        <p:spPr>
          <a:xfrm xmlns:a="http://schemas.openxmlformats.org/drawingml/2006/main">
            <a:off x="666750" y="2857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74E3C1"/>
                </a:solidFill>
                <a:latin typeface="Segoe UI"/>
                <a:ea typeface="Segoe UI"/>
                <a:cs typeface="Segoe UI"/>
              </a:defRPr>
            </a:defPPr>
          </a:lstStyle>
          <a:p xmlns:a="http://schemas.openxmlformats.org/drawingml/2006/main">
            <a:pPr algn="l">
              <a:lnSpc>
                <a:spcPct val="101000"/>
              </a:lnSpc>
              <a:buNone/>
              <a:defRPr sz="1275" b="1">
                <a:solidFill>
                  <a:srgbClr val="74E3C1"/>
                </a:solidFill>
                <a:latin typeface="Segoe UI"/>
                <a:ea typeface="Segoe UI"/>
                <a:cs typeface="Segoe UI"/>
              </a:defRPr>
            </a:pPr>
            <a:r>
              <a:rPr sz="1275" b="1">
                <a:solidFill>
                  <a:srgbClr val="74E3C1"/>
                </a:solidFill>
                <a:latin typeface="Segoe UI"/>
                <a:ea typeface="Segoe UI"/>
                <a:cs typeface="Segoe UI"/>
              </a:rPr>
              <a:t>BIOPULSE</a:t>
            </a:r>
          </a:p>
        </p:txBody>
      </p:sp>
      <p:sp>
        <p:nvSpPr>
          <p:cNvPr id="3" name="section">
            <a:extLst xmlns:a="http://schemas.openxmlformats.org/drawingml/2006/main">
              <a:ext uri="{FF2B5EF4-FFF2-40B4-BE49-F238E27FC236}">
                <a16:creationId xmlns:a16="http://schemas.microsoft.com/office/drawing/2014/main" id="{380CDB4E-8D61-4FA1-A451-C1CDFA8165F3}"/>
              </a:ext>
            </a:extLst>
          </p:cNvPr>
          <p:cNvSpPr>
            <a:spLocks xmlns:a="http://schemas.openxmlformats.org/drawingml/2006/main" noGrp="1"/>
          </p:cNvSpPr>
          <p:nvPr/>
        </p:nvSpPr>
        <p:spPr>
          <a:xfrm xmlns:a="http://schemas.openxmlformats.org/drawingml/2006/main">
            <a:off x="7905750" y="285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98077"/>
                </a:solidFill>
                <a:latin typeface="Segoe UI"/>
                <a:ea typeface="Segoe UI"/>
                <a:cs typeface="Segoe UI"/>
              </a:defRPr>
            </a:defPPr>
          </a:lstStyle>
          <a:p xmlns:a="http://schemas.openxmlformats.org/drawingml/2006/main">
            <a:pPr algn="r">
              <a:lnSpc>
                <a:spcPct val="101000"/>
              </a:lnSpc>
              <a:buNone/>
              <a:defRPr sz="900" b="1">
                <a:solidFill>
                  <a:srgbClr val="698077"/>
                </a:solidFill>
                <a:latin typeface="Segoe UI"/>
                <a:ea typeface="Segoe UI"/>
                <a:cs typeface="Segoe UI"/>
              </a:defRPr>
            </a:pPr>
            <a:r>
              <a:rPr sz="900" b="1">
                <a:solidFill>
                  <a:srgbClr val="698077"/>
                </a:solidFill>
                <a:latin typeface="Segoe UI"/>
                <a:ea typeface="Segoe UI"/>
                <a:cs typeface="Segoe UI"/>
              </a:rPr>
              <a:t>CÓMO FUNCIONA</a:t>
            </a:r>
          </a:p>
        </p:txBody>
      </p:sp>
      <p:sp>
        <p:nvSpPr>
          <p:cNvPr id="4" name="">
            <a:extLst xmlns:a="http://schemas.openxmlformats.org/drawingml/2006/main">
              <a:ext uri="{FF2B5EF4-FFF2-40B4-BE49-F238E27FC236}">
                <a16:creationId xmlns:a16="http://schemas.microsoft.com/office/drawing/2014/main" id="{F12D8F90-7161-4520-8782-9100AB03DF31}"/>
              </a:ext>
            </a:extLst>
          </p:cNvPr>
          <p:cNvSpPr>
            <a:spLocks xmlns:a="http://schemas.openxmlformats.org/drawingml/2006/main" noGrp="1"/>
          </p:cNvSpPr>
          <p:nvPr/>
        </p:nvSpPr>
        <p:spPr>
          <a:xfrm xmlns:a="http://schemas.openxmlformats.org/drawingml/2006/main">
            <a:off x="666750" y="6429375"/>
            <a:ext cx="10858500" cy="9525"/>
          </a:xfrm>
          <a:prstGeom xmlns:a="http://schemas.openxmlformats.org/drawingml/2006/main" prst="rect">
            <a:avLst/>
          </a:prstGeom>
          <a:solidFill xmlns:a="http://schemas.openxmlformats.org/drawingml/2006/main">
            <a:srgbClr val="294138"/>
          </a:solidFill>
          <a:ln xmlns:a="http://schemas.openxmlformats.org/drawingml/2006/main" w="0">
            <a:noFill/>
            <a:prstDash val="solid"/>
          </a:ln>
        </p:spPr>
      </p:sp>
      <p:sp>
        <p:nvSpPr>
          <p:cNvPr id="5" name="page">
            <a:extLst xmlns:a="http://schemas.openxmlformats.org/drawingml/2006/main">
              <a:ext uri="{FF2B5EF4-FFF2-40B4-BE49-F238E27FC236}">
                <a16:creationId xmlns:a16="http://schemas.microsoft.com/office/drawing/2014/main" id="{579B0C55-C366-4482-86C2-020E83EC5B37}"/>
              </a:ext>
            </a:extLst>
          </p:cNvPr>
          <p:cNvSpPr>
            <a:spLocks xmlns:a="http://schemas.openxmlformats.org/drawingml/2006/main" noGrp="1"/>
          </p:cNvSpPr>
          <p:nvPr/>
        </p:nvSpPr>
        <p:spPr>
          <a:xfrm xmlns:a="http://schemas.openxmlformats.org/drawingml/2006/main">
            <a:off x="10525125" y="649605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698077"/>
                </a:solidFill>
                <a:latin typeface="Segoe UI"/>
                <a:ea typeface="Segoe UI"/>
                <a:cs typeface="Segoe UI"/>
              </a:defRPr>
            </a:defPPr>
          </a:lstStyle>
          <a:p xmlns:a="http://schemas.openxmlformats.org/drawingml/2006/main">
            <a:pPr algn="r">
              <a:lnSpc>
                <a:spcPct val="101000"/>
              </a:lnSpc>
              <a:buNone/>
              <a:defRPr sz="825" b="1">
                <a:solidFill>
                  <a:srgbClr val="698077"/>
                </a:solidFill>
                <a:latin typeface="Segoe UI"/>
                <a:ea typeface="Segoe UI"/>
                <a:cs typeface="Segoe UI"/>
              </a:defRPr>
            </a:pPr>
            <a:r>
              <a:rPr sz="825" b="1">
                <a:solidFill>
                  <a:srgbClr val="698077"/>
                </a:solidFill>
                <a:latin typeface="Segoe UI"/>
                <a:ea typeface="Segoe UI"/>
                <a:cs typeface="Segoe UI"/>
              </a:rPr>
              <a:t>04 / 12</a:t>
            </a:r>
          </a:p>
        </p:txBody>
      </p:sp>
      <p:sp>
        <p:nvSpPr>
          <p:cNvPr id="6" name="headline">
            <a:extLst xmlns:a="http://schemas.openxmlformats.org/drawingml/2006/main">
              <a:ext uri="{FF2B5EF4-FFF2-40B4-BE49-F238E27FC236}">
                <a16:creationId xmlns:a16="http://schemas.microsoft.com/office/drawing/2014/main" id="{FAB4ACB3-1E47-4C9C-BAF8-0014FFD00285}"/>
              </a:ext>
            </a:extLst>
          </p:cNvPr>
          <p:cNvSpPr>
            <a:spLocks xmlns:a="http://schemas.openxmlformats.org/drawingml/2006/main" noGrp="1"/>
          </p:cNvSpPr>
          <p:nvPr/>
        </p:nvSpPr>
        <p:spPr>
          <a:xfrm xmlns:a="http://schemas.openxmlformats.org/drawingml/2006/main">
            <a:off x="685800" y="933450"/>
            <a:ext cx="762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97"/>
          </a:bodyPr>
          <a:lstStyle xmlns:a="http://schemas.openxmlformats.org/drawingml/2006/main">
            <a:defPPr algn="l">
              <a:defRPr sz="3975" b="1">
                <a:solidFill>
                  <a:srgbClr val="F5F8F4"/>
                </a:solidFill>
                <a:latin typeface="Segoe UI"/>
                <a:ea typeface="Segoe UI"/>
                <a:cs typeface="Segoe UI"/>
              </a:defRPr>
            </a:defPPr>
          </a:lstStyle>
          <a:p xmlns:a="http://schemas.openxmlformats.org/drawingml/2006/main">
            <a:pPr algn="l">
              <a:lnSpc>
                <a:spcPct val="101000"/>
              </a:lnSpc>
              <a:buNone/>
              <a:defRPr sz="3975" b="1">
                <a:solidFill>
                  <a:srgbClr val="F5F8F4"/>
                </a:solidFill>
                <a:latin typeface="Segoe UI"/>
                <a:ea typeface="Segoe UI"/>
                <a:cs typeface="Segoe UI"/>
              </a:defRPr>
            </a:pPr>
            <a:r>
              <a:rPr sz="3975" b="1">
                <a:solidFill>
                  <a:srgbClr val="F5F8F4"/>
                </a:solidFill>
                <a:latin typeface="Segoe UI"/>
                <a:ea typeface="Segoe UI"/>
                <a:cs typeface="Segoe UI"/>
              </a:rPr>
              <a:t>De datos crudos</a:t>
            </a:r>
          </a:p>
          <a:p xmlns:a="http://schemas.openxmlformats.org/drawingml/2006/main">
            <a:pPr algn="l">
              <a:lnSpc>
                <a:spcPct val="101000"/>
              </a:lnSpc>
              <a:buNone/>
              <a:defRPr sz="3975" b="1">
                <a:solidFill>
                  <a:srgbClr val="F5F8F4"/>
                </a:solidFill>
                <a:latin typeface="Segoe UI"/>
                <a:ea typeface="Segoe UI"/>
                <a:cs typeface="Segoe UI"/>
              </a:defRPr>
            </a:pPr>
            <a:r>
              <a:rPr sz="3975" b="1">
                <a:solidFill>
                  <a:srgbClr val="F5F8F4"/>
                </a:solidFill>
                <a:latin typeface="Segoe UI"/>
                <a:ea typeface="Segoe UI"/>
                <a:cs typeface="Segoe UI"/>
              </a:rPr>
              <a:t>a una decisión.</a:t>
            </a:r>
          </a:p>
        </p:txBody>
      </p:sp>
      <p:sp>
        <p:nvSpPr>
          <p:cNvPr id="7" name="intro">
            <a:extLst xmlns:a="http://schemas.openxmlformats.org/drawingml/2006/main">
              <a:ext uri="{FF2B5EF4-FFF2-40B4-BE49-F238E27FC236}">
                <a16:creationId xmlns:a16="http://schemas.microsoft.com/office/drawing/2014/main" id="{D74E1E74-1897-46C0-83C3-5DFCAEC56088}"/>
              </a:ext>
            </a:extLst>
          </p:cNvPr>
          <p:cNvSpPr>
            <a:spLocks xmlns:a="http://schemas.openxmlformats.org/drawingml/2006/main" noGrp="1"/>
          </p:cNvSpPr>
          <p:nvPr/>
        </p:nvSpPr>
        <p:spPr>
          <a:xfrm xmlns:a="http://schemas.openxmlformats.org/drawingml/2006/main">
            <a:off x="714375" y="2324100"/>
            <a:ext cx="952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A8BAB0"/>
                </a:solidFill>
                <a:latin typeface="Segoe UI"/>
                <a:ea typeface="Segoe UI"/>
                <a:cs typeface="Segoe UI"/>
              </a:defRPr>
            </a:defPPr>
          </a:lstStyle>
          <a:p xmlns:a="http://schemas.openxmlformats.org/drawingml/2006/main">
            <a:pPr algn="l">
              <a:lnSpc>
                <a:spcPct val="101000"/>
              </a:lnSpc>
              <a:buNone/>
              <a:defRPr sz="1575" b="0">
                <a:solidFill>
                  <a:srgbClr val="A8BAB0"/>
                </a:solidFill>
                <a:latin typeface="Segoe UI"/>
                <a:ea typeface="Segoe UI"/>
                <a:cs typeface="Segoe UI"/>
              </a:defRPr>
            </a:pPr>
            <a:r>
              <a:rPr sz="1575" b="0">
                <a:solidFill>
                  <a:srgbClr val="A8BAB0"/>
                </a:solidFill>
                <a:latin typeface="Segoe UI"/>
                <a:ea typeface="Segoe UI"/>
                <a:cs typeface="Segoe UI"/>
              </a:rPr>
              <a:t>Cuatro capas para pasar de mediciones sueltas a una lectura que se puede explicar.</a:t>
            </a:r>
          </a:p>
        </p:txBody>
      </p:sp>
      <p:sp>
        <p:nvSpPr>
          <p:cNvPr id="8" name="">
            <a:extLst xmlns:a="http://schemas.openxmlformats.org/drawingml/2006/main">
              <a:ext uri="{FF2B5EF4-FFF2-40B4-BE49-F238E27FC236}">
                <a16:creationId xmlns:a16="http://schemas.microsoft.com/office/drawing/2014/main" id="{EFEB31EF-F075-43D3-80E5-3B6E1144FDD0}"/>
              </a:ext>
            </a:extLst>
          </p:cNvPr>
          <p:cNvSpPr>
            <a:spLocks xmlns:a="http://schemas.openxmlformats.org/drawingml/2006/main" noGrp="1"/>
          </p:cNvSpPr>
          <p:nvPr/>
        </p:nvSpPr>
        <p:spPr>
          <a:xfrm xmlns:a="http://schemas.openxmlformats.org/drawingml/2006/main">
            <a:off x="1428750" y="3762375"/>
            <a:ext cx="9220200" cy="28575"/>
          </a:xfrm>
          <a:prstGeom xmlns:a="http://schemas.openxmlformats.org/drawingml/2006/main" prst="rect">
            <a:avLst/>
          </a:prstGeom>
          <a:solidFill xmlns:a="http://schemas.openxmlformats.org/drawingml/2006/main">
            <a:srgbClr val="75CDB0">
              <a:alpha val="35000"/>
            </a:srgbClr>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E90A203-01AA-4617-B5A9-604F77C4E3A9}"/>
              </a:ext>
            </a:extLst>
          </p:cNvPr>
          <p:cNvSpPr>
            <a:spLocks xmlns:a="http://schemas.openxmlformats.org/drawingml/2006/main" noGrp="1"/>
          </p:cNvSpPr>
          <p:nvPr/>
        </p:nvSpPr>
        <p:spPr>
          <a:xfrm xmlns:a="http://schemas.openxmlformats.org/drawingml/2006/main">
            <a:off x="1171575" y="3267075"/>
            <a:ext cx="990600" cy="990600"/>
          </a:xfrm>
          <a:prstGeom xmlns:a="http://schemas.openxmlformats.org/drawingml/2006/main" prst="ellipse">
            <a:avLst/>
          </a:prstGeom>
          <a:solidFill xmlns:a="http://schemas.openxmlformats.org/drawingml/2006/main">
            <a:srgbClr val="11261E"/>
          </a:solidFill>
          <a:ln xmlns:a="http://schemas.openxmlformats.org/drawingml/2006/main" w="19050">
            <a:solidFill>
              <a:srgbClr val="A0E3AE">
                <a:alpha val="76000"/>
              </a:srgbClr>
            </a:solidFill>
            <a:prstDash val="solid"/>
          </a:ln>
        </p:spPr>
      </p:sp>
      <p:sp>
        <p:nvSpPr>
          <p:cNvPr id="10" name="">
            <a:extLst xmlns:a="http://schemas.openxmlformats.org/drawingml/2006/main">
              <a:ext uri="{FF2B5EF4-FFF2-40B4-BE49-F238E27FC236}">
                <a16:creationId xmlns:a16="http://schemas.microsoft.com/office/drawing/2014/main" id="{9DC96474-432C-4A0F-B8E3-BDC75DDB83E9}"/>
              </a:ext>
            </a:extLst>
          </p:cNvPr>
          <p:cNvSpPr>
            <a:spLocks xmlns:a="http://schemas.openxmlformats.org/drawingml/2006/main" noGrp="1"/>
          </p:cNvSpPr>
          <p:nvPr/>
        </p:nvSpPr>
        <p:spPr>
          <a:xfrm xmlns:a="http://schemas.openxmlformats.org/drawingml/2006/main">
            <a:off x="1323975" y="3419475"/>
            <a:ext cx="685800" cy="685800"/>
          </a:xfrm>
          <a:prstGeom xmlns:a="http://schemas.openxmlformats.org/drawingml/2006/main" prst="ellipse">
            <a:avLst/>
          </a:prstGeom>
          <a:solidFill xmlns:a="http://schemas.openxmlformats.org/drawingml/2006/main">
            <a:srgbClr val="214333">
              <a:alpha val="78000"/>
            </a:srgbClr>
          </a:solidFill>
          <a:ln xmlns:a="http://schemas.openxmlformats.org/drawingml/2006/main" w="0">
            <a:noFill/>
            <a:prstDash val="solid"/>
          </a:ln>
        </p:spPr>
      </p:sp>
      <p:sp>
        <p:nvSpPr>
          <p:cNvPr id="11" name="step-num0">
            <a:extLst xmlns:a="http://schemas.openxmlformats.org/drawingml/2006/main">
              <a:ext uri="{FF2B5EF4-FFF2-40B4-BE49-F238E27FC236}">
                <a16:creationId xmlns:a16="http://schemas.microsoft.com/office/drawing/2014/main" id="{EFB9C17D-E52A-4D8D-A069-F822BDE87165}"/>
              </a:ext>
            </a:extLst>
          </p:cNvPr>
          <p:cNvSpPr>
            <a:spLocks xmlns:a="http://schemas.openxmlformats.org/drawingml/2006/main" noGrp="1"/>
          </p:cNvSpPr>
          <p:nvPr/>
        </p:nvSpPr>
        <p:spPr>
          <a:xfrm xmlns:a="http://schemas.openxmlformats.org/drawingml/2006/main">
            <a:off x="1381125" y="3524250"/>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00" b="1">
                <a:solidFill>
                  <a:srgbClr val="D4F46D"/>
                </a:solidFill>
                <a:latin typeface="Segoe UI"/>
                <a:ea typeface="Segoe UI"/>
                <a:cs typeface="Segoe UI"/>
              </a:defRPr>
            </a:defPPr>
          </a:lstStyle>
          <a:p xmlns:a="http://schemas.openxmlformats.org/drawingml/2006/main">
            <a:pPr algn="ctr">
              <a:lnSpc>
                <a:spcPct val="101000"/>
              </a:lnSpc>
              <a:buNone/>
              <a:defRPr sz="2100" b="1">
                <a:solidFill>
                  <a:srgbClr val="D4F46D"/>
                </a:solidFill>
                <a:latin typeface="Segoe UI"/>
                <a:ea typeface="Segoe UI"/>
                <a:cs typeface="Segoe UI"/>
              </a:defRPr>
            </a:pPr>
            <a:r>
              <a:rPr sz="2100" b="1">
                <a:solidFill>
                  <a:srgbClr val="D4F46D"/>
                </a:solidFill>
                <a:latin typeface="Segoe UI"/>
                <a:ea typeface="Segoe UI"/>
                <a:cs typeface="Segoe UI"/>
              </a:rPr>
              <a:t>01</a:t>
            </a:r>
          </a:p>
        </p:txBody>
      </p:sp>
      <p:sp>
        <p:nvSpPr>
          <p:cNvPr id="12" name="step-title0">
            <a:extLst xmlns:a="http://schemas.openxmlformats.org/drawingml/2006/main">
              <a:ext uri="{FF2B5EF4-FFF2-40B4-BE49-F238E27FC236}">
                <a16:creationId xmlns:a16="http://schemas.microsoft.com/office/drawing/2014/main" id="{D8DD6438-47B1-4A52-A7B1-A5FC4B805E39}"/>
              </a:ext>
            </a:extLst>
          </p:cNvPr>
          <p:cNvSpPr>
            <a:spLocks xmlns:a="http://schemas.openxmlformats.org/drawingml/2006/main" noGrp="1"/>
          </p:cNvSpPr>
          <p:nvPr/>
        </p:nvSpPr>
        <p:spPr>
          <a:xfrm xmlns:a="http://schemas.openxmlformats.org/drawingml/2006/main">
            <a:off x="666750" y="45339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F5F8F4"/>
                </a:solidFill>
                <a:latin typeface="Segoe UI"/>
                <a:ea typeface="Segoe UI"/>
                <a:cs typeface="Segoe UI"/>
              </a:defRPr>
            </a:defPPr>
          </a:lstStyle>
          <a:p xmlns:a="http://schemas.openxmlformats.org/drawingml/2006/main">
            <a:pPr algn="ctr">
              <a:lnSpc>
                <a:spcPct val="101000"/>
              </a:lnSpc>
              <a:buNone/>
              <a:defRPr sz="1725" b="1">
                <a:solidFill>
                  <a:srgbClr val="F5F8F4"/>
                </a:solidFill>
                <a:latin typeface="Segoe UI"/>
                <a:ea typeface="Segoe UI"/>
                <a:cs typeface="Segoe UI"/>
              </a:defRPr>
            </a:pPr>
            <a:r>
              <a:rPr sz="1725" b="1">
                <a:solidFill>
                  <a:srgbClr val="F5F8F4"/>
                </a:solidFill>
                <a:latin typeface="Segoe UI"/>
                <a:ea typeface="Segoe UI"/>
                <a:cs typeface="Segoe UI"/>
              </a:rPr>
              <a:t>Datos</a:t>
            </a:r>
          </a:p>
        </p:txBody>
      </p:sp>
      <p:sp>
        <p:nvSpPr>
          <p:cNvPr id="13" name="step-body0">
            <a:extLst xmlns:a="http://schemas.openxmlformats.org/drawingml/2006/main">
              <a:ext uri="{FF2B5EF4-FFF2-40B4-BE49-F238E27FC236}">
                <a16:creationId xmlns:a16="http://schemas.microsoft.com/office/drawing/2014/main" id="{C30A1660-71E1-4017-9F66-DAEF88C7DAE4}"/>
              </a:ext>
            </a:extLst>
          </p:cNvPr>
          <p:cNvSpPr>
            <a:spLocks xmlns:a="http://schemas.openxmlformats.org/drawingml/2006/main" noGrp="1"/>
          </p:cNvSpPr>
          <p:nvPr/>
        </p:nvSpPr>
        <p:spPr>
          <a:xfrm xmlns:a="http://schemas.openxmlformats.org/drawingml/2006/main">
            <a:off x="609600" y="4981575"/>
            <a:ext cx="2209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a:solidFill>
                  <a:srgbClr val="A8BAB0"/>
                </a:solidFill>
                <a:latin typeface="Segoe UI"/>
                <a:ea typeface="Segoe UI"/>
                <a:cs typeface="Segoe UI"/>
              </a:defRPr>
            </a:defPPr>
          </a:lstStyle>
          <a:p xmlns:a="http://schemas.openxmlformats.org/drawingml/2006/main">
            <a:pPr algn="ctr">
              <a:lnSpc>
                <a:spcPct val="101000"/>
              </a:lnSpc>
              <a:buNone/>
              <a:defRPr sz="1275" b="0">
                <a:solidFill>
                  <a:srgbClr val="A8BAB0"/>
                </a:solidFill>
                <a:latin typeface="Segoe UI"/>
                <a:ea typeface="Segoe UI"/>
                <a:cs typeface="Segoe UI"/>
              </a:defRPr>
            </a:pPr>
            <a:r>
              <a:rPr sz="1275" b="0">
                <a:solidFill>
                  <a:srgbClr val="A8BAB0"/>
                </a:solidFill>
                <a:latin typeface="Segoe UI"/>
                <a:ea typeface="Segoe UI"/>
                <a:cs typeface="Segoe UI"/>
              </a:rPr>
              <a:t>Apple Salud, sueño, HRV, frecuencia y actividad.</a:t>
            </a:r>
          </a:p>
        </p:txBody>
      </p:sp>
      <p:sp>
        <p:nvSpPr>
          <p:cNvPr id="14" name="">
            <a:extLst xmlns:a="http://schemas.openxmlformats.org/drawingml/2006/main">
              <a:ext uri="{FF2B5EF4-FFF2-40B4-BE49-F238E27FC236}">
                <a16:creationId xmlns:a16="http://schemas.microsoft.com/office/drawing/2014/main" id="{EE5B258D-0100-42B6-95D2-3574C95074CD}"/>
              </a:ext>
            </a:extLst>
          </p:cNvPr>
          <p:cNvSpPr>
            <a:spLocks xmlns:a="http://schemas.openxmlformats.org/drawingml/2006/main" noGrp="1"/>
          </p:cNvSpPr>
          <p:nvPr/>
        </p:nvSpPr>
        <p:spPr>
          <a:xfrm xmlns:a="http://schemas.openxmlformats.org/drawingml/2006/main">
            <a:off x="4076700" y="3267075"/>
            <a:ext cx="990600" cy="990600"/>
          </a:xfrm>
          <a:prstGeom xmlns:a="http://schemas.openxmlformats.org/drawingml/2006/main" prst="ellipse">
            <a:avLst/>
          </a:prstGeom>
          <a:solidFill xmlns:a="http://schemas.openxmlformats.org/drawingml/2006/main">
            <a:srgbClr val="11261E"/>
          </a:solidFill>
          <a:ln xmlns:a="http://schemas.openxmlformats.org/drawingml/2006/main" w="19050">
            <a:solidFill>
              <a:srgbClr val="A0E3AE">
                <a:alpha val="76000"/>
              </a:srgbClr>
            </a:solidFill>
            <a:prstDash val="solid"/>
          </a:ln>
        </p:spPr>
      </p:sp>
      <p:sp>
        <p:nvSpPr>
          <p:cNvPr id="15" name="">
            <a:extLst xmlns:a="http://schemas.openxmlformats.org/drawingml/2006/main">
              <a:ext uri="{FF2B5EF4-FFF2-40B4-BE49-F238E27FC236}">
                <a16:creationId xmlns:a16="http://schemas.microsoft.com/office/drawing/2014/main" id="{D80C60D0-58C0-4193-B649-542273A6BE6D}"/>
              </a:ext>
            </a:extLst>
          </p:cNvPr>
          <p:cNvSpPr>
            <a:spLocks xmlns:a="http://schemas.openxmlformats.org/drawingml/2006/main" noGrp="1"/>
          </p:cNvSpPr>
          <p:nvPr/>
        </p:nvSpPr>
        <p:spPr>
          <a:xfrm xmlns:a="http://schemas.openxmlformats.org/drawingml/2006/main">
            <a:off x="4229100" y="3419475"/>
            <a:ext cx="685800" cy="685800"/>
          </a:xfrm>
          <a:prstGeom xmlns:a="http://schemas.openxmlformats.org/drawingml/2006/main" prst="ellipse">
            <a:avLst/>
          </a:prstGeom>
          <a:solidFill xmlns:a="http://schemas.openxmlformats.org/drawingml/2006/main">
            <a:srgbClr val="214333">
              <a:alpha val="78000"/>
            </a:srgbClr>
          </a:solidFill>
          <a:ln xmlns:a="http://schemas.openxmlformats.org/drawingml/2006/main" w="0">
            <a:noFill/>
            <a:prstDash val="solid"/>
          </a:ln>
        </p:spPr>
      </p:sp>
      <p:sp>
        <p:nvSpPr>
          <p:cNvPr id="16" name="step-num1">
            <a:extLst xmlns:a="http://schemas.openxmlformats.org/drawingml/2006/main">
              <a:ext uri="{FF2B5EF4-FFF2-40B4-BE49-F238E27FC236}">
                <a16:creationId xmlns:a16="http://schemas.microsoft.com/office/drawing/2014/main" id="{05725CCF-8C3F-4096-9DBC-28115C359A59}"/>
              </a:ext>
            </a:extLst>
          </p:cNvPr>
          <p:cNvSpPr>
            <a:spLocks xmlns:a="http://schemas.openxmlformats.org/drawingml/2006/main" noGrp="1"/>
          </p:cNvSpPr>
          <p:nvPr/>
        </p:nvSpPr>
        <p:spPr>
          <a:xfrm xmlns:a="http://schemas.openxmlformats.org/drawingml/2006/main">
            <a:off x="4286250" y="3524250"/>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00" b="1">
                <a:solidFill>
                  <a:srgbClr val="D4F46D"/>
                </a:solidFill>
                <a:latin typeface="Segoe UI"/>
                <a:ea typeface="Segoe UI"/>
                <a:cs typeface="Segoe UI"/>
              </a:defRPr>
            </a:defPPr>
          </a:lstStyle>
          <a:p xmlns:a="http://schemas.openxmlformats.org/drawingml/2006/main">
            <a:pPr algn="ctr">
              <a:lnSpc>
                <a:spcPct val="101000"/>
              </a:lnSpc>
              <a:buNone/>
              <a:defRPr sz="2100" b="1">
                <a:solidFill>
                  <a:srgbClr val="D4F46D"/>
                </a:solidFill>
                <a:latin typeface="Segoe UI"/>
                <a:ea typeface="Segoe UI"/>
                <a:cs typeface="Segoe UI"/>
              </a:defRPr>
            </a:pPr>
            <a:r>
              <a:rPr sz="2100" b="1">
                <a:solidFill>
                  <a:srgbClr val="D4F46D"/>
                </a:solidFill>
                <a:latin typeface="Segoe UI"/>
                <a:ea typeface="Segoe UI"/>
                <a:cs typeface="Segoe UI"/>
              </a:rPr>
              <a:t>02</a:t>
            </a:r>
          </a:p>
        </p:txBody>
      </p:sp>
      <p:sp>
        <p:nvSpPr>
          <p:cNvPr id="17" name="step-title1">
            <a:extLst xmlns:a="http://schemas.openxmlformats.org/drawingml/2006/main">
              <a:ext uri="{FF2B5EF4-FFF2-40B4-BE49-F238E27FC236}">
                <a16:creationId xmlns:a16="http://schemas.microsoft.com/office/drawing/2014/main" id="{96844FBF-9D80-4154-A01F-3B0AE022B354}"/>
              </a:ext>
            </a:extLst>
          </p:cNvPr>
          <p:cNvSpPr>
            <a:spLocks xmlns:a="http://schemas.openxmlformats.org/drawingml/2006/main" noGrp="1"/>
          </p:cNvSpPr>
          <p:nvPr/>
        </p:nvSpPr>
        <p:spPr>
          <a:xfrm xmlns:a="http://schemas.openxmlformats.org/drawingml/2006/main">
            <a:off x="3571875" y="45339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F5F8F4"/>
                </a:solidFill>
                <a:latin typeface="Segoe UI"/>
                <a:ea typeface="Segoe UI"/>
                <a:cs typeface="Segoe UI"/>
              </a:defRPr>
            </a:defPPr>
          </a:lstStyle>
          <a:p xmlns:a="http://schemas.openxmlformats.org/drawingml/2006/main">
            <a:pPr algn="ctr">
              <a:lnSpc>
                <a:spcPct val="101000"/>
              </a:lnSpc>
              <a:buNone/>
              <a:defRPr sz="1725" b="1">
                <a:solidFill>
                  <a:srgbClr val="F5F8F4"/>
                </a:solidFill>
                <a:latin typeface="Segoe UI"/>
                <a:ea typeface="Segoe UI"/>
                <a:cs typeface="Segoe UI"/>
              </a:defRPr>
            </a:pPr>
            <a:r>
              <a:rPr sz="1725" b="1">
                <a:solidFill>
                  <a:srgbClr val="F5F8F4"/>
                </a:solidFill>
                <a:latin typeface="Segoe UI"/>
                <a:ea typeface="Segoe UI"/>
                <a:cs typeface="Segoe UI"/>
              </a:rPr>
              <a:t>Motor de riesgo</a:t>
            </a:r>
          </a:p>
        </p:txBody>
      </p:sp>
      <p:sp>
        <p:nvSpPr>
          <p:cNvPr id="18" name="step-body1">
            <a:extLst xmlns:a="http://schemas.openxmlformats.org/drawingml/2006/main">
              <a:ext uri="{FF2B5EF4-FFF2-40B4-BE49-F238E27FC236}">
                <a16:creationId xmlns:a16="http://schemas.microsoft.com/office/drawing/2014/main" id="{B8687E51-DADF-4D02-8776-8FCD99E72480}"/>
              </a:ext>
            </a:extLst>
          </p:cNvPr>
          <p:cNvSpPr>
            <a:spLocks xmlns:a="http://schemas.openxmlformats.org/drawingml/2006/main" noGrp="1"/>
          </p:cNvSpPr>
          <p:nvPr/>
        </p:nvSpPr>
        <p:spPr>
          <a:xfrm xmlns:a="http://schemas.openxmlformats.org/drawingml/2006/main">
            <a:off x="3514725" y="4981575"/>
            <a:ext cx="2209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a:solidFill>
                  <a:srgbClr val="A8BAB0"/>
                </a:solidFill>
                <a:latin typeface="Segoe UI"/>
                <a:ea typeface="Segoe UI"/>
                <a:cs typeface="Segoe UI"/>
              </a:defRPr>
            </a:defPPr>
          </a:lstStyle>
          <a:p xmlns:a="http://schemas.openxmlformats.org/drawingml/2006/main">
            <a:pPr algn="ctr">
              <a:lnSpc>
                <a:spcPct val="101000"/>
              </a:lnSpc>
              <a:buNone/>
              <a:defRPr sz="1275" b="0">
                <a:solidFill>
                  <a:srgbClr val="A8BAB0"/>
                </a:solidFill>
                <a:latin typeface="Segoe UI"/>
                <a:ea typeface="Segoe UI"/>
                <a:cs typeface="Segoe UI"/>
              </a:defRPr>
            </a:pPr>
            <a:r>
              <a:rPr sz="1275" b="0">
                <a:solidFill>
                  <a:srgbClr val="A8BAB0"/>
                </a:solidFill>
                <a:latin typeface="Segoe UI"/>
                <a:ea typeface="Segoe UI"/>
                <a:cs typeface="Segoe UI"/>
              </a:rPr>
              <a:t>Señales de cambio frente a tu línea base personal.</a:t>
            </a:r>
          </a:p>
        </p:txBody>
      </p:sp>
      <p:sp>
        <p:nvSpPr>
          <p:cNvPr id="19" name="">
            <a:extLst xmlns:a="http://schemas.openxmlformats.org/drawingml/2006/main">
              <a:ext uri="{FF2B5EF4-FFF2-40B4-BE49-F238E27FC236}">
                <a16:creationId xmlns:a16="http://schemas.microsoft.com/office/drawing/2014/main" id="{379D56B6-DA5D-49B1-8EB4-8835C3089261}"/>
              </a:ext>
            </a:extLst>
          </p:cNvPr>
          <p:cNvSpPr>
            <a:spLocks xmlns:a="http://schemas.openxmlformats.org/drawingml/2006/main" noGrp="1"/>
          </p:cNvSpPr>
          <p:nvPr/>
        </p:nvSpPr>
        <p:spPr>
          <a:xfrm xmlns:a="http://schemas.openxmlformats.org/drawingml/2006/main">
            <a:off x="6981825" y="3267075"/>
            <a:ext cx="990600" cy="990600"/>
          </a:xfrm>
          <a:prstGeom xmlns:a="http://schemas.openxmlformats.org/drawingml/2006/main" prst="ellipse">
            <a:avLst/>
          </a:prstGeom>
          <a:solidFill xmlns:a="http://schemas.openxmlformats.org/drawingml/2006/main">
            <a:srgbClr val="11261E"/>
          </a:solidFill>
          <a:ln xmlns:a="http://schemas.openxmlformats.org/drawingml/2006/main" w="19050">
            <a:solidFill>
              <a:srgbClr val="A0E3AE">
                <a:alpha val="76000"/>
              </a:srgbClr>
            </a:solidFill>
            <a:prstDash val="solid"/>
          </a:ln>
        </p:spPr>
      </p:sp>
      <p:sp>
        <p:nvSpPr>
          <p:cNvPr id="20" name="">
            <a:extLst xmlns:a="http://schemas.openxmlformats.org/drawingml/2006/main">
              <a:ext uri="{FF2B5EF4-FFF2-40B4-BE49-F238E27FC236}">
                <a16:creationId xmlns:a16="http://schemas.microsoft.com/office/drawing/2014/main" id="{2FE64BDA-5707-45FD-8C2E-B09F46A779C2}"/>
              </a:ext>
            </a:extLst>
          </p:cNvPr>
          <p:cNvSpPr>
            <a:spLocks xmlns:a="http://schemas.openxmlformats.org/drawingml/2006/main" noGrp="1"/>
          </p:cNvSpPr>
          <p:nvPr/>
        </p:nvSpPr>
        <p:spPr>
          <a:xfrm xmlns:a="http://schemas.openxmlformats.org/drawingml/2006/main">
            <a:off x="7134225" y="3419475"/>
            <a:ext cx="685800" cy="685800"/>
          </a:xfrm>
          <a:prstGeom xmlns:a="http://schemas.openxmlformats.org/drawingml/2006/main" prst="ellipse">
            <a:avLst/>
          </a:prstGeom>
          <a:solidFill xmlns:a="http://schemas.openxmlformats.org/drawingml/2006/main">
            <a:srgbClr val="214333">
              <a:alpha val="78000"/>
            </a:srgbClr>
          </a:solidFill>
          <a:ln xmlns:a="http://schemas.openxmlformats.org/drawingml/2006/main" w="0">
            <a:noFill/>
            <a:prstDash val="solid"/>
          </a:ln>
        </p:spPr>
      </p:sp>
      <p:sp>
        <p:nvSpPr>
          <p:cNvPr id="21" name="step-num2">
            <a:extLst xmlns:a="http://schemas.openxmlformats.org/drawingml/2006/main">
              <a:ext uri="{FF2B5EF4-FFF2-40B4-BE49-F238E27FC236}">
                <a16:creationId xmlns:a16="http://schemas.microsoft.com/office/drawing/2014/main" id="{96744290-A4CC-49B8-A2BB-4885DCD69CFE}"/>
              </a:ext>
            </a:extLst>
          </p:cNvPr>
          <p:cNvSpPr>
            <a:spLocks xmlns:a="http://schemas.openxmlformats.org/drawingml/2006/main" noGrp="1"/>
          </p:cNvSpPr>
          <p:nvPr/>
        </p:nvSpPr>
        <p:spPr>
          <a:xfrm xmlns:a="http://schemas.openxmlformats.org/drawingml/2006/main">
            <a:off x="7191375" y="3524250"/>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00" b="1">
                <a:solidFill>
                  <a:srgbClr val="D4F46D"/>
                </a:solidFill>
                <a:latin typeface="Segoe UI"/>
                <a:ea typeface="Segoe UI"/>
                <a:cs typeface="Segoe UI"/>
              </a:defRPr>
            </a:defPPr>
          </a:lstStyle>
          <a:p xmlns:a="http://schemas.openxmlformats.org/drawingml/2006/main">
            <a:pPr algn="ctr">
              <a:lnSpc>
                <a:spcPct val="101000"/>
              </a:lnSpc>
              <a:buNone/>
              <a:defRPr sz="2100" b="1">
                <a:solidFill>
                  <a:srgbClr val="D4F46D"/>
                </a:solidFill>
                <a:latin typeface="Segoe UI"/>
                <a:ea typeface="Segoe UI"/>
                <a:cs typeface="Segoe UI"/>
              </a:defRPr>
            </a:pPr>
            <a:r>
              <a:rPr sz="2100" b="1">
                <a:solidFill>
                  <a:srgbClr val="D4F46D"/>
                </a:solidFill>
                <a:latin typeface="Segoe UI"/>
                <a:ea typeface="Segoe UI"/>
                <a:cs typeface="Segoe UI"/>
              </a:rPr>
              <a:t>03</a:t>
            </a:r>
          </a:p>
        </p:txBody>
      </p:sp>
      <p:sp>
        <p:nvSpPr>
          <p:cNvPr id="22" name="step-title2">
            <a:extLst xmlns:a="http://schemas.openxmlformats.org/drawingml/2006/main">
              <a:ext uri="{FF2B5EF4-FFF2-40B4-BE49-F238E27FC236}">
                <a16:creationId xmlns:a16="http://schemas.microsoft.com/office/drawing/2014/main" id="{A3C3BB25-A0E9-43F6-8F4D-2FD022B590A2}"/>
              </a:ext>
            </a:extLst>
          </p:cNvPr>
          <p:cNvSpPr>
            <a:spLocks xmlns:a="http://schemas.openxmlformats.org/drawingml/2006/main" noGrp="1"/>
          </p:cNvSpPr>
          <p:nvPr/>
        </p:nvSpPr>
        <p:spPr>
          <a:xfrm xmlns:a="http://schemas.openxmlformats.org/drawingml/2006/main">
            <a:off x="6477000" y="45339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F5F8F4"/>
                </a:solidFill>
                <a:latin typeface="Segoe UI"/>
                <a:ea typeface="Segoe UI"/>
                <a:cs typeface="Segoe UI"/>
              </a:defRPr>
            </a:defPPr>
          </a:lstStyle>
          <a:p xmlns:a="http://schemas.openxmlformats.org/drawingml/2006/main">
            <a:pPr algn="ctr">
              <a:lnSpc>
                <a:spcPct val="101000"/>
              </a:lnSpc>
              <a:buNone/>
              <a:defRPr sz="1725" b="1">
                <a:solidFill>
                  <a:srgbClr val="F5F8F4"/>
                </a:solidFill>
                <a:latin typeface="Segoe UI"/>
                <a:ea typeface="Segoe UI"/>
                <a:cs typeface="Segoe UI"/>
              </a:defRPr>
            </a:pPr>
            <a:r>
              <a:rPr sz="1725" b="1">
                <a:solidFill>
                  <a:srgbClr val="F5F8F4"/>
                </a:solidFill>
                <a:latin typeface="Segoe UI"/>
                <a:ea typeface="Segoe UI"/>
                <a:cs typeface="Segoe UI"/>
              </a:rPr>
              <a:t>Bioscores</a:t>
            </a:r>
          </a:p>
        </p:txBody>
      </p:sp>
      <p:sp>
        <p:nvSpPr>
          <p:cNvPr id="23" name="step-body2">
            <a:extLst xmlns:a="http://schemas.openxmlformats.org/drawingml/2006/main">
              <a:ext uri="{FF2B5EF4-FFF2-40B4-BE49-F238E27FC236}">
                <a16:creationId xmlns:a16="http://schemas.microsoft.com/office/drawing/2014/main" id="{18C5CD8C-12C4-4C27-BB0E-FDEAF92009B8}"/>
              </a:ext>
            </a:extLst>
          </p:cNvPr>
          <p:cNvSpPr>
            <a:spLocks xmlns:a="http://schemas.openxmlformats.org/drawingml/2006/main" noGrp="1"/>
          </p:cNvSpPr>
          <p:nvPr/>
        </p:nvSpPr>
        <p:spPr>
          <a:xfrm xmlns:a="http://schemas.openxmlformats.org/drawingml/2006/main">
            <a:off x="6419850" y="4981575"/>
            <a:ext cx="2209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a:solidFill>
                  <a:srgbClr val="A8BAB0"/>
                </a:solidFill>
                <a:latin typeface="Segoe UI"/>
                <a:ea typeface="Segoe UI"/>
                <a:cs typeface="Segoe UI"/>
              </a:defRPr>
            </a:defPPr>
          </a:lstStyle>
          <a:p xmlns:a="http://schemas.openxmlformats.org/drawingml/2006/main">
            <a:pPr algn="ctr">
              <a:lnSpc>
                <a:spcPct val="101000"/>
              </a:lnSpc>
              <a:buNone/>
              <a:defRPr sz="1275" b="0">
                <a:solidFill>
                  <a:srgbClr val="A8BAB0"/>
                </a:solidFill>
                <a:latin typeface="Segoe UI"/>
                <a:ea typeface="Segoe UI"/>
                <a:cs typeface="Segoe UI"/>
              </a:defRPr>
            </a:pPr>
            <a:r>
              <a:rPr sz="1275" b="0">
                <a:solidFill>
                  <a:srgbClr val="A8BAB0"/>
                </a:solidFill>
                <a:latin typeface="Segoe UI"/>
                <a:ea typeface="Segoe UI"/>
                <a:cs typeface="Segoe UI"/>
              </a:rPr>
              <a:t>BioScore y Sleep Score, con ingredientes visibles.</a:t>
            </a:r>
          </a:p>
        </p:txBody>
      </p:sp>
      <p:sp>
        <p:nvSpPr>
          <p:cNvPr id="24" name="">
            <a:extLst xmlns:a="http://schemas.openxmlformats.org/drawingml/2006/main">
              <a:ext uri="{FF2B5EF4-FFF2-40B4-BE49-F238E27FC236}">
                <a16:creationId xmlns:a16="http://schemas.microsoft.com/office/drawing/2014/main" id="{31955DA9-EEBA-44FF-B348-44DE409E4738}"/>
              </a:ext>
            </a:extLst>
          </p:cNvPr>
          <p:cNvSpPr>
            <a:spLocks xmlns:a="http://schemas.openxmlformats.org/drawingml/2006/main" noGrp="1"/>
          </p:cNvSpPr>
          <p:nvPr/>
        </p:nvSpPr>
        <p:spPr>
          <a:xfrm xmlns:a="http://schemas.openxmlformats.org/drawingml/2006/main">
            <a:off x="9886950" y="3267075"/>
            <a:ext cx="990600" cy="990600"/>
          </a:xfrm>
          <a:prstGeom xmlns:a="http://schemas.openxmlformats.org/drawingml/2006/main" prst="ellipse">
            <a:avLst/>
          </a:prstGeom>
          <a:solidFill xmlns:a="http://schemas.openxmlformats.org/drawingml/2006/main">
            <a:srgbClr val="11261E"/>
          </a:solidFill>
          <a:ln xmlns:a="http://schemas.openxmlformats.org/drawingml/2006/main" w="19050">
            <a:solidFill>
              <a:srgbClr val="A0E3AE">
                <a:alpha val="76000"/>
              </a:srgbClr>
            </a:solidFill>
            <a:prstDash val="solid"/>
          </a:ln>
        </p:spPr>
      </p:sp>
      <p:sp>
        <p:nvSpPr>
          <p:cNvPr id="25" name="">
            <a:extLst xmlns:a="http://schemas.openxmlformats.org/drawingml/2006/main">
              <a:ext uri="{FF2B5EF4-FFF2-40B4-BE49-F238E27FC236}">
                <a16:creationId xmlns:a16="http://schemas.microsoft.com/office/drawing/2014/main" id="{4451E0AA-F0FE-4415-9300-C08767CD6FB7}"/>
              </a:ext>
            </a:extLst>
          </p:cNvPr>
          <p:cNvSpPr>
            <a:spLocks xmlns:a="http://schemas.openxmlformats.org/drawingml/2006/main" noGrp="1"/>
          </p:cNvSpPr>
          <p:nvPr/>
        </p:nvSpPr>
        <p:spPr>
          <a:xfrm xmlns:a="http://schemas.openxmlformats.org/drawingml/2006/main">
            <a:off x="10039350" y="3419475"/>
            <a:ext cx="685800" cy="685800"/>
          </a:xfrm>
          <a:prstGeom xmlns:a="http://schemas.openxmlformats.org/drawingml/2006/main" prst="ellipse">
            <a:avLst/>
          </a:prstGeom>
          <a:solidFill xmlns:a="http://schemas.openxmlformats.org/drawingml/2006/main">
            <a:srgbClr val="214333">
              <a:alpha val="78000"/>
            </a:srgbClr>
          </a:solidFill>
          <a:ln xmlns:a="http://schemas.openxmlformats.org/drawingml/2006/main" w="0">
            <a:noFill/>
            <a:prstDash val="solid"/>
          </a:ln>
        </p:spPr>
      </p:sp>
      <p:sp>
        <p:nvSpPr>
          <p:cNvPr id="26" name="step-num3">
            <a:extLst xmlns:a="http://schemas.openxmlformats.org/drawingml/2006/main">
              <a:ext uri="{FF2B5EF4-FFF2-40B4-BE49-F238E27FC236}">
                <a16:creationId xmlns:a16="http://schemas.microsoft.com/office/drawing/2014/main" id="{6195FC20-4DAE-4581-A63F-FD29C7FF92A2}"/>
              </a:ext>
            </a:extLst>
          </p:cNvPr>
          <p:cNvSpPr>
            <a:spLocks xmlns:a="http://schemas.openxmlformats.org/drawingml/2006/main" noGrp="1"/>
          </p:cNvSpPr>
          <p:nvPr/>
        </p:nvSpPr>
        <p:spPr>
          <a:xfrm xmlns:a="http://schemas.openxmlformats.org/drawingml/2006/main">
            <a:off x="10096500" y="3524250"/>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00" b="1">
                <a:solidFill>
                  <a:srgbClr val="D4F46D"/>
                </a:solidFill>
                <a:latin typeface="Segoe UI"/>
                <a:ea typeface="Segoe UI"/>
                <a:cs typeface="Segoe UI"/>
              </a:defRPr>
            </a:defPPr>
          </a:lstStyle>
          <a:p xmlns:a="http://schemas.openxmlformats.org/drawingml/2006/main">
            <a:pPr algn="ctr">
              <a:lnSpc>
                <a:spcPct val="101000"/>
              </a:lnSpc>
              <a:buNone/>
              <a:defRPr sz="2100" b="1">
                <a:solidFill>
                  <a:srgbClr val="D4F46D"/>
                </a:solidFill>
                <a:latin typeface="Segoe UI"/>
                <a:ea typeface="Segoe UI"/>
                <a:cs typeface="Segoe UI"/>
              </a:defRPr>
            </a:pPr>
            <a:r>
              <a:rPr sz="2100" b="1">
                <a:solidFill>
                  <a:srgbClr val="D4F46D"/>
                </a:solidFill>
                <a:latin typeface="Segoe UI"/>
                <a:ea typeface="Segoe UI"/>
                <a:cs typeface="Segoe UI"/>
              </a:rPr>
              <a:t>04</a:t>
            </a:r>
          </a:p>
        </p:txBody>
      </p:sp>
      <p:sp>
        <p:nvSpPr>
          <p:cNvPr id="27" name="step-title3">
            <a:extLst xmlns:a="http://schemas.openxmlformats.org/drawingml/2006/main">
              <a:ext uri="{FF2B5EF4-FFF2-40B4-BE49-F238E27FC236}">
                <a16:creationId xmlns:a16="http://schemas.microsoft.com/office/drawing/2014/main" id="{626D9A27-97DB-4A4C-AF0F-9801F658BB4F}"/>
              </a:ext>
            </a:extLst>
          </p:cNvPr>
          <p:cNvSpPr>
            <a:spLocks xmlns:a="http://schemas.openxmlformats.org/drawingml/2006/main" noGrp="1"/>
          </p:cNvSpPr>
          <p:nvPr/>
        </p:nvSpPr>
        <p:spPr>
          <a:xfrm xmlns:a="http://schemas.openxmlformats.org/drawingml/2006/main">
            <a:off x="9382125" y="45339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F5F8F4"/>
                </a:solidFill>
                <a:latin typeface="Segoe UI"/>
                <a:ea typeface="Segoe UI"/>
                <a:cs typeface="Segoe UI"/>
              </a:defRPr>
            </a:defPPr>
          </a:lstStyle>
          <a:p xmlns:a="http://schemas.openxmlformats.org/drawingml/2006/main">
            <a:pPr algn="ctr">
              <a:lnSpc>
                <a:spcPct val="101000"/>
              </a:lnSpc>
              <a:buNone/>
              <a:defRPr sz="1725" b="1">
                <a:solidFill>
                  <a:srgbClr val="F5F8F4"/>
                </a:solidFill>
                <a:latin typeface="Segoe UI"/>
                <a:ea typeface="Segoe UI"/>
                <a:cs typeface="Segoe UI"/>
              </a:defRPr>
            </a:pPr>
            <a:r>
              <a:rPr sz="1725" b="1">
                <a:solidFill>
                  <a:srgbClr val="F5F8F4"/>
                </a:solidFill>
                <a:latin typeface="Segoe UI"/>
                <a:ea typeface="Segoe UI"/>
                <a:cs typeface="Segoe UI"/>
              </a:rPr>
              <a:t>Coach IA</a:t>
            </a:r>
          </a:p>
        </p:txBody>
      </p:sp>
      <p:sp>
        <p:nvSpPr>
          <p:cNvPr id="28" name="step-body3">
            <a:extLst xmlns:a="http://schemas.openxmlformats.org/drawingml/2006/main">
              <a:ext uri="{FF2B5EF4-FFF2-40B4-BE49-F238E27FC236}">
                <a16:creationId xmlns:a16="http://schemas.microsoft.com/office/drawing/2014/main" id="{AF8E6109-2FA6-46EC-8F69-F88790D136B9}"/>
              </a:ext>
            </a:extLst>
          </p:cNvPr>
          <p:cNvSpPr>
            <a:spLocks xmlns:a="http://schemas.openxmlformats.org/drawingml/2006/main" noGrp="1"/>
          </p:cNvSpPr>
          <p:nvPr/>
        </p:nvSpPr>
        <p:spPr>
          <a:xfrm xmlns:a="http://schemas.openxmlformats.org/drawingml/2006/main">
            <a:off x="9324975" y="4981575"/>
            <a:ext cx="2209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a:solidFill>
                  <a:srgbClr val="A8BAB0"/>
                </a:solidFill>
                <a:latin typeface="Segoe UI"/>
                <a:ea typeface="Segoe UI"/>
                <a:cs typeface="Segoe UI"/>
              </a:defRPr>
            </a:defPPr>
          </a:lstStyle>
          <a:p xmlns:a="http://schemas.openxmlformats.org/drawingml/2006/main">
            <a:pPr algn="ctr">
              <a:lnSpc>
                <a:spcPct val="101000"/>
              </a:lnSpc>
              <a:buNone/>
              <a:defRPr sz="1275" b="0">
                <a:solidFill>
                  <a:srgbClr val="A8BAB0"/>
                </a:solidFill>
                <a:latin typeface="Segoe UI"/>
                <a:ea typeface="Segoe UI"/>
                <a:cs typeface="Segoe UI"/>
              </a:defRPr>
            </a:pPr>
            <a:r>
              <a:rPr sz="1275" b="0">
                <a:solidFill>
                  <a:srgbClr val="A8BAB0"/>
                </a:solidFill>
                <a:latin typeface="Segoe UI"/>
                <a:ea typeface="Segoe UI"/>
                <a:cs typeface="Segoe UI"/>
              </a:rPr>
              <a:t>Una explicación y una acción concreta para hoy.</a:t>
            </a:r>
          </a:p>
        </p:txBody>
      </p:sp>
      <p:sp>
        <p:nvSpPr>
          <p:cNvPr id="29" name="foot">
            <a:extLst xmlns:a="http://schemas.openxmlformats.org/drawingml/2006/main">
              <a:ext uri="{FF2B5EF4-FFF2-40B4-BE49-F238E27FC236}">
                <a16:creationId xmlns:a16="http://schemas.microsoft.com/office/drawing/2014/main" id="{E0D3FBBF-1F4C-46DA-B557-3716F6933646}"/>
              </a:ext>
            </a:extLst>
          </p:cNvPr>
          <p:cNvSpPr>
            <a:spLocks xmlns:a="http://schemas.openxmlformats.org/drawingml/2006/main" noGrp="1"/>
          </p:cNvSpPr>
          <p:nvPr/>
        </p:nvSpPr>
        <p:spPr>
          <a:xfrm xmlns:a="http://schemas.openxmlformats.org/drawingml/2006/main">
            <a:off x="685800" y="6038850"/>
            <a:ext cx="771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0">
                <a:solidFill>
                  <a:srgbClr val="698077"/>
                </a:solidFill>
                <a:latin typeface="Segoe UI"/>
                <a:ea typeface="Segoe UI"/>
                <a:cs typeface="Segoe UI"/>
              </a:defRPr>
            </a:defPPr>
          </a:lstStyle>
          <a:p xmlns:a="http://schemas.openxmlformats.org/drawingml/2006/main">
            <a:pPr algn="l">
              <a:lnSpc>
                <a:spcPct val="101000"/>
              </a:lnSpc>
              <a:buNone/>
              <a:defRPr sz="900" b="0">
                <a:solidFill>
                  <a:srgbClr val="698077"/>
                </a:solidFill>
                <a:latin typeface="Segoe UI"/>
                <a:ea typeface="Segoe UI"/>
                <a:cs typeface="Segoe UI"/>
              </a:defRPr>
            </a:pPr>
            <a:r>
              <a:rPr sz="900" b="0">
                <a:solidFill>
                  <a:srgbClr val="698077"/>
                </a:solidFill>
                <a:latin typeface="Segoe UI"/>
                <a:ea typeface="Segoe UI"/>
                <a:cs typeface="Segoe UI"/>
              </a:rPr>
              <a:t>Riesgo = señal exploratoria de cambio personal; no probabilidad clínica.</a:t>
            </a:r>
          </a:p>
        </p:txBody>
      </p:sp>
    </p:spTree>
    <p:extLst>
      <p:ext uri="{BB962C8B-B14F-4D97-AF65-F5344CB8AC3E}">
        <p14:creationId xmlns:p14="http://schemas.microsoft.com/office/powerpoint/2010/main" val="696615111"/>
      </p:ext>
    </p:extLst>
  </p:cSld>
</p:sld>
</file>

<file path=ppt/slides/slide5.xml><?xml version="1.0" encoding="utf-8"?>
<p:sld xmlns:p="http://schemas.openxmlformats.org/presentationml/2006/main">
  <p:cSld>
    <p:bg>
      <p:bgPr>
        <a:solidFill xmlns:a="http://schemas.openxmlformats.org/drawingml/2006/main">
          <a:srgbClr val="06110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DC28038C-4FCC-4997-A664-4F818EB5E3DB}"/>
              </a:ext>
            </a:extLst>
          </p:cNvPr>
          <p:cNvPicPr>
            <a:picLocks xmlns:a="http://schemas.openxmlformats.org/drawingml/2006/main" noChangeAspect="1"/>
          </p:cNvPicPr>
          <p:nvPr/>
        </p:nvPicPr>
        <p:blipFill>
          <a:blip xmlns:r="http://schemas.openxmlformats.org/officeDocument/2006/relationships" xmlns:a="http://schemas.openxmlformats.org/drawingml/2006/main" r:embed="Rc6f3ef0fc70b4de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8435C2E4-A0FA-40BE-9635-207AD8F0586F}"/>
              </a:ext>
            </a:extLst>
          </p:cNvPr>
          <p:cNvSpPr>
            <a:spLocks xmlns:a="http://schemas.openxmlformats.org/drawingml/2006/main" noGrp="1"/>
          </p:cNvSpPr>
          <p:nvPr/>
        </p:nvSpPr>
        <p:spPr>
          <a:xfrm xmlns:a="http://schemas.openxmlformats.org/drawingml/2006/main">
            <a:off x="666750" y="2857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74E3C1"/>
                </a:solidFill>
                <a:latin typeface="Segoe UI"/>
                <a:ea typeface="Segoe UI"/>
                <a:cs typeface="Segoe UI"/>
              </a:defRPr>
            </a:defPPr>
          </a:lstStyle>
          <a:p xmlns:a="http://schemas.openxmlformats.org/drawingml/2006/main">
            <a:pPr algn="l">
              <a:lnSpc>
                <a:spcPct val="101000"/>
              </a:lnSpc>
              <a:buNone/>
              <a:defRPr sz="1275" b="1">
                <a:solidFill>
                  <a:srgbClr val="74E3C1"/>
                </a:solidFill>
                <a:latin typeface="Segoe UI"/>
                <a:ea typeface="Segoe UI"/>
                <a:cs typeface="Segoe UI"/>
              </a:defRPr>
            </a:pPr>
            <a:r>
              <a:rPr sz="1275" b="1">
                <a:solidFill>
                  <a:srgbClr val="74E3C1"/>
                </a:solidFill>
                <a:latin typeface="Segoe UI"/>
                <a:ea typeface="Segoe UI"/>
                <a:cs typeface="Segoe UI"/>
              </a:rPr>
              <a:t>BIOPULSE</a:t>
            </a:r>
          </a:p>
        </p:txBody>
      </p:sp>
      <p:sp>
        <p:nvSpPr>
          <p:cNvPr id="3" name="section">
            <a:extLst xmlns:a="http://schemas.openxmlformats.org/drawingml/2006/main">
              <a:ext uri="{FF2B5EF4-FFF2-40B4-BE49-F238E27FC236}">
                <a16:creationId xmlns:a16="http://schemas.microsoft.com/office/drawing/2014/main" id="{33066244-EBAB-4C62-8C38-92C9B2B2770E}"/>
              </a:ext>
            </a:extLst>
          </p:cNvPr>
          <p:cNvSpPr>
            <a:spLocks xmlns:a="http://schemas.openxmlformats.org/drawingml/2006/main" noGrp="1"/>
          </p:cNvSpPr>
          <p:nvPr/>
        </p:nvSpPr>
        <p:spPr>
          <a:xfrm xmlns:a="http://schemas.openxmlformats.org/drawingml/2006/main">
            <a:off x="7905750" y="285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98077"/>
                </a:solidFill>
                <a:latin typeface="Segoe UI"/>
                <a:ea typeface="Segoe UI"/>
                <a:cs typeface="Segoe UI"/>
              </a:defRPr>
            </a:defPPr>
          </a:lstStyle>
          <a:p xmlns:a="http://schemas.openxmlformats.org/drawingml/2006/main">
            <a:pPr algn="r">
              <a:lnSpc>
                <a:spcPct val="101000"/>
              </a:lnSpc>
              <a:buNone/>
              <a:defRPr sz="900" b="1">
                <a:solidFill>
                  <a:srgbClr val="698077"/>
                </a:solidFill>
                <a:latin typeface="Segoe UI"/>
                <a:ea typeface="Segoe UI"/>
                <a:cs typeface="Segoe UI"/>
              </a:defRPr>
            </a:pPr>
            <a:r>
              <a:rPr sz="900" b="1">
                <a:solidFill>
                  <a:srgbClr val="698077"/>
                </a:solidFill>
                <a:latin typeface="Segoe UI"/>
                <a:ea typeface="Segoe UI"/>
                <a:cs typeface="Segoe UI"/>
              </a:rPr>
              <a:t>EL PRODUCTO</a:t>
            </a:r>
          </a:p>
        </p:txBody>
      </p:sp>
      <p:sp>
        <p:nvSpPr>
          <p:cNvPr id="4" name="">
            <a:extLst xmlns:a="http://schemas.openxmlformats.org/drawingml/2006/main">
              <a:ext uri="{FF2B5EF4-FFF2-40B4-BE49-F238E27FC236}">
                <a16:creationId xmlns:a16="http://schemas.microsoft.com/office/drawing/2014/main" id="{805A89A4-7FE1-4104-AE8A-D1967F1FE822}"/>
              </a:ext>
            </a:extLst>
          </p:cNvPr>
          <p:cNvSpPr>
            <a:spLocks xmlns:a="http://schemas.openxmlformats.org/drawingml/2006/main" noGrp="1"/>
          </p:cNvSpPr>
          <p:nvPr/>
        </p:nvSpPr>
        <p:spPr>
          <a:xfrm xmlns:a="http://schemas.openxmlformats.org/drawingml/2006/main">
            <a:off x="666750" y="6429375"/>
            <a:ext cx="10858500" cy="9525"/>
          </a:xfrm>
          <a:prstGeom xmlns:a="http://schemas.openxmlformats.org/drawingml/2006/main" prst="rect">
            <a:avLst/>
          </a:prstGeom>
          <a:solidFill xmlns:a="http://schemas.openxmlformats.org/drawingml/2006/main">
            <a:srgbClr val="294138"/>
          </a:solidFill>
          <a:ln xmlns:a="http://schemas.openxmlformats.org/drawingml/2006/main" w="0">
            <a:noFill/>
            <a:prstDash val="solid"/>
          </a:ln>
        </p:spPr>
      </p:sp>
      <p:sp>
        <p:nvSpPr>
          <p:cNvPr id="5" name="page">
            <a:extLst xmlns:a="http://schemas.openxmlformats.org/drawingml/2006/main">
              <a:ext uri="{FF2B5EF4-FFF2-40B4-BE49-F238E27FC236}">
                <a16:creationId xmlns:a16="http://schemas.microsoft.com/office/drawing/2014/main" id="{5A435935-FEE9-407E-BE28-A080E00671F1}"/>
              </a:ext>
            </a:extLst>
          </p:cNvPr>
          <p:cNvSpPr>
            <a:spLocks xmlns:a="http://schemas.openxmlformats.org/drawingml/2006/main" noGrp="1"/>
          </p:cNvSpPr>
          <p:nvPr/>
        </p:nvSpPr>
        <p:spPr>
          <a:xfrm xmlns:a="http://schemas.openxmlformats.org/drawingml/2006/main">
            <a:off x="10525125" y="649605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698077"/>
                </a:solidFill>
                <a:latin typeface="Segoe UI"/>
                <a:ea typeface="Segoe UI"/>
                <a:cs typeface="Segoe UI"/>
              </a:defRPr>
            </a:defPPr>
          </a:lstStyle>
          <a:p xmlns:a="http://schemas.openxmlformats.org/drawingml/2006/main">
            <a:pPr algn="r">
              <a:lnSpc>
                <a:spcPct val="101000"/>
              </a:lnSpc>
              <a:buNone/>
              <a:defRPr sz="825" b="1">
                <a:solidFill>
                  <a:srgbClr val="698077"/>
                </a:solidFill>
                <a:latin typeface="Segoe UI"/>
                <a:ea typeface="Segoe UI"/>
                <a:cs typeface="Segoe UI"/>
              </a:defRPr>
            </a:pPr>
            <a:r>
              <a:rPr sz="825" b="1">
                <a:solidFill>
                  <a:srgbClr val="698077"/>
                </a:solidFill>
                <a:latin typeface="Segoe UI"/>
                <a:ea typeface="Segoe UI"/>
                <a:cs typeface="Segoe UI"/>
              </a:rPr>
              <a:t>05 / 12</a:t>
            </a:r>
          </a:p>
        </p:txBody>
      </p:sp>
      <p:sp>
        <p:nvSpPr>
          <p:cNvPr id="6" name="headline">
            <a:extLst xmlns:a="http://schemas.openxmlformats.org/drawingml/2006/main">
              <a:ext uri="{FF2B5EF4-FFF2-40B4-BE49-F238E27FC236}">
                <a16:creationId xmlns:a16="http://schemas.microsoft.com/office/drawing/2014/main" id="{91C70663-71FA-47EA-B91B-B3A6C9468F15}"/>
              </a:ext>
            </a:extLst>
          </p:cNvPr>
          <p:cNvSpPr>
            <a:spLocks xmlns:a="http://schemas.openxmlformats.org/drawingml/2006/main" noGrp="1"/>
          </p:cNvSpPr>
          <p:nvPr/>
        </p:nvSpPr>
        <p:spPr>
          <a:xfrm xmlns:a="http://schemas.openxmlformats.org/drawingml/2006/main">
            <a:off x="685800" y="733425"/>
            <a:ext cx="1000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750" b="1">
                <a:solidFill>
                  <a:srgbClr val="F5F8F4"/>
                </a:solidFill>
                <a:latin typeface="Segoe UI"/>
                <a:ea typeface="Segoe UI"/>
                <a:cs typeface="Segoe UI"/>
              </a:defRPr>
            </a:defPPr>
          </a:lstStyle>
          <a:p xmlns:a="http://schemas.openxmlformats.org/drawingml/2006/main">
            <a:pPr algn="l">
              <a:lnSpc>
                <a:spcPct val="101000"/>
              </a:lnSpc>
              <a:buNone/>
              <a:defRPr sz="3750" b="1">
                <a:solidFill>
                  <a:srgbClr val="F5F8F4"/>
                </a:solidFill>
                <a:latin typeface="Segoe UI"/>
                <a:ea typeface="Segoe UI"/>
                <a:cs typeface="Segoe UI"/>
              </a:defRPr>
            </a:pPr>
            <a:r>
              <a:rPr sz="3750" b="1">
                <a:solidFill>
                  <a:srgbClr val="F5F8F4"/>
                </a:solidFill>
                <a:latin typeface="Segoe UI"/>
                <a:ea typeface="Segoe UI"/>
                <a:cs typeface="Segoe UI"/>
              </a:rPr>
              <a:t>Tres momentos. Una sola historia.</a:t>
            </a:r>
          </a:p>
        </p:txBody>
      </p:sp>
      <p:sp>
        <p:nvSpPr>
          <p:cNvPr id="7" name="intro">
            <a:extLst xmlns:a="http://schemas.openxmlformats.org/drawingml/2006/main">
              <a:ext uri="{FF2B5EF4-FFF2-40B4-BE49-F238E27FC236}">
                <a16:creationId xmlns:a16="http://schemas.microsoft.com/office/drawing/2014/main" id="{0357720E-1EF1-4E9B-A3BF-A8A7ED029390}"/>
              </a:ext>
            </a:extLst>
          </p:cNvPr>
          <p:cNvSpPr>
            <a:spLocks xmlns:a="http://schemas.openxmlformats.org/drawingml/2006/main" noGrp="1"/>
          </p:cNvSpPr>
          <p:nvPr/>
        </p:nvSpPr>
        <p:spPr>
          <a:xfrm xmlns:a="http://schemas.openxmlformats.org/drawingml/2006/main">
            <a:off x="714375" y="1419225"/>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A8BAB0"/>
                </a:solidFill>
                <a:latin typeface="Segoe UI"/>
                <a:ea typeface="Segoe UI"/>
                <a:cs typeface="Segoe UI"/>
              </a:defRPr>
            </a:defPPr>
          </a:lstStyle>
          <a:p xmlns:a="http://schemas.openxmlformats.org/drawingml/2006/main">
            <a:pPr algn="l">
              <a:lnSpc>
                <a:spcPct val="101000"/>
              </a:lnSpc>
              <a:buNone/>
              <a:defRPr sz="1575" b="0">
                <a:solidFill>
                  <a:srgbClr val="A8BAB0"/>
                </a:solidFill>
                <a:latin typeface="Segoe UI"/>
                <a:ea typeface="Segoe UI"/>
                <a:cs typeface="Segoe UI"/>
              </a:defRPr>
            </a:pPr>
            <a:r>
              <a:rPr sz="1575" b="0">
                <a:solidFill>
                  <a:srgbClr val="A8BAB0"/>
                </a:solidFill>
                <a:latin typeface="Segoe UI"/>
                <a:ea typeface="Segoe UI"/>
                <a:cs typeface="Segoe UI"/>
              </a:rPr>
              <a:t>Hoy para orientarte. Tendencias para entender cambios. Sueño para mejorar tu descanso.</a:t>
            </a:r>
          </a:p>
        </p:txBody>
      </p:sp>
      <p:sp>
        <p:nvSpPr>
          <p:cNvPr id="8" name="">
            <a:extLst xmlns:a="http://schemas.openxmlformats.org/drawingml/2006/main">
              <a:ext uri="{FF2B5EF4-FFF2-40B4-BE49-F238E27FC236}">
                <a16:creationId xmlns:a16="http://schemas.microsoft.com/office/drawing/2014/main" id="{A74FEEF7-2A98-4BB9-99EA-FF71C7D871D6}"/>
              </a:ext>
            </a:extLst>
          </p:cNvPr>
          <p:cNvSpPr>
            <a:spLocks xmlns:a="http://schemas.openxmlformats.org/drawingml/2006/main" noGrp="1"/>
          </p:cNvSpPr>
          <p:nvPr/>
        </p:nvSpPr>
        <p:spPr>
          <a:xfrm xmlns:a="http://schemas.openxmlformats.org/drawingml/2006/main">
            <a:off x="3143250" y="1790700"/>
            <a:ext cx="6000750" cy="3810000"/>
          </a:xfrm>
          <a:prstGeom xmlns:a="http://schemas.openxmlformats.org/drawingml/2006/main" prst="ellipse">
            <a:avLst/>
          </a:prstGeom>
          <a:solidFill xmlns:a="http://schemas.openxmlformats.org/drawingml/2006/main">
            <a:srgbClr val="6DDBBA">
              <a:alpha val="6000"/>
            </a:srgbClr>
          </a:solidFill>
          <a:ln xmlns:a="http://schemas.openxmlformats.org/drawingml/2006/main" w="0">
            <a:noFill/>
            <a:prstDash val="solid"/>
          </a:ln>
        </p:spPr>
      </p:sp>
      <p:pic>
        <p:nvPicPr>
          <p:cNvPr id="9" name="">
            <a:extLst xmlns:a="http://schemas.openxmlformats.org/drawingml/2006/main">
              <a:ext uri="{FF2B5EF4-FFF2-40B4-BE49-F238E27FC236}">
                <a16:creationId xmlns:a16="http://schemas.microsoft.com/office/drawing/2014/main" id="{673B9A66-68BF-4608-98AC-F7BD2037A837}"/>
              </a:ext>
            </a:extLst>
          </p:cNvPr>
          <p:cNvPicPr>
            <a:picLocks xmlns:a="http://schemas.openxmlformats.org/drawingml/2006/main" noChangeAspect="1"/>
          </p:cNvPicPr>
          <p:nvPr/>
        </p:nvPicPr>
        <p:blipFill>
          <a:blip xmlns:r="http://schemas.openxmlformats.org/officeDocument/2006/relationships" xmlns:a="http://schemas.openxmlformats.org/drawingml/2006/main" r:embed="Rce304971d7124703"/>
          <a:stretch xmlns:a="http://schemas.openxmlformats.org/drawingml/2006/main"/>
        </p:blipFill>
        <p:spPr>
          <a:xfrm xmlns:a="http://schemas.openxmlformats.org/drawingml/2006/main">
            <a:off x="708025" y="1971675"/>
            <a:ext cx="2984500" cy="447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E534DF4E-826C-4E18-BD77-70F688B86A77}"/>
              </a:ext>
            </a:extLst>
          </p:cNvPr>
          <p:cNvPicPr>
            <a:picLocks xmlns:a="http://schemas.openxmlformats.org/drawingml/2006/main" noChangeAspect="1"/>
          </p:cNvPicPr>
          <p:nvPr/>
        </p:nvPicPr>
        <p:blipFill>
          <a:blip xmlns:r="http://schemas.openxmlformats.org/officeDocument/2006/relationships" xmlns:a="http://schemas.openxmlformats.org/drawingml/2006/main" r:embed="Rced7d1dfa07047cd"/>
          <a:stretch xmlns:a="http://schemas.openxmlformats.org/drawingml/2006/main"/>
        </p:blipFill>
        <p:spPr>
          <a:xfrm xmlns:a="http://schemas.openxmlformats.org/drawingml/2006/main">
            <a:off x="4538663" y="1743075"/>
            <a:ext cx="3219450" cy="482917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76587988-0DBE-4450-AA1F-B3CA1D71981E}"/>
              </a:ext>
            </a:extLst>
          </p:cNvPr>
          <p:cNvPicPr>
            <a:picLocks xmlns:a="http://schemas.openxmlformats.org/drawingml/2006/main" noChangeAspect="1"/>
          </p:cNvPicPr>
          <p:nvPr/>
        </p:nvPicPr>
        <p:blipFill>
          <a:blip xmlns:r="http://schemas.openxmlformats.org/officeDocument/2006/relationships" xmlns:a="http://schemas.openxmlformats.org/drawingml/2006/main" r:embed="R88edc27306b74a5b"/>
          <a:stretch xmlns:a="http://schemas.openxmlformats.org/drawingml/2006/main"/>
        </p:blipFill>
        <p:spPr>
          <a:xfrm xmlns:a="http://schemas.openxmlformats.org/drawingml/2006/main">
            <a:off x="8509000" y="1971675"/>
            <a:ext cx="2984500" cy="4476750"/>
          </a:xfrm>
          <a:prstGeom xmlns:a="http://schemas.openxmlformats.org/drawingml/2006/main" prst="rect">
            <a:avLst/>
          </a:prstGeom>
        </p:spPr>
      </p:pic>
    </p:spTree>
    <p:extLst>
      <p:ext uri="{BB962C8B-B14F-4D97-AF65-F5344CB8AC3E}">
        <p14:creationId xmlns:p14="http://schemas.microsoft.com/office/powerpoint/2010/main" val="1551360180"/>
      </p:ext>
    </p:extLst>
  </p:cSld>
</p:sld>
</file>

<file path=ppt/slides/slide6.xml><?xml version="1.0" encoding="utf-8"?>
<p:sld xmlns:p="http://schemas.openxmlformats.org/presentationml/2006/main">
  <p:cSld>
    <p:bg>
      <p:bgPr>
        <a:solidFill xmlns:a="http://schemas.openxmlformats.org/drawingml/2006/main">
          <a:srgbClr val="06110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29D1B20E-969F-42B8-8BAD-24E516A7BFAF}"/>
              </a:ext>
            </a:extLst>
          </p:cNvPr>
          <p:cNvPicPr>
            <a:picLocks xmlns:a="http://schemas.openxmlformats.org/drawingml/2006/main" noChangeAspect="1"/>
          </p:cNvPicPr>
          <p:nvPr/>
        </p:nvPicPr>
        <p:blipFill>
          <a:blip xmlns:r="http://schemas.openxmlformats.org/officeDocument/2006/relationships" xmlns:a="http://schemas.openxmlformats.org/drawingml/2006/main" r:embed="R989fb001dc3441d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F3C2802F-3D94-4812-9FDD-EA6F0597ECE7}"/>
              </a:ext>
            </a:extLst>
          </p:cNvPr>
          <p:cNvSpPr>
            <a:spLocks xmlns:a="http://schemas.openxmlformats.org/drawingml/2006/main" noGrp="1"/>
          </p:cNvSpPr>
          <p:nvPr/>
        </p:nvSpPr>
        <p:spPr>
          <a:xfrm xmlns:a="http://schemas.openxmlformats.org/drawingml/2006/main">
            <a:off x="666750" y="2857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74E3C1"/>
                </a:solidFill>
                <a:latin typeface="Segoe UI"/>
                <a:ea typeface="Segoe UI"/>
                <a:cs typeface="Segoe UI"/>
              </a:defRPr>
            </a:defPPr>
          </a:lstStyle>
          <a:p xmlns:a="http://schemas.openxmlformats.org/drawingml/2006/main">
            <a:pPr algn="l">
              <a:lnSpc>
                <a:spcPct val="101000"/>
              </a:lnSpc>
              <a:buNone/>
              <a:defRPr sz="1275" b="1">
                <a:solidFill>
                  <a:srgbClr val="74E3C1"/>
                </a:solidFill>
                <a:latin typeface="Segoe UI"/>
                <a:ea typeface="Segoe UI"/>
                <a:cs typeface="Segoe UI"/>
              </a:defRPr>
            </a:pPr>
            <a:r>
              <a:rPr sz="1275" b="1">
                <a:solidFill>
                  <a:srgbClr val="74E3C1"/>
                </a:solidFill>
                <a:latin typeface="Segoe UI"/>
                <a:ea typeface="Segoe UI"/>
                <a:cs typeface="Segoe UI"/>
              </a:rPr>
              <a:t>BIOPULSE</a:t>
            </a:r>
          </a:p>
        </p:txBody>
      </p:sp>
      <p:sp>
        <p:nvSpPr>
          <p:cNvPr id="3" name="section">
            <a:extLst xmlns:a="http://schemas.openxmlformats.org/drawingml/2006/main">
              <a:ext uri="{FF2B5EF4-FFF2-40B4-BE49-F238E27FC236}">
                <a16:creationId xmlns:a16="http://schemas.microsoft.com/office/drawing/2014/main" id="{C16087CE-1C02-404F-987B-5B435447D84D}"/>
              </a:ext>
            </a:extLst>
          </p:cNvPr>
          <p:cNvSpPr>
            <a:spLocks xmlns:a="http://schemas.openxmlformats.org/drawingml/2006/main" noGrp="1"/>
          </p:cNvSpPr>
          <p:nvPr/>
        </p:nvSpPr>
        <p:spPr>
          <a:xfrm xmlns:a="http://schemas.openxmlformats.org/drawingml/2006/main">
            <a:off x="7905750" y="285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98077"/>
                </a:solidFill>
                <a:latin typeface="Segoe UI"/>
                <a:ea typeface="Segoe UI"/>
                <a:cs typeface="Segoe UI"/>
              </a:defRPr>
            </a:defPPr>
          </a:lstStyle>
          <a:p xmlns:a="http://schemas.openxmlformats.org/drawingml/2006/main">
            <a:pPr algn="r">
              <a:lnSpc>
                <a:spcPct val="101000"/>
              </a:lnSpc>
              <a:buNone/>
              <a:defRPr sz="900" b="1">
                <a:solidFill>
                  <a:srgbClr val="698077"/>
                </a:solidFill>
                <a:latin typeface="Segoe UI"/>
                <a:ea typeface="Segoe UI"/>
                <a:cs typeface="Segoe UI"/>
              </a:defRPr>
            </a:pPr>
            <a:r>
              <a:rPr sz="900" b="1">
                <a:solidFill>
                  <a:srgbClr val="698077"/>
                </a:solidFill>
                <a:latin typeface="Segoe UI"/>
                <a:ea typeface="Segoe UI"/>
                <a:cs typeface="Segoe UI"/>
              </a:rPr>
              <a:t>CIENCIA DE DATOS</a:t>
            </a:r>
          </a:p>
        </p:txBody>
      </p:sp>
      <p:sp>
        <p:nvSpPr>
          <p:cNvPr id="4" name="">
            <a:extLst xmlns:a="http://schemas.openxmlformats.org/drawingml/2006/main">
              <a:ext uri="{FF2B5EF4-FFF2-40B4-BE49-F238E27FC236}">
                <a16:creationId xmlns:a16="http://schemas.microsoft.com/office/drawing/2014/main" id="{196ACEEB-19E8-4633-88A7-E7FC4E598B25}"/>
              </a:ext>
            </a:extLst>
          </p:cNvPr>
          <p:cNvSpPr>
            <a:spLocks xmlns:a="http://schemas.openxmlformats.org/drawingml/2006/main" noGrp="1"/>
          </p:cNvSpPr>
          <p:nvPr/>
        </p:nvSpPr>
        <p:spPr>
          <a:xfrm xmlns:a="http://schemas.openxmlformats.org/drawingml/2006/main">
            <a:off x="666750" y="6429375"/>
            <a:ext cx="10858500" cy="9525"/>
          </a:xfrm>
          <a:prstGeom xmlns:a="http://schemas.openxmlformats.org/drawingml/2006/main" prst="rect">
            <a:avLst/>
          </a:prstGeom>
          <a:solidFill xmlns:a="http://schemas.openxmlformats.org/drawingml/2006/main">
            <a:srgbClr val="294138"/>
          </a:solidFill>
          <a:ln xmlns:a="http://schemas.openxmlformats.org/drawingml/2006/main" w="0">
            <a:noFill/>
            <a:prstDash val="solid"/>
          </a:ln>
        </p:spPr>
      </p:sp>
      <p:sp>
        <p:nvSpPr>
          <p:cNvPr id="5" name="page">
            <a:extLst xmlns:a="http://schemas.openxmlformats.org/drawingml/2006/main">
              <a:ext uri="{FF2B5EF4-FFF2-40B4-BE49-F238E27FC236}">
                <a16:creationId xmlns:a16="http://schemas.microsoft.com/office/drawing/2014/main" id="{F96A2288-5C5D-4A73-BD52-A2D27F00A92F}"/>
              </a:ext>
            </a:extLst>
          </p:cNvPr>
          <p:cNvSpPr>
            <a:spLocks xmlns:a="http://schemas.openxmlformats.org/drawingml/2006/main" noGrp="1"/>
          </p:cNvSpPr>
          <p:nvPr/>
        </p:nvSpPr>
        <p:spPr>
          <a:xfrm xmlns:a="http://schemas.openxmlformats.org/drawingml/2006/main">
            <a:off x="10525125" y="649605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698077"/>
                </a:solidFill>
                <a:latin typeface="Segoe UI"/>
                <a:ea typeface="Segoe UI"/>
                <a:cs typeface="Segoe UI"/>
              </a:defRPr>
            </a:defPPr>
          </a:lstStyle>
          <a:p xmlns:a="http://schemas.openxmlformats.org/drawingml/2006/main">
            <a:pPr algn="r">
              <a:lnSpc>
                <a:spcPct val="101000"/>
              </a:lnSpc>
              <a:buNone/>
              <a:defRPr sz="825" b="1">
                <a:solidFill>
                  <a:srgbClr val="698077"/>
                </a:solidFill>
                <a:latin typeface="Segoe UI"/>
                <a:ea typeface="Segoe UI"/>
                <a:cs typeface="Segoe UI"/>
              </a:defRPr>
            </a:pPr>
            <a:r>
              <a:rPr sz="825" b="1">
                <a:solidFill>
                  <a:srgbClr val="698077"/>
                </a:solidFill>
                <a:latin typeface="Segoe UI"/>
                <a:ea typeface="Segoe UI"/>
                <a:cs typeface="Segoe UI"/>
              </a:rPr>
              <a:t>06 / 12</a:t>
            </a:r>
          </a:p>
        </p:txBody>
      </p:sp>
      <p:sp>
        <p:nvSpPr>
          <p:cNvPr id="6" name="headline">
            <a:extLst xmlns:a="http://schemas.openxmlformats.org/drawingml/2006/main">
              <a:ext uri="{FF2B5EF4-FFF2-40B4-BE49-F238E27FC236}">
                <a16:creationId xmlns:a16="http://schemas.microsoft.com/office/drawing/2014/main" id="{D228D2B7-E4B0-4BF5-8C92-677BFB8E2745}"/>
              </a:ext>
            </a:extLst>
          </p:cNvPr>
          <p:cNvSpPr>
            <a:spLocks xmlns:a="http://schemas.openxmlformats.org/drawingml/2006/main" noGrp="1"/>
          </p:cNvSpPr>
          <p:nvPr/>
        </p:nvSpPr>
        <p:spPr>
          <a:xfrm xmlns:a="http://schemas.openxmlformats.org/drawingml/2006/main">
            <a:off x="685800" y="876300"/>
            <a:ext cx="7143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825" b="1">
                <a:solidFill>
                  <a:srgbClr val="F5F8F4"/>
                </a:solidFill>
                <a:latin typeface="Segoe UI"/>
                <a:ea typeface="Segoe UI"/>
                <a:cs typeface="Segoe UI"/>
              </a:defRPr>
            </a:defPPr>
          </a:lstStyle>
          <a:p xmlns:a="http://schemas.openxmlformats.org/drawingml/2006/main">
            <a:pPr algn="l">
              <a:lnSpc>
                <a:spcPct val="101000"/>
              </a:lnSpc>
              <a:buNone/>
              <a:defRPr sz="3825" b="1">
                <a:solidFill>
                  <a:srgbClr val="F5F8F4"/>
                </a:solidFill>
                <a:latin typeface="Segoe UI"/>
                <a:ea typeface="Segoe UI"/>
                <a:cs typeface="Segoe UI"/>
              </a:defRPr>
            </a:pPr>
            <a:r>
              <a:rPr sz="3825" b="1">
                <a:solidFill>
                  <a:srgbClr val="F5F8F4"/>
                </a:solidFill>
                <a:latin typeface="Segoe UI"/>
                <a:ea typeface="Segoe UI"/>
                <a:cs typeface="Segoe UI"/>
              </a:rPr>
              <a:t>La referencia más útil</a:t>
            </a:r>
          </a:p>
          <a:p xmlns:a="http://schemas.openxmlformats.org/drawingml/2006/main">
            <a:pPr algn="l">
              <a:lnSpc>
                <a:spcPct val="101000"/>
              </a:lnSpc>
              <a:buNone/>
              <a:defRPr sz="3825" b="1">
                <a:solidFill>
                  <a:srgbClr val="F5F8F4"/>
                </a:solidFill>
                <a:latin typeface="Segoe UI"/>
                <a:ea typeface="Segoe UI"/>
                <a:cs typeface="Segoe UI"/>
              </a:defRPr>
            </a:pPr>
            <a:r>
              <a:rPr sz="3825" b="1">
                <a:solidFill>
                  <a:srgbClr val="F5F8F4"/>
                </a:solidFill>
                <a:latin typeface="Segoe UI"/>
                <a:ea typeface="Segoe UI"/>
                <a:cs typeface="Segoe UI"/>
              </a:rPr>
              <a:t>es tu propia historia.</a:t>
            </a:r>
          </a:p>
        </p:txBody>
      </p:sp>
      <p:sp>
        <p:nvSpPr>
          <p:cNvPr id="7" name="intro">
            <a:extLst xmlns:a="http://schemas.openxmlformats.org/drawingml/2006/main">
              <a:ext uri="{FF2B5EF4-FFF2-40B4-BE49-F238E27FC236}">
                <a16:creationId xmlns:a16="http://schemas.microsoft.com/office/drawing/2014/main" id="{EE92D02F-1984-4BDB-BECE-13865EFD51B9}"/>
              </a:ext>
            </a:extLst>
          </p:cNvPr>
          <p:cNvSpPr>
            <a:spLocks xmlns:a="http://schemas.openxmlformats.org/drawingml/2006/main" noGrp="1"/>
          </p:cNvSpPr>
          <p:nvPr/>
        </p:nvSpPr>
        <p:spPr>
          <a:xfrm xmlns:a="http://schemas.openxmlformats.org/drawingml/2006/main">
            <a:off x="714375" y="2266950"/>
            <a:ext cx="7429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A8BAB0"/>
                </a:solidFill>
                <a:latin typeface="Segoe UI"/>
                <a:ea typeface="Segoe UI"/>
                <a:cs typeface="Segoe UI"/>
              </a:defRPr>
            </a:defPPr>
          </a:lstStyle>
          <a:p xmlns:a="http://schemas.openxmlformats.org/drawingml/2006/main">
            <a:pPr algn="l">
              <a:lnSpc>
                <a:spcPct val="101000"/>
              </a:lnSpc>
              <a:buNone/>
              <a:defRPr sz="1575" b="0">
                <a:solidFill>
                  <a:srgbClr val="A8BAB0"/>
                </a:solidFill>
                <a:latin typeface="Segoe UI"/>
                <a:ea typeface="Segoe UI"/>
                <a:cs typeface="Segoe UI"/>
              </a:defRPr>
            </a:pPr>
            <a:r>
              <a:rPr sz="1575" b="0">
                <a:solidFill>
                  <a:srgbClr val="A8BAB0"/>
                </a:solidFill>
                <a:latin typeface="Segoe UI"/>
                <a:ea typeface="Segoe UI"/>
                <a:cs typeface="Segoe UI"/>
              </a:rPr>
              <a:t>BioPulse compara patrones personales y muestra de dónde sale cada lectura.</a:t>
            </a:r>
          </a:p>
        </p:txBody>
      </p:sp>
      <p:sp>
        <p:nvSpPr>
          <p:cNvPr id="8" name="">
            <a:extLst xmlns:a="http://schemas.openxmlformats.org/drawingml/2006/main">
              <a:ext uri="{FF2B5EF4-FFF2-40B4-BE49-F238E27FC236}">
                <a16:creationId xmlns:a16="http://schemas.microsoft.com/office/drawing/2014/main" id="{38F7089C-A4E6-40D2-B649-C2C6C2BD13B7}"/>
              </a:ext>
            </a:extLst>
          </p:cNvPr>
          <p:cNvSpPr>
            <a:spLocks xmlns:a="http://schemas.openxmlformats.org/drawingml/2006/main" noGrp="1"/>
          </p:cNvSpPr>
          <p:nvPr/>
        </p:nvSpPr>
        <p:spPr>
          <a:xfrm xmlns:a="http://schemas.openxmlformats.org/drawingml/2006/main">
            <a:off x="1000125" y="3124200"/>
            <a:ext cx="3143250" cy="3143250"/>
          </a:xfrm>
          <a:prstGeom xmlns:a="http://schemas.openxmlformats.org/drawingml/2006/main" prst="ellipse">
            <a:avLst/>
          </a:prstGeom>
          <a:noFill xmlns:a="http://schemas.openxmlformats.org/drawingml/2006/main"/>
          <a:ln xmlns:a="http://schemas.openxmlformats.org/drawingml/2006/main" w="19050">
            <a:solidFill>
              <a:srgbClr val="D2F26A">
                <a:alpha val="18000"/>
              </a:srgbClr>
            </a:solidFill>
            <a:prstDash val="solid"/>
          </a:ln>
        </p:spPr>
      </p:sp>
      <p:sp>
        <p:nvSpPr>
          <p:cNvPr id="9" name="">
            <a:extLst xmlns:a="http://schemas.openxmlformats.org/drawingml/2006/main">
              <a:ext uri="{FF2B5EF4-FFF2-40B4-BE49-F238E27FC236}">
                <a16:creationId xmlns:a16="http://schemas.microsoft.com/office/drawing/2014/main" id="{838C2BE5-35BE-4FDF-B93B-7954F563B960}"/>
              </a:ext>
            </a:extLst>
          </p:cNvPr>
          <p:cNvSpPr>
            <a:spLocks xmlns:a="http://schemas.openxmlformats.org/drawingml/2006/main" noGrp="1"/>
          </p:cNvSpPr>
          <p:nvPr/>
        </p:nvSpPr>
        <p:spPr>
          <a:xfrm xmlns:a="http://schemas.openxmlformats.org/drawingml/2006/main">
            <a:off x="1381125" y="3505200"/>
            <a:ext cx="2381250" cy="2381250"/>
          </a:xfrm>
          <a:prstGeom xmlns:a="http://schemas.openxmlformats.org/drawingml/2006/main" prst="ellipse">
            <a:avLst/>
          </a:prstGeom>
          <a:noFill xmlns:a="http://schemas.openxmlformats.org/drawingml/2006/main"/>
          <a:ln xmlns:a="http://schemas.openxmlformats.org/drawingml/2006/main" w="28575">
            <a:solidFill>
              <a:srgbClr val="D2F26A">
                <a:alpha val="44000"/>
              </a:srgbClr>
            </a:solidFill>
            <a:prstDash val="solid"/>
          </a:ln>
        </p:spPr>
      </p:sp>
      <p:sp>
        <p:nvSpPr>
          <p:cNvPr id="10" name="">
            <a:extLst xmlns:a="http://schemas.openxmlformats.org/drawingml/2006/main">
              <a:ext uri="{FF2B5EF4-FFF2-40B4-BE49-F238E27FC236}">
                <a16:creationId xmlns:a16="http://schemas.microsoft.com/office/drawing/2014/main" id="{F26D0588-573C-4D6E-9FE3-61768E40C1FE}"/>
              </a:ext>
            </a:extLst>
          </p:cNvPr>
          <p:cNvSpPr>
            <a:spLocks xmlns:a="http://schemas.openxmlformats.org/drawingml/2006/main" noGrp="1"/>
          </p:cNvSpPr>
          <p:nvPr/>
        </p:nvSpPr>
        <p:spPr>
          <a:xfrm xmlns:a="http://schemas.openxmlformats.org/drawingml/2006/main">
            <a:off x="1809750" y="3933825"/>
            <a:ext cx="1524000" cy="1524000"/>
          </a:xfrm>
          <a:prstGeom xmlns:a="http://schemas.openxmlformats.org/drawingml/2006/main" prst="ellipse">
            <a:avLst/>
          </a:prstGeom>
          <a:solidFill xmlns:a="http://schemas.openxmlformats.org/drawingml/2006/main">
            <a:srgbClr val="18382A">
              <a:alpha val="88000"/>
            </a:srgbClr>
          </a:solidFill>
          <a:ln xmlns:a="http://schemas.openxmlformats.org/drawingml/2006/main" w="19050">
            <a:solidFill>
              <a:srgbClr val="A9E976">
                <a:alpha val="80000"/>
              </a:srgbClr>
            </a:solidFill>
            <a:prstDash val="solid"/>
          </a:ln>
        </p:spPr>
      </p:sp>
      <p:sp>
        <p:nvSpPr>
          <p:cNvPr id="11" name="center">
            <a:extLst xmlns:a="http://schemas.openxmlformats.org/drawingml/2006/main">
              <a:ext uri="{FF2B5EF4-FFF2-40B4-BE49-F238E27FC236}">
                <a16:creationId xmlns:a16="http://schemas.microsoft.com/office/drawing/2014/main" id="{903E143D-7057-4CA6-B681-52A90A45A4D4}"/>
              </a:ext>
            </a:extLst>
          </p:cNvPr>
          <p:cNvSpPr>
            <a:spLocks xmlns:a="http://schemas.openxmlformats.org/drawingml/2006/main" noGrp="1"/>
          </p:cNvSpPr>
          <p:nvPr/>
        </p:nvSpPr>
        <p:spPr>
          <a:xfrm xmlns:a="http://schemas.openxmlformats.org/drawingml/2006/main">
            <a:off x="2019300" y="4333875"/>
            <a:ext cx="11239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D4F46D"/>
                </a:solidFill>
                <a:latin typeface="Segoe UI"/>
                <a:ea typeface="Segoe UI"/>
                <a:cs typeface="Segoe UI"/>
              </a:defRPr>
            </a:defPPr>
          </a:lstStyle>
          <a:p xmlns:a="http://schemas.openxmlformats.org/drawingml/2006/main">
            <a:pPr algn="ctr">
              <a:lnSpc>
                <a:spcPct val="101000"/>
              </a:lnSpc>
              <a:buNone/>
              <a:defRPr sz="1875" b="1">
                <a:solidFill>
                  <a:srgbClr val="D4F46D"/>
                </a:solidFill>
                <a:latin typeface="Segoe UI"/>
                <a:ea typeface="Segoe UI"/>
                <a:cs typeface="Segoe UI"/>
              </a:defRPr>
            </a:pPr>
            <a:r>
              <a:rPr sz="1875" b="1">
                <a:solidFill>
                  <a:srgbClr val="D4F46D"/>
                </a:solidFill>
                <a:latin typeface="Segoe UI"/>
                <a:ea typeface="Segoe UI"/>
                <a:cs typeface="Segoe UI"/>
              </a:rPr>
              <a:t>TU LÍNEA</a:t>
            </a:r>
          </a:p>
          <a:p xmlns:a="http://schemas.openxmlformats.org/drawingml/2006/main">
            <a:pPr algn="ctr">
              <a:lnSpc>
                <a:spcPct val="101000"/>
              </a:lnSpc>
              <a:buNone/>
              <a:defRPr sz="1875" b="1">
                <a:solidFill>
                  <a:srgbClr val="D4F46D"/>
                </a:solidFill>
                <a:latin typeface="Segoe UI"/>
                <a:ea typeface="Segoe UI"/>
                <a:cs typeface="Segoe UI"/>
              </a:defRPr>
            </a:pPr>
            <a:r>
              <a:rPr sz="1875" b="1">
                <a:solidFill>
                  <a:srgbClr val="D4F46D"/>
                </a:solidFill>
                <a:latin typeface="Segoe UI"/>
                <a:ea typeface="Segoe UI"/>
                <a:cs typeface="Segoe UI"/>
              </a:rPr>
              <a:t>BASE</a:t>
            </a:r>
          </a:p>
        </p:txBody>
      </p:sp>
      <p:sp>
        <p:nvSpPr>
          <p:cNvPr id="12" name="row-num0">
            <a:extLst xmlns:a="http://schemas.openxmlformats.org/drawingml/2006/main">
              <a:ext uri="{FF2B5EF4-FFF2-40B4-BE49-F238E27FC236}">
                <a16:creationId xmlns:a16="http://schemas.microsoft.com/office/drawing/2014/main" id="{EBA80D1E-B34D-4EBB-BE32-CCADE51D3766}"/>
              </a:ext>
            </a:extLst>
          </p:cNvPr>
          <p:cNvSpPr>
            <a:spLocks xmlns:a="http://schemas.openxmlformats.org/drawingml/2006/main" noGrp="1"/>
          </p:cNvSpPr>
          <p:nvPr/>
        </p:nvSpPr>
        <p:spPr>
          <a:xfrm xmlns:a="http://schemas.openxmlformats.org/drawingml/2006/main">
            <a:off x="5391150" y="3086100"/>
            <a:ext cx="4381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74E3C1"/>
                </a:solidFill>
                <a:latin typeface="Segoe UI"/>
                <a:ea typeface="Segoe UI"/>
                <a:cs typeface="Segoe UI"/>
              </a:defRPr>
            </a:defPPr>
          </a:lstStyle>
          <a:p xmlns:a="http://schemas.openxmlformats.org/drawingml/2006/main">
            <a:pPr algn="l">
              <a:lnSpc>
                <a:spcPct val="101000"/>
              </a:lnSpc>
              <a:buNone/>
              <a:defRPr sz="1725" b="1">
                <a:solidFill>
                  <a:srgbClr val="74E3C1"/>
                </a:solidFill>
                <a:latin typeface="Segoe UI"/>
                <a:ea typeface="Segoe UI"/>
                <a:cs typeface="Segoe UI"/>
              </a:defRPr>
            </a:pPr>
            <a:r>
              <a:rPr sz="1725" b="1">
                <a:solidFill>
                  <a:srgbClr val="74E3C1"/>
                </a:solidFill>
                <a:latin typeface="Segoe UI"/>
                <a:ea typeface="Segoe UI"/>
                <a:cs typeface="Segoe UI"/>
              </a:rPr>
              <a:t>01</a:t>
            </a:r>
          </a:p>
        </p:txBody>
      </p:sp>
      <p:sp>
        <p:nvSpPr>
          <p:cNvPr id="13" name="row-title0">
            <a:extLst xmlns:a="http://schemas.openxmlformats.org/drawingml/2006/main">
              <a:ext uri="{FF2B5EF4-FFF2-40B4-BE49-F238E27FC236}">
                <a16:creationId xmlns:a16="http://schemas.microsoft.com/office/drawing/2014/main" id="{B98CA85D-FBAB-4C39-95F2-6E018930FE52}"/>
              </a:ext>
            </a:extLst>
          </p:cNvPr>
          <p:cNvSpPr>
            <a:spLocks xmlns:a="http://schemas.openxmlformats.org/drawingml/2006/main" noGrp="1"/>
          </p:cNvSpPr>
          <p:nvPr/>
        </p:nvSpPr>
        <p:spPr>
          <a:xfrm xmlns:a="http://schemas.openxmlformats.org/drawingml/2006/main">
            <a:off x="5972175" y="307657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5F8F4"/>
                </a:solidFill>
                <a:latin typeface="Segoe UI"/>
                <a:ea typeface="Segoe UI"/>
                <a:cs typeface="Segoe UI"/>
              </a:defRPr>
            </a:defPPr>
          </a:lstStyle>
          <a:p xmlns:a="http://schemas.openxmlformats.org/drawingml/2006/main">
            <a:pPr algn="l">
              <a:lnSpc>
                <a:spcPct val="101000"/>
              </a:lnSpc>
              <a:buNone/>
              <a:defRPr sz="1875" b="1">
                <a:solidFill>
                  <a:srgbClr val="F5F8F4"/>
                </a:solidFill>
                <a:latin typeface="Segoe UI"/>
                <a:ea typeface="Segoe UI"/>
                <a:cs typeface="Segoe UI"/>
              </a:defRPr>
            </a:pPr>
            <a:r>
              <a:rPr sz="1875" b="1">
                <a:solidFill>
                  <a:srgbClr val="F5F8F4"/>
                </a:solidFill>
                <a:latin typeface="Segoe UI"/>
                <a:ea typeface="Segoe UI"/>
                <a:cs typeface="Segoe UI"/>
              </a:rPr>
              <a:t>Origen</a:t>
            </a:r>
          </a:p>
        </p:txBody>
      </p:sp>
      <p:sp>
        <p:nvSpPr>
          <p:cNvPr id="14" name="row-body0">
            <a:extLst xmlns:a="http://schemas.openxmlformats.org/drawingml/2006/main">
              <a:ext uri="{FF2B5EF4-FFF2-40B4-BE49-F238E27FC236}">
                <a16:creationId xmlns:a16="http://schemas.microsoft.com/office/drawing/2014/main" id="{21D33D51-16FC-4E78-8890-D397E181A6C4}"/>
              </a:ext>
            </a:extLst>
          </p:cNvPr>
          <p:cNvSpPr>
            <a:spLocks xmlns:a="http://schemas.openxmlformats.org/drawingml/2006/main" noGrp="1"/>
          </p:cNvSpPr>
          <p:nvPr/>
        </p:nvSpPr>
        <p:spPr>
          <a:xfrm xmlns:a="http://schemas.openxmlformats.org/drawingml/2006/main">
            <a:off x="5981700" y="348615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A8BAB0"/>
                </a:solidFill>
                <a:latin typeface="Segoe UI"/>
                <a:ea typeface="Segoe UI"/>
                <a:cs typeface="Segoe UI"/>
              </a:defRPr>
            </a:defPPr>
          </a:lstStyle>
          <a:p xmlns:a="http://schemas.openxmlformats.org/drawingml/2006/main">
            <a:pPr algn="l">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La fuente y la fecha acompañan cada métrica.</a:t>
            </a:r>
          </a:p>
        </p:txBody>
      </p:sp>
      <p:sp>
        <p:nvSpPr>
          <p:cNvPr id="15" name="">
            <a:extLst xmlns:a="http://schemas.openxmlformats.org/drawingml/2006/main">
              <a:ext uri="{FF2B5EF4-FFF2-40B4-BE49-F238E27FC236}">
                <a16:creationId xmlns:a16="http://schemas.microsoft.com/office/drawing/2014/main" id="{C164CBB3-6F45-41AF-997D-F4DF673FBD29}"/>
              </a:ext>
            </a:extLst>
          </p:cNvPr>
          <p:cNvSpPr>
            <a:spLocks xmlns:a="http://schemas.openxmlformats.org/drawingml/2006/main" noGrp="1"/>
          </p:cNvSpPr>
          <p:nvPr/>
        </p:nvSpPr>
        <p:spPr>
          <a:xfrm xmlns:a="http://schemas.openxmlformats.org/drawingml/2006/main">
            <a:off x="5381625" y="3962400"/>
            <a:ext cx="5715000" cy="9525"/>
          </a:xfrm>
          <a:prstGeom xmlns:a="http://schemas.openxmlformats.org/drawingml/2006/main" prst="rect">
            <a:avLst/>
          </a:prstGeom>
          <a:solidFill xmlns:a="http://schemas.openxmlformats.org/drawingml/2006/main">
            <a:srgbClr val="4B6D5C">
              <a:alpha val="43000"/>
            </a:srgbClr>
          </a:solidFill>
          <a:ln xmlns:a="http://schemas.openxmlformats.org/drawingml/2006/main" w="0">
            <a:noFill/>
            <a:prstDash val="solid"/>
          </a:ln>
        </p:spPr>
      </p:sp>
      <p:sp>
        <p:nvSpPr>
          <p:cNvPr id="16" name="row-num1">
            <a:extLst xmlns:a="http://schemas.openxmlformats.org/drawingml/2006/main">
              <a:ext uri="{FF2B5EF4-FFF2-40B4-BE49-F238E27FC236}">
                <a16:creationId xmlns:a16="http://schemas.microsoft.com/office/drawing/2014/main" id="{747BD03E-AB2F-4829-BBEC-B998B15637D0}"/>
              </a:ext>
            </a:extLst>
          </p:cNvPr>
          <p:cNvSpPr>
            <a:spLocks xmlns:a="http://schemas.openxmlformats.org/drawingml/2006/main" noGrp="1"/>
          </p:cNvSpPr>
          <p:nvPr/>
        </p:nvSpPr>
        <p:spPr>
          <a:xfrm xmlns:a="http://schemas.openxmlformats.org/drawingml/2006/main">
            <a:off x="5391150" y="4067175"/>
            <a:ext cx="4381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74E3C1"/>
                </a:solidFill>
                <a:latin typeface="Segoe UI"/>
                <a:ea typeface="Segoe UI"/>
                <a:cs typeface="Segoe UI"/>
              </a:defRPr>
            </a:defPPr>
          </a:lstStyle>
          <a:p xmlns:a="http://schemas.openxmlformats.org/drawingml/2006/main">
            <a:pPr algn="l">
              <a:lnSpc>
                <a:spcPct val="101000"/>
              </a:lnSpc>
              <a:buNone/>
              <a:defRPr sz="1725" b="1">
                <a:solidFill>
                  <a:srgbClr val="74E3C1"/>
                </a:solidFill>
                <a:latin typeface="Segoe UI"/>
                <a:ea typeface="Segoe UI"/>
                <a:cs typeface="Segoe UI"/>
              </a:defRPr>
            </a:pPr>
            <a:r>
              <a:rPr sz="1725" b="1">
                <a:solidFill>
                  <a:srgbClr val="74E3C1"/>
                </a:solidFill>
                <a:latin typeface="Segoe UI"/>
                <a:ea typeface="Segoe UI"/>
                <a:cs typeface="Segoe UI"/>
              </a:rPr>
              <a:t>02</a:t>
            </a:r>
          </a:p>
        </p:txBody>
      </p:sp>
      <p:sp>
        <p:nvSpPr>
          <p:cNvPr id="17" name="row-title1">
            <a:extLst xmlns:a="http://schemas.openxmlformats.org/drawingml/2006/main">
              <a:ext uri="{FF2B5EF4-FFF2-40B4-BE49-F238E27FC236}">
                <a16:creationId xmlns:a16="http://schemas.microsoft.com/office/drawing/2014/main" id="{773371A6-F469-4FCC-B8A0-9FF59445C527}"/>
              </a:ext>
            </a:extLst>
          </p:cNvPr>
          <p:cNvSpPr>
            <a:spLocks xmlns:a="http://schemas.openxmlformats.org/drawingml/2006/main" noGrp="1"/>
          </p:cNvSpPr>
          <p:nvPr/>
        </p:nvSpPr>
        <p:spPr>
          <a:xfrm xmlns:a="http://schemas.openxmlformats.org/drawingml/2006/main">
            <a:off x="5972175" y="4057650"/>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5F8F4"/>
                </a:solidFill>
                <a:latin typeface="Segoe UI"/>
                <a:ea typeface="Segoe UI"/>
                <a:cs typeface="Segoe UI"/>
              </a:defRPr>
            </a:defPPr>
          </a:lstStyle>
          <a:p xmlns:a="http://schemas.openxmlformats.org/drawingml/2006/main">
            <a:pPr algn="l">
              <a:lnSpc>
                <a:spcPct val="101000"/>
              </a:lnSpc>
              <a:buNone/>
              <a:defRPr sz="1875" b="1">
                <a:solidFill>
                  <a:srgbClr val="F5F8F4"/>
                </a:solidFill>
                <a:latin typeface="Segoe UI"/>
                <a:ea typeface="Segoe UI"/>
                <a:cs typeface="Segoe UI"/>
              </a:defRPr>
            </a:pPr>
            <a:r>
              <a:rPr sz="1875" b="1">
                <a:solidFill>
                  <a:srgbClr val="F5F8F4"/>
                </a:solidFill>
                <a:latin typeface="Segoe UI"/>
                <a:ea typeface="Segoe UI"/>
                <a:cs typeface="Segoe UI"/>
              </a:rPr>
              <a:t>Cobertura</a:t>
            </a:r>
          </a:p>
        </p:txBody>
      </p:sp>
      <p:sp>
        <p:nvSpPr>
          <p:cNvPr id="18" name="row-body1">
            <a:extLst xmlns:a="http://schemas.openxmlformats.org/drawingml/2006/main">
              <a:ext uri="{FF2B5EF4-FFF2-40B4-BE49-F238E27FC236}">
                <a16:creationId xmlns:a16="http://schemas.microsoft.com/office/drawing/2014/main" id="{65570B78-D040-4972-874A-81FF26CBB0D7}"/>
              </a:ext>
            </a:extLst>
          </p:cNvPr>
          <p:cNvSpPr>
            <a:spLocks xmlns:a="http://schemas.openxmlformats.org/drawingml/2006/main" noGrp="1"/>
          </p:cNvSpPr>
          <p:nvPr/>
        </p:nvSpPr>
        <p:spPr>
          <a:xfrm xmlns:a="http://schemas.openxmlformats.org/drawingml/2006/main">
            <a:off x="5981700" y="4467225"/>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A8BAB0"/>
                </a:solidFill>
                <a:latin typeface="Segoe UI"/>
                <a:ea typeface="Segoe UI"/>
                <a:cs typeface="Segoe UI"/>
              </a:defRPr>
            </a:defPPr>
          </a:lstStyle>
          <a:p xmlns:a="http://schemas.openxmlformats.org/drawingml/2006/main">
            <a:pPr algn="l">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Si falta historial, el resultado espera.</a:t>
            </a:r>
          </a:p>
        </p:txBody>
      </p:sp>
      <p:sp>
        <p:nvSpPr>
          <p:cNvPr id="19" name="">
            <a:extLst xmlns:a="http://schemas.openxmlformats.org/drawingml/2006/main">
              <a:ext uri="{FF2B5EF4-FFF2-40B4-BE49-F238E27FC236}">
                <a16:creationId xmlns:a16="http://schemas.microsoft.com/office/drawing/2014/main" id="{9723CCF9-3116-4166-A072-99A1919F9AB0}"/>
              </a:ext>
            </a:extLst>
          </p:cNvPr>
          <p:cNvSpPr>
            <a:spLocks xmlns:a="http://schemas.openxmlformats.org/drawingml/2006/main" noGrp="1"/>
          </p:cNvSpPr>
          <p:nvPr/>
        </p:nvSpPr>
        <p:spPr>
          <a:xfrm xmlns:a="http://schemas.openxmlformats.org/drawingml/2006/main">
            <a:off x="5381625" y="4943475"/>
            <a:ext cx="5715000" cy="9525"/>
          </a:xfrm>
          <a:prstGeom xmlns:a="http://schemas.openxmlformats.org/drawingml/2006/main" prst="rect">
            <a:avLst/>
          </a:prstGeom>
          <a:solidFill xmlns:a="http://schemas.openxmlformats.org/drawingml/2006/main">
            <a:srgbClr val="4B6D5C">
              <a:alpha val="43000"/>
            </a:srgbClr>
          </a:solidFill>
          <a:ln xmlns:a="http://schemas.openxmlformats.org/drawingml/2006/main" w="0">
            <a:noFill/>
            <a:prstDash val="solid"/>
          </a:ln>
        </p:spPr>
      </p:sp>
      <p:sp>
        <p:nvSpPr>
          <p:cNvPr id="20" name="row-num2">
            <a:extLst xmlns:a="http://schemas.openxmlformats.org/drawingml/2006/main">
              <a:ext uri="{FF2B5EF4-FFF2-40B4-BE49-F238E27FC236}">
                <a16:creationId xmlns:a16="http://schemas.microsoft.com/office/drawing/2014/main" id="{09EC0E92-8124-47F0-9E36-9521E063B573}"/>
              </a:ext>
            </a:extLst>
          </p:cNvPr>
          <p:cNvSpPr>
            <a:spLocks xmlns:a="http://schemas.openxmlformats.org/drawingml/2006/main" noGrp="1"/>
          </p:cNvSpPr>
          <p:nvPr/>
        </p:nvSpPr>
        <p:spPr>
          <a:xfrm xmlns:a="http://schemas.openxmlformats.org/drawingml/2006/main">
            <a:off x="5391150" y="5048250"/>
            <a:ext cx="4381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74E3C1"/>
                </a:solidFill>
                <a:latin typeface="Segoe UI"/>
                <a:ea typeface="Segoe UI"/>
                <a:cs typeface="Segoe UI"/>
              </a:defRPr>
            </a:defPPr>
          </a:lstStyle>
          <a:p xmlns:a="http://schemas.openxmlformats.org/drawingml/2006/main">
            <a:pPr algn="l">
              <a:lnSpc>
                <a:spcPct val="101000"/>
              </a:lnSpc>
              <a:buNone/>
              <a:defRPr sz="1725" b="1">
                <a:solidFill>
                  <a:srgbClr val="74E3C1"/>
                </a:solidFill>
                <a:latin typeface="Segoe UI"/>
                <a:ea typeface="Segoe UI"/>
                <a:cs typeface="Segoe UI"/>
              </a:defRPr>
            </a:pPr>
            <a:r>
              <a:rPr sz="1725" b="1">
                <a:solidFill>
                  <a:srgbClr val="74E3C1"/>
                </a:solidFill>
                <a:latin typeface="Segoe UI"/>
                <a:ea typeface="Segoe UI"/>
                <a:cs typeface="Segoe UI"/>
              </a:rPr>
              <a:t>03</a:t>
            </a:r>
          </a:p>
        </p:txBody>
      </p:sp>
      <p:sp>
        <p:nvSpPr>
          <p:cNvPr id="21" name="row-title2">
            <a:extLst xmlns:a="http://schemas.openxmlformats.org/drawingml/2006/main">
              <a:ext uri="{FF2B5EF4-FFF2-40B4-BE49-F238E27FC236}">
                <a16:creationId xmlns:a16="http://schemas.microsoft.com/office/drawing/2014/main" id="{87F13C5A-00F6-43B8-AF40-60EC6EB504D4}"/>
              </a:ext>
            </a:extLst>
          </p:cNvPr>
          <p:cNvSpPr>
            <a:spLocks xmlns:a="http://schemas.openxmlformats.org/drawingml/2006/main" noGrp="1"/>
          </p:cNvSpPr>
          <p:nvPr/>
        </p:nvSpPr>
        <p:spPr>
          <a:xfrm xmlns:a="http://schemas.openxmlformats.org/drawingml/2006/main">
            <a:off x="5972175" y="50387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5F8F4"/>
                </a:solidFill>
                <a:latin typeface="Segoe UI"/>
                <a:ea typeface="Segoe UI"/>
                <a:cs typeface="Segoe UI"/>
              </a:defRPr>
            </a:defPPr>
          </a:lstStyle>
          <a:p xmlns:a="http://schemas.openxmlformats.org/drawingml/2006/main">
            <a:pPr algn="l">
              <a:lnSpc>
                <a:spcPct val="101000"/>
              </a:lnSpc>
              <a:buNone/>
              <a:defRPr sz="1875" b="1">
                <a:solidFill>
                  <a:srgbClr val="F5F8F4"/>
                </a:solidFill>
                <a:latin typeface="Segoe UI"/>
                <a:ea typeface="Segoe UI"/>
                <a:cs typeface="Segoe UI"/>
              </a:defRPr>
            </a:pPr>
            <a:r>
              <a:rPr sz="1875" b="1">
                <a:solidFill>
                  <a:srgbClr val="F5F8F4"/>
                </a:solidFill>
                <a:latin typeface="Segoe UI"/>
                <a:ea typeface="Segoe UI"/>
                <a:cs typeface="Segoe UI"/>
              </a:rPr>
              <a:t>Explicación</a:t>
            </a:r>
          </a:p>
        </p:txBody>
      </p:sp>
      <p:sp>
        <p:nvSpPr>
          <p:cNvPr id="22" name="row-body2">
            <a:extLst xmlns:a="http://schemas.openxmlformats.org/drawingml/2006/main">
              <a:ext uri="{FF2B5EF4-FFF2-40B4-BE49-F238E27FC236}">
                <a16:creationId xmlns:a16="http://schemas.microsoft.com/office/drawing/2014/main" id="{E60729D3-AABD-4E4B-A415-06CB64D164C1}"/>
              </a:ext>
            </a:extLst>
          </p:cNvPr>
          <p:cNvSpPr>
            <a:spLocks xmlns:a="http://schemas.openxmlformats.org/drawingml/2006/main" noGrp="1"/>
          </p:cNvSpPr>
          <p:nvPr/>
        </p:nvSpPr>
        <p:spPr>
          <a:xfrm xmlns:a="http://schemas.openxmlformats.org/drawingml/2006/main">
            <a:off x="5981700" y="544830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A8BAB0"/>
                </a:solidFill>
                <a:latin typeface="Segoe UI"/>
                <a:ea typeface="Segoe UI"/>
                <a:cs typeface="Segoe UI"/>
              </a:defRPr>
            </a:defPPr>
          </a:lstStyle>
          <a:p xmlns:a="http://schemas.openxmlformats.org/drawingml/2006/main">
            <a:pPr algn="l">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Score, componentes y versión visibles.</a:t>
            </a:r>
          </a:p>
        </p:txBody>
      </p:sp>
      <p:sp>
        <p:nvSpPr>
          <p:cNvPr id="23" name="science-foot">
            <a:extLst xmlns:a="http://schemas.openxmlformats.org/drawingml/2006/main">
              <a:ext uri="{FF2B5EF4-FFF2-40B4-BE49-F238E27FC236}">
                <a16:creationId xmlns:a16="http://schemas.microsoft.com/office/drawing/2014/main" id="{A9A32F36-8B02-4F44-B880-52B0BCE490A5}"/>
              </a:ext>
            </a:extLst>
          </p:cNvPr>
          <p:cNvSpPr>
            <a:spLocks xmlns:a="http://schemas.openxmlformats.org/drawingml/2006/main" noGrp="1"/>
          </p:cNvSpPr>
          <p:nvPr/>
        </p:nvSpPr>
        <p:spPr>
          <a:xfrm xmlns:a="http://schemas.openxmlformats.org/drawingml/2006/main">
            <a:off x="5391150" y="6010275"/>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F5BD73"/>
                </a:solidFill>
                <a:latin typeface="Segoe UI"/>
                <a:ea typeface="Segoe UI"/>
                <a:cs typeface="Segoe UI"/>
              </a:defRPr>
            </a:defPPr>
          </a:lstStyle>
          <a:p xmlns:a="http://schemas.openxmlformats.org/drawingml/2006/main">
            <a:pPr algn="l">
              <a:lnSpc>
                <a:spcPct val="101000"/>
              </a:lnSpc>
              <a:buNone/>
              <a:defRPr sz="975" b="1">
                <a:solidFill>
                  <a:srgbClr val="F5BD73"/>
                </a:solidFill>
                <a:latin typeface="Segoe UI"/>
                <a:ea typeface="Segoe UI"/>
                <a:cs typeface="Segoe UI"/>
              </a:defRPr>
            </a:pPr>
            <a:r>
              <a:rPr sz="975" b="1">
                <a:solidFill>
                  <a:srgbClr val="F5BD73"/>
                </a:solidFill>
                <a:latin typeface="Segoe UI"/>
                <a:ea typeface="Segoe UI"/>
                <a:cs typeface="Segoe UI"/>
              </a:rPr>
              <a:t>100.000 filas heredadas auditadas · 286 ID · ML en investigación.</a:t>
            </a:r>
          </a:p>
        </p:txBody>
      </p:sp>
    </p:spTree>
    <p:extLst>
      <p:ext uri="{BB962C8B-B14F-4D97-AF65-F5344CB8AC3E}">
        <p14:creationId xmlns:p14="http://schemas.microsoft.com/office/powerpoint/2010/main" val="354804929"/>
      </p:ext>
    </p:extLst>
  </p:cSld>
</p:sld>
</file>

<file path=ppt/slides/slide7.xml><?xml version="1.0" encoding="utf-8"?>
<p:sld xmlns:p="http://schemas.openxmlformats.org/presentationml/2006/main">
  <p:cSld>
    <p:bg>
      <p:bgPr>
        <a:solidFill xmlns:a="http://schemas.openxmlformats.org/drawingml/2006/main">
          <a:srgbClr val="06110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553C33A7-71D8-40B5-9B62-5321F558C8ED}"/>
              </a:ext>
            </a:extLst>
          </p:cNvPr>
          <p:cNvPicPr>
            <a:picLocks xmlns:a="http://schemas.openxmlformats.org/drawingml/2006/main" noChangeAspect="1"/>
          </p:cNvPicPr>
          <p:nvPr/>
        </p:nvPicPr>
        <p:blipFill>
          <a:blip xmlns:r="http://schemas.openxmlformats.org/officeDocument/2006/relationships" xmlns:a="http://schemas.openxmlformats.org/drawingml/2006/main" r:embed="Re34cf9f65154494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05DB42D2-BD6F-4C7B-AB14-E50EE7ADC43D}"/>
              </a:ext>
            </a:extLst>
          </p:cNvPr>
          <p:cNvSpPr>
            <a:spLocks xmlns:a="http://schemas.openxmlformats.org/drawingml/2006/main" noGrp="1"/>
          </p:cNvSpPr>
          <p:nvPr/>
        </p:nvSpPr>
        <p:spPr>
          <a:xfrm xmlns:a="http://schemas.openxmlformats.org/drawingml/2006/main">
            <a:off x="666750" y="2857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74E3C1"/>
                </a:solidFill>
                <a:latin typeface="Segoe UI"/>
                <a:ea typeface="Segoe UI"/>
                <a:cs typeface="Segoe UI"/>
              </a:defRPr>
            </a:defPPr>
          </a:lstStyle>
          <a:p xmlns:a="http://schemas.openxmlformats.org/drawingml/2006/main">
            <a:pPr algn="l">
              <a:lnSpc>
                <a:spcPct val="101000"/>
              </a:lnSpc>
              <a:buNone/>
              <a:defRPr sz="1275" b="1">
                <a:solidFill>
                  <a:srgbClr val="74E3C1"/>
                </a:solidFill>
                <a:latin typeface="Segoe UI"/>
                <a:ea typeface="Segoe UI"/>
                <a:cs typeface="Segoe UI"/>
              </a:defRPr>
            </a:pPr>
            <a:r>
              <a:rPr sz="1275" b="1">
                <a:solidFill>
                  <a:srgbClr val="74E3C1"/>
                </a:solidFill>
                <a:latin typeface="Segoe UI"/>
                <a:ea typeface="Segoe UI"/>
                <a:cs typeface="Segoe UI"/>
              </a:rPr>
              <a:t>BIOPULSE</a:t>
            </a:r>
          </a:p>
        </p:txBody>
      </p:sp>
      <p:sp>
        <p:nvSpPr>
          <p:cNvPr id="3" name="section">
            <a:extLst xmlns:a="http://schemas.openxmlformats.org/drawingml/2006/main">
              <a:ext uri="{FF2B5EF4-FFF2-40B4-BE49-F238E27FC236}">
                <a16:creationId xmlns:a16="http://schemas.microsoft.com/office/drawing/2014/main" id="{4F9439C6-8AE0-4C62-B836-A1E0F7DC51F1}"/>
              </a:ext>
            </a:extLst>
          </p:cNvPr>
          <p:cNvSpPr>
            <a:spLocks xmlns:a="http://schemas.openxmlformats.org/drawingml/2006/main" noGrp="1"/>
          </p:cNvSpPr>
          <p:nvPr/>
        </p:nvSpPr>
        <p:spPr>
          <a:xfrm xmlns:a="http://schemas.openxmlformats.org/drawingml/2006/main">
            <a:off x="7905750" y="285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98077"/>
                </a:solidFill>
                <a:latin typeface="Segoe UI"/>
                <a:ea typeface="Segoe UI"/>
                <a:cs typeface="Segoe UI"/>
              </a:defRPr>
            </a:defPPr>
          </a:lstStyle>
          <a:p xmlns:a="http://schemas.openxmlformats.org/drawingml/2006/main">
            <a:pPr algn="r">
              <a:lnSpc>
                <a:spcPct val="101000"/>
              </a:lnSpc>
              <a:buNone/>
              <a:defRPr sz="900" b="1">
                <a:solidFill>
                  <a:srgbClr val="698077"/>
                </a:solidFill>
                <a:latin typeface="Segoe UI"/>
                <a:ea typeface="Segoe UI"/>
                <a:cs typeface="Segoe UI"/>
              </a:defRPr>
            </a:pPr>
            <a:r>
              <a:rPr sz="900" b="1">
                <a:solidFill>
                  <a:srgbClr val="698077"/>
                </a:solidFill>
                <a:latin typeface="Segoe UI"/>
                <a:ea typeface="Segoe UI"/>
                <a:cs typeface="Segoe UI"/>
              </a:rPr>
              <a:t>COACH IA</a:t>
            </a:r>
          </a:p>
        </p:txBody>
      </p:sp>
      <p:sp>
        <p:nvSpPr>
          <p:cNvPr id="4" name="">
            <a:extLst xmlns:a="http://schemas.openxmlformats.org/drawingml/2006/main">
              <a:ext uri="{FF2B5EF4-FFF2-40B4-BE49-F238E27FC236}">
                <a16:creationId xmlns:a16="http://schemas.microsoft.com/office/drawing/2014/main" id="{3217FC97-7C73-4CEF-B788-F85F3897FD8F}"/>
              </a:ext>
            </a:extLst>
          </p:cNvPr>
          <p:cNvSpPr>
            <a:spLocks xmlns:a="http://schemas.openxmlformats.org/drawingml/2006/main" noGrp="1"/>
          </p:cNvSpPr>
          <p:nvPr/>
        </p:nvSpPr>
        <p:spPr>
          <a:xfrm xmlns:a="http://schemas.openxmlformats.org/drawingml/2006/main">
            <a:off x="666750" y="6429375"/>
            <a:ext cx="10858500" cy="9525"/>
          </a:xfrm>
          <a:prstGeom xmlns:a="http://schemas.openxmlformats.org/drawingml/2006/main" prst="rect">
            <a:avLst/>
          </a:prstGeom>
          <a:solidFill xmlns:a="http://schemas.openxmlformats.org/drawingml/2006/main">
            <a:srgbClr val="294138"/>
          </a:solidFill>
          <a:ln xmlns:a="http://schemas.openxmlformats.org/drawingml/2006/main" w="0">
            <a:noFill/>
            <a:prstDash val="solid"/>
          </a:ln>
        </p:spPr>
      </p:sp>
      <p:sp>
        <p:nvSpPr>
          <p:cNvPr id="5" name="page">
            <a:extLst xmlns:a="http://schemas.openxmlformats.org/drawingml/2006/main">
              <a:ext uri="{FF2B5EF4-FFF2-40B4-BE49-F238E27FC236}">
                <a16:creationId xmlns:a16="http://schemas.microsoft.com/office/drawing/2014/main" id="{5EA9F035-E55C-4F34-91E2-9154872BCF54}"/>
              </a:ext>
            </a:extLst>
          </p:cNvPr>
          <p:cNvSpPr>
            <a:spLocks xmlns:a="http://schemas.openxmlformats.org/drawingml/2006/main" noGrp="1"/>
          </p:cNvSpPr>
          <p:nvPr/>
        </p:nvSpPr>
        <p:spPr>
          <a:xfrm xmlns:a="http://schemas.openxmlformats.org/drawingml/2006/main">
            <a:off x="10525125" y="649605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698077"/>
                </a:solidFill>
                <a:latin typeface="Segoe UI"/>
                <a:ea typeface="Segoe UI"/>
                <a:cs typeface="Segoe UI"/>
              </a:defRPr>
            </a:defPPr>
          </a:lstStyle>
          <a:p xmlns:a="http://schemas.openxmlformats.org/drawingml/2006/main">
            <a:pPr algn="r">
              <a:lnSpc>
                <a:spcPct val="101000"/>
              </a:lnSpc>
              <a:buNone/>
              <a:defRPr sz="825" b="1">
                <a:solidFill>
                  <a:srgbClr val="698077"/>
                </a:solidFill>
                <a:latin typeface="Segoe UI"/>
                <a:ea typeface="Segoe UI"/>
                <a:cs typeface="Segoe UI"/>
              </a:defRPr>
            </a:pPr>
            <a:r>
              <a:rPr sz="825" b="1">
                <a:solidFill>
                  <a:srgbClr val="698077"/>
                </a:solidFill>
                <a:latin typeface="Segoe UI"/>
                <a:ea typeface="Segoe UI"/>
                <a:cs typeface="Segoe UI"/>
              </a:rPr>
              <a:t>07 / 12</a:t>
            </a:r>
          </a:p>
        </p:txBody>
      </p:sp>
      <p:sp>
        <p:nvSpPr>
          <p:cNvPr id="6" name="headline">
            <a:extLst xmlns:a="http://schemas.openxmlformats.org/drawingml/2006/main">
              <a:ext uri="{FF2B5EF4-FFF2-40B4-BE49-F238E27FC236}">
                <a16:creationId xmlns:a16="http://schemas.microsoft.com/office/drawing/2014/main" id="{6155EF5F-2776-4351-8C11-5E882CFC83B2}"/>
              </a:ext>
            </a:extLst>
          </p:cNvPr>
          <p:cNvSpPr>
            <a:spLocks xmlns:a="http://schemas.openxmlformats.org/drawingml/2006/main" noGrp="1"/>
          </p:cNvSpPr>
          <p:nvPr/>
        </p:nvSpPr>
        <p:spPr>
          <a:xfrm xmlns:a="http://schemas.openxmlformats.org/drawingml/2006/main">
            <a:off x="685800" y="876300"/>
            <a:ext cx="9810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825" b="1">
                <a:solidFill>
                  <a:srgbClr val="F5F8F4"/>
                </a:solidFill>
                <a:latin typeface="Segoe UI"/>
                <a:ea typeface="Segoe UI"/>
                <a:cs typeface="Segoe UI"/>
              </a:defRPr>
            </a:defPPr>
          </a:lstStyle>
          <a:p xmlns:a="http://schemas.openxmlformats.org/drawingml/2006/main">
            <a:pPr algn="l">
              <a:lnSpc>
                <a:spcPct val="101000"/>
              </a:lnSpc>
              <a:buNone/>
              <a:defRPr sz="3825" b="1">
                <a:solidFill>
                  <a:srgbClr val="F5F8F4"/>
                </a:solidFill>
                <a:latin typeface="Segoe UI"/>
                <a:ea typeface="Segoe UI"/>
                <a:cs typeface="Segoe UI"/>
              </a:defRPr>
            </a:pPr>
            <a:r>
              <a:rPr sz="3825" b="1">
                <a:solidFill>
                  <a:srgbClr val="F5F8F4"/>
                </a:solidFill>
                <a:latin typeface="Segoe UI"/>
                <a:ea typeface="Segoe UI"/>
                <a:cs typeface="Segoe UI"/>
              </a:rPr>
              <a:t>El score deja de ser el final.</a:t>
            </a:r>
          </a:p>
        </p:txBody>
      </p:sp>
      <p:sp>
        <p:nvSpPr>
          <p:cNvPr id="7" name="intro">
            <a:extLst xmlns:a="http://schemas.openxmlformats.org/drawingml/2006/main">
              <a:ext uri="{FF2B5EF4-FFF2-40B4-BE49-F238E27FC236}">
                <a16:creationId xmlns:a16="http://schemas.microsoft.com/office/drawing/2014/main" id="{E4B20AA7-DB08-4C13-9FA1-6B83794C6BB2}"/>
              </a:ext>
            </a:extLst>
          </p:cNvPr>
          <p:cNvSpPr>
            <a:spLocks xmlns:a="http://schemas.openxmlformats.org/drawingml/2006/main" noGrp="1"/>
          </p:cNvSpPr>
          <p:nvPr/>
        </p:nvSpPr>
        <p:spPr>
          <a:xfrm xmlns:a="http://schemas.openxmlformats.org/drawingml/2006/main">
            <a:off x="714375" y="1619250"/>
            <a:ext cx="91916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A8BAB0"/>
                </a:solidFill>
                <a:latin typeface="Segoe UI"/>
                <a:ea typeface="Segoe UI"/>
                <a:cs typeface="Segoe UI"/>
              </a:defRPr>
            </a:defPPr>
          </a:lstStyle>
          <a:p xmlns:a="http://schemas.openxmlformats.org/drawingml/2006/main">
            <a:pPr algn="l">
              <a:lnSpc>
                <a:spcPct val="101000"/>
              </a:lnSpc>
              <a:buNone/>
              <a:defRPr sz="1575" b="0">
                <a:solidFill>
                  <a:srgbClr val="A8BAB0"/>
                </a:solidFill>
                <a:latin typeface="Segoe UI"/>
                <a:ea typeface="Segoe UI"/>
                <a:cs typeface="Segoe UI"/>
              </a:defRPr>
            </a:pPr>
            <a:r>
              <a:rPr sz="1575" b="0">
                <a:solidFill>
                  <a:srgbClr val="A8BAB0"/>
                </a:solidFill>
                <a:latin typeface="Segoe UI"/>
                <a:ea typeface="Segoe UI"/>
                <a:cs typeface="Segoe UI"/>
              </a:rPr>
              <a:t>La siguiente capa traduce tendencias y contexto en una recomendación breve y comprensible.</a:t>
            </a:r>
          </a:p>
        </p:txBody>
      </p:sp>
      <p:sp>
        <p:nvSpPr>
          <p:cNvPr id="8" name="">
            <a:extLst xmlns:a="http://schemas.openxmlformats.org/drawingml/2006/main">
              <a:ext uri="{FF2B5EF4-FFF2-40B4-BE49-F238E27FC236}">
                <a16:creationId xmlns:a16="http://schemas.microsoft.com/office/drawing/2014/main" id="{D65CB532-4E32-4ACF-8FB0-3171A9336FA5}"/>
              </a:ext>
            </a:extLst>
          </p:cNvPr>
          <p:cNvSpPr>
            <a:spLocks xmlns:a="http://schemas.openxmlformats.org/drawingml/2006/main" noGrp="1"/>
          </p:cNvSpPr>
          <p:nvPr/>
        </p:nvSpPr>
        <p:spPr>
          <a:xfrm xmlns:a="http://schemas.openxmlformats.org/drawingml/2006/main">
            <a:off x="990600" y="2724150"/>
            <a:ext cx="7667625" cy="2609850"/>
          </a:xfrm>
          <a:prstGeom xmlns:a="http://schemas.openxmlformats.org/drawingml/2006/main" prst="roundRect">
            <a:avLst>
              <a:gd name="adj" fmla="val 10949"/>
            </a:avLst>
          </a:prstGeom>
          <a:solidFill xmlns:a="http://schemas.openxmlformats.org/drawingml/2006/main">
            <a:srgbClr val="12241F">
              <a:alpha val="90000"/>
            </a:srgbClr>
          </a:solidFill>
          <a:ln xmlns:a="http://schemas.openxmlformats.org/drawingml/2006/main" w="19050">
            <a:solidFill>
              <a:srgbClr val="6CCDA8">
                <a:alpha val="50000"/>
              </a:srgbClr>
            </a:solidFill>
            <a:prstDash val="solid"/>
          </a:ln>
        </p:spPr>
      </p:sp>
      <p:sp>
        <p:nvSpPr>
          <p:cNvPr id="9" name="coach-label">
            <a:extLst xmlns:a="http://schemas.openxmlformats.org/drawingml/2006/main">
              <a:ext uri="{FF2B5EF4-FFF2-40B4-BE49-F238E27FC236}">
                <a16:creationId xmlns:a16="http://schemas.microsoft.com/office/drawing/2014/main" id="{4D52BA8B-5350-40B0-972C-70F917999CDD}"/>
              </a:ext>
            </a:extLst>
          </p:cNvPr>
          <p:cNvSpPr>
            <a:spLocks xmlns:a="http://schemas.openxmlformats.org/drawingml/2006/main" noGrp="1"/>
          </p:cNvSpPr>
          <p:nvPr/>
        </p:nvSpPr>
        <p:spPr>
          <a:xfrm xmlns:a="http://schemas.openxmlformats.org/drawingml/2006/main">
            <a:off x="1352550" y="2971800"/>
            <a:ext cx="3381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74E3C1"/>
                </a:solidFill>
                <a:latin typeface="Segoe UI"/>
                <a:ea typeface="Segoe UI"/>
                <a:cs typeface="Segoe UI"/>
              </a:defRPr>
            </a:defPPr>
          </a:lstStyle>
          <a:p xmlns:a="http://schemas.openxmlformats.org/drawingml/2006/main">
            <a:pPr algn="l">
              <a:lnSpc>
                <a:spcPct val="101000"/>
              </a:lnSpc>
              <a:buNone/>
              <a:defRPr sz="975" b="1">
                <a:solidFill>
                  <a:srgbClr val="74E3C1"/>
                </a:solidFill>
                <a:latin typeface="Segoe UI"/>
                <a:ea typeface="Segoe UI"/>
                <a:cs typeface="Segoe UI"/>
              </a:defRPr>
            </a:pPr>
            <a:r>
              <a:rPr sz="975" b="1">
                <a:solidFill>
                  <a:srgbClr val="74E3C1"/>
                </a:solidFill>
                <a:latin typeface="Segoe UI"/>
                <a:ea typeface="Segoe UI"/>
                <a:cs typeface="Segoe UI"/>
              </a:rPr>
              <a:t>ASÍ HABLARÍA BIOPULSE</a:t>
            </a:r>
          </a:p>
        </p:txBody>
      </p:sp>
      <p:sp>
        <p:nvSpPr>
          <p:cNvPr id="10" name="coach-quote">
            <a:extLst xmlns:a="http://schemas.openxmlformats.org/drawingml/2006/main">
              <a:ext uri="{FF2B5EF4-FFF2-40B4-BE49-F238E27FC236}">
                <a16:creationId xmlns:a16="http://schemas.microsoft.com/office/drawing/2014/main" id="{1AE95A51-0D36-4F3F-A2FE-1D57659A6545}"/>
              </a:ext>
            </a:extLst>
          </p:cNvPr>
          <p:cNvSpPr>
            <a:spLocks xmlns:a="http://schemas.openxmlformats.org/drawingml/2006/main" noGrp="1"/>
          </p:cNvSpPr>
          <p:nvPr/>
        </p:nvSpPr>
        <p:spPr>
          <a:xfrm xmlns:a="http://schemas.openxmlformats.org/drawingml/2006/main">
            <a:off x="1362075" y="3409950"/>
            <a:ext cx="6810375"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F5F8F4"/>
                </a:solidFill>
                <a:latin typeface="Segoe UI"/>
                <a:ea typeface="Segoe UI"/>
                <a:cs typeface="Segoe UI"/>
              </a:defRPr>
            </a:defPPr>
          </a:lstStyle>
          <a:p xmlns:a="http://schemas.openxmlformats.org/drawingml/2006/main">
            <a:pPr algn="l">
              <a:lnSpc>
                <a:spcPct val="101000"/>
              </a:lnSpc>
              <a:buNone/>
              <a:defRPr sz="2325" b="1">
                <a:solidFill>
                  <a:srgbClr val="F5F8F4"/>
                </a:solidFill>
                <a:latin typeface="Segoe UI"/>
                <a:ea typeface="Segoe UI"/>
                <a:cs typeface="Segoe UI"/>
              </a:defRPr>
            </a:pPr>
            <a:r>
              <a:rPr sz="2325" b="1">
                <a:solidFill>
                  <a:srgbClr val="F5F8F4"/>
                </a:solidFill>
                <a:latin typeface="Segoe UI"/>
                <a:ea typeface="Segoe UI"/>
                <a:cs typeface="Segoe UI"/>
              </a:rPr>
              <a:t>“Dormiste menos que de costumbre y tu HRV bajó. Hoy prioriza descanso y revisa la tendencia mañana.”</a:t>
            </a:r>
          </a:p>
        </p:txBody>
      </p:sp>
      <p:sp>
        <p:nvSpPr>
          <p:cNvPr id="11" name="">
            <a:extLst xmlns:a="http://schemas.openxmlformats.org/drawingml/2006/main">
              <a:ext uri="{FF2B5EF4-FFF2-40B4-BE49-F238E27FC236}">
                <a16:creationId xmlns:a16="http://schemas.microsoft.com/office/drawing/2014/main" id="{2726103C-0250-45A8-A1E0-F714340AAFA9}"/>
              </a:ext>
            </a:extLst>
          </p:cNvPr>
          <p:cNvSpPr>
            <a:spLocks xmlns:a="http://schemas.openxmlformats.org/drawingml/2006/main" noGrp="1"/>
          </p:cNvSpPr>
          <p:nvPr/>
        </p:nvSpPr>
        <p:spPr>
          <a:xfrm xmlns:a="http://schemas.openxmlformats.org/drawingml/2006/main">
            <a:off x="8315325" y="3038475"/>
            <a:ext cx="2981325" cy="2981325"/>
          </a:xfrm>
          <a:prstGeom xmlns:a="http://schemas.openxmlformats.org/drawingml/2006/main" prst="ellipse">
            <a:avLst/>
          </a:prstGeom>
          <a:solidFill xmlns:a="http://schemas.openxmlformats.org/drawingml/2006/main">
            <a:srgbClr val="66D3AF">
              <a:alpha val="5000"/>
            </a:srgbClr>
          </a:solidFill>
          <a:ln xmlns:a="http://schemas.openxmlformats.org/drawingml/2006/main" w="9525">
            <a:solidFill>
              <a:srgbClr val="76DDBB">
                <a:alpha val="15000"/>
              </a:srgbClr>
            </a:solidFill>
            <a:prstDash val="solid"/>
          </a:ln>
        </p:spPr>
      </p:sp>
      <p:pic>
        <p:nvPicPr>
          <p:cNvPr id="12" name="">
            <a:extLst xmlns:a="http://schemas.openxmlformats.org/drawingml/2006/main">
              <a:ext uri="{FF2B5EF4-FFF2-40B4-BE49-F238E27FC236}">
                <a16:creationId xmlns:a16="http://schemas.microsoft.com/office/drawing/2014/main" id="{E2F789E0-D422-4899-8978-5485104AA49E}"/>
              </a:ext>
            </a:extLst>
          </p:cNvPr>
          <p:cNvPicPr>
            <a:picLocks xmlns:a="http://schemas.openxmlformats.org/drawingml/2006/main" noChangeAspect="1"/>
          </p:cNvPicPr>
          <p:nvPr/>
        </p:nvPicPr>
        <p:blipFill>
          <a:blip xmlns:r="http://schemas.openxmlformats.org/officeDocument/2006/relationships" xmlns:a="http://schemas.openxmlformats.org/drawingml/2006/main" r:embed="R2bb0893f8dc34624"/>
          <a:stretch xmlns:a="http://schemas.openxmlformats.org/drawingml/2006/main"/>
        </p:blipFill>
        <p:spPr>
          <a:xfrm xmlns:a="http://schemas.openxmlformats.org/drawingml/2006/main">
            <a:off x="8410575" y="3126163"/>
            <a:ext cx="2857500" cy="2739274"/>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E26A97BF-3ABB-4473-98DF-454308A64B42}"/>
              </a:ext>
            </a:extLst>
          </p:cNvPr>
          <p:cNvSpPr>
            <a:spLocks xmlns:a="http://schemas.openxmlformats.org/drawingml/2006/main" noGrp="1"/>
          </p:cNvSpPr>
          <p:nvPr/>
        </p:nvSpPr>
        <p:spPr>
          <a:xfrm xmlns:a="http://schemas.openxmlformats.org/drawingml/2006/main">
            <a:off x="733425" y="5848350"/>
            <a:ext cx="2190750" cy="276225"/>
          </a:xfrm>
          <a:prstGeom xmlns:a="http://schemas.openxmlformats.org/drawingml/2006/main" prst="roundRect">
            <a:avLst>
              <a:gd name="adj" fmla="val 50000"/>
            </a:avLst>
          </a:prstGeom>
          <a:solidFill xmlns:a="http://schemas.openxmlformats.org/drawingml/2006/main">
            <a:srgbClr val="12241E">
              <a:alpha val="90000"/>
            </a:srgbClr>
          </a:solidFill>
          <a:ln xmlns:a="http://schemas.openxmlformats.org/drawingml/2006/main" w="9525">
            <a:solidFill>
              <a:srgbClr val="F5BD73">
                <a:alpha val="52000"/>
              </a:srgbClr>
            </a:solidFill>
            <a:prstDash val="solid"/>
          </a:ln>
        </p:spPr>
      </p:sp>
      <p:sp>
        <p:nvSpPr>
          <p:cNvPr id="14" name="tag-COACH EN EVALUACIÓN">
            <a:extLst xmlns:a="http://schemas.openxmlformats.org/drawingml/2006/main">
              <a:ext uri="{FF2B5EF4-FFF2-40B4-BE49-F238E27FC236}">
                <a16:creationId xmlns:a16="http://schemas.microsoft.com/office/drawing/2014/main" id="{E1F0C160-50E6-4FA4-B88C-C4FFF43B1AB8}"/>
              </a:ext>
            </a:extLst>
          </p:cNvPr>
          <p:cNvSpPr>
            <a:spLocks xmlns:a="http://schemas.openxmlformats.org/drawingml/2006/main" noGrp="1"/>
          </p:cNvSpPr>
          <p:nvPr/>
        </p:nvSpPr>
        <p:spPr>
          <a:xfrm xmlns:a="http://schemas.openxmlformats.org/drawingml/2006/main">
            <a:off x="857250" y="5857875"/>
            <a:ext cx="1943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F5BD73"/>
                </a:solidFill>
                <a:latin typeface="Segoe UI"/>
                <a:ea typeface="Segoe UI"/>
                <a:cs typeface="Segoe UI"/>
              </a:defRPr>
            </a:defPPr>
          </a:lstStyle>
          <a:p xmlns:a="http://schemas.openxmlformats.org/drawingml/2006/main">
            <a:pPr algn="l">
              <a:lnSpc>
                <a:spcPct val="101000"/>
              </a:lnSpc>
              <a:buNone/>
              <a:defRPr sz="900" b="1">
                <a:solidFill>
                  <a:srgbClr val="F5BD73"/>
                </a:solidFill>
                <a:latin typeface="Segoe UI"/>
                <a:ea typeface="Segoe UI"/>
                <a:cs typeface="Segoe UI"/>
              </a:defRPr>
            </a:pPr>
            <a:r>
              <a:rPr sz="900" b="1">
                <a:solidFill>
                  <a:srgbClr val="F5BD73"/>
                </a:solidFill>
                <a:latin typeface="Segoe UI"/>
                <a:ea typeface="Segoe UI"/>
                <a:cs typeface="Segoe UI"/>
              </a:rPr>
              <a:t>COACH EN EVALUACIÓN</a:t>
            </a:r>
          </a:p>
        </p:txBody>
      </p:sp>
    </p:spTree>
    <p:extLst>
      <p:ext uri="{BB962C8B-B14F-4D97-AF65-F5344CB8AC3E}">
        <p14:creationId xmlns:p14="http://schemas.microsoft.com/office/powerpoint/2010/main" val="1535500068"/>
      </p:ext>
    </p:extLst>
  </p:cSld>
</p:sld>
</file>

<file path=ppt/slides/slide8.xml><?xml version="1.0" encoding="utf-8"?>
<p:sld xmlns:p="http://schemas.openxmlformats.org/presentationml/2006/main">
  <p:cSld>
    <p:bg>
      <p:bgPr>
        <a:solidFill xmlns:a="http://schemas.openxmlformats.org/drawingml/2006/main">
          <a:srgbClr val="06110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930B67ED-6535-496A-8FF3-BCB9587EAE97}"/>
              </a:ext>
            </a:extLst>
          </p:cNvPr>
          <p:cNvPicPr>
            <a:picLocks xmlns:a="http://schemas.openxmlformats.org/drawingml/2006/main" noChangeAspect="1"/>
          </p:cNvPicPr>
          <p:nvPr/>
        </p:nvPicPr>
        <p:blipFill>
          <a:blip xmlns:r="http://schemas.openxmlformats.org/officeDocument/2006/relationships" xmlns:a="http://schemas.openxmlformats.org/drawingml/2006/main" r:embed="R279129caaec04ac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F44F7022-5EF8-415E-8581-D049B1A0630E}"/>
              </a:ext>
            </a:extLst>
          </p:cNvPr>
          <p:cNvSpPr>
            <a:spLocks xmlns:a="http://schemas.openxmlformats.org/drawingml/2006/main" noGrp="1"/>
          </p:cNvSpPr>
          <p:nvPr/>
        </p:nvSpPr>
        <p:spPr>
          <a:xfrm xmlns:a="http://schemas.openxmlformats.org/drawingml/2006/main">
            <a:off x="666750" y="2857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74E3C1"/>
                </a:solidFill>
                <a:latin typeface="Segoe UI"/>
                <a:ea typeface="Segoe UI"/>
                <a:cs typeface="Segoe UI"/>
              </a:defRPr>
            </a:defPPr>
          </a:lstStyle>
          <a:p xmlns:a="http://schemas.openxmlformats.org/drawingml/2006/main">
            <a:pPr algn="l">
              <a:lnSpc>
                <a:spcPct val="101000"/>
              </a:lnSpc>
              <a:buNone/>
              <a:defRPr sz="1275" b="1">
                <a:solidFill>
                  <a:srgbClr val="74E3C1"/>
                </a:solidFill>
                <a:latin typeface="Segoe UI"/>
                <a:ea typeface="Segoe UI"/>
                <a:cs typeface="Segoe UI"/>
              </a:defRPr>
            </a:pPr>
            <a:r>
              <a:rPr sz="1275" b="1">
                <a:solidFill>
                  <a:srgbClr val="74E3C1"/>
                </a:solidFill>
                <a:latin typeface="Segoe UI"/>
                <a:ea typeface="Segoe UI"/>
                <a:cs typeface="Segoe UI"/>
              </a:rPr>
              <a:t>BIOPULSE</a:t>
            </a:r>
          </a:p>
        </p:txBody>
      </p:sp>
      <p:sp>
        <p:nvSpPr>
          <p:cNvPr id="3" name="section">
            <a:extLst xmlns:a="http://schemas.openxmlformats.org/drawingml/2006/main">
              <a:ext uri="{FF2B5EF4-FFF2-40B4-BE49-F238E27FC236}">
                <a16:creationId xmlns:a16="http://schemas.microsoft.com/office/drawing/2014/main" id="{E1499E83-D229-48CB-8387-C7A11C62B92A}"/>
              </a:ext>
            </a:extLst>
          </p:cNvPr>
          <p:cNvSpPr>
            <a:spLocks xmlns:a="http://schemas.openxmlformats.org/drawingml/2006/main" noGrp="1"/>
          </p:cNvSpPr>
          <p:nvPr/>
        </p:nvSpPr>
        <p:spPr>
          <a:xfrm xmlns:a="http://schemas.openxmlformats.org/drawingml/2006/main">
            <a:off x="7905750" y="285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98077"/>
                </a:solidFill>
                <a:latin typeface="Segoe UI"/>
                <a:ea typeface="Segoe UI"/>
                <a:cs typeface="Segoe UI"/>
              </a:defRPr>
            </a:defPPr>
          </a:lstStyle>
          <a:p xmlns:a="http://schemas.openxmlformats.org/drawingml/2006/main">
            <a:pPr algn="r">
              <a:lnSpc>
                <a:spcPct val="101000"/>
              </a:lnSpc>
              <a:buNone/>
              <a:defRPr sz="900" b="1">
                <a:solidFill>
                  <a:srgbClr val="698077"/>
                </a:solidFill>
                <a:latin typeface="Segoe UI"/>
                <a:ea typeface="Segoe UI"/>
                <a:cs typeface="Segoe UI"/>
              </a:defRPr>
            </a:pPr>
            <a:r>
              <a:rPr sz="900" b="1">
                <a:solidFill>
                  <a:srgbClr val="698077"/>
                </a:solidFill>
                <a:latin typeface="Segoe UI"/>
                <a:ea typeface="Segoe UI"/>
                <a:cs typeface="Segoe UI"/>
              </a:rPr>
              <a:t>MERCADO</a:t>
            </a:r>
          </a:p>
        </p:txBody>
      </p:sp>
      <p:sp>
        <p:nvSpPr>
          <p:cNvPr id="4" name="">
            <a:extLst xmlns:a="http://schemas.openxmlformats.org/drawingml/2006/main">
              <a:ext uri="{FF2B5EF4-FFF2-40B4-BE49-F238E27FC236}">
                <a16:creationId xmlns:a16="http://schemas.microsoft.com/office/drawing/2014/main" id="{A14998A3-97F2-4942-A778-2B531A67DD64}"/>
              </a:ext>
            </a:extLst>
          </p:cNvPr>
          <p:cNvSpPr>
            <a:spLocks xmlns:a="http://schemas.openxmlformats.org/drawingml/2006/main" noGrp="1"/>
          </p:cNvSpPr>
          <p:nvPr/>
        </p:nvSpPr>
        <p:spPr>
          <a:xfrm xmlns:a="http://schemas.openxmlformats.org/drawingml/2006/main">
            <a:off x="666750" y="6429375"/>
            <a:ext cx="10858500" cy="9525"/>
          </a:xfrm>
          <a:prstGeom xmlns:a="http://schemas.openxmlformats.org/drawingml/2006/main" prst="rect">
            <a:avLst/>
          </a:prstGeom>
          <a:solidFill xmlns:a="http://schemas.openxmlformats.org/drawingml/2006/main">
            <a:srgbClr val="294138"/>
          </a:solidFill>
          <a:ln xmlns:a="http://schemas.openxmlformats.org/drawingml/2006/main" w="0">
            <a:noFill/>
            <a:prstDash val="solid"/>
          </a:ln>
        </p:spPr>
      </p:sp>
      <p:sp>
        <p:nvSpPr>
          <p:cNvPr id="5" name="page">
            <a:extLst xmlns:a="http://schemas.openxmlformats.org/drawingml/2006/main">
              <a:ext uri="{FF2B5EF4-FFF2-40B4-BE49-F238E27FC236}">
                <a16:creationId xmlns:a16="http://schemas.microsoft.com/office/drawing/2014/main" id="{C92E568C-FB9F-473E-962D-FEC0D8CDC4C7}"/>
              </a:ext>
            </a:extLst>
          </p:cNvPr>
          <p:cNvSpPr>
            <a:spLocks xmlns:a="http://schemas.openxmlformats.org/drawingml/2006/main" noGrp="1"/>
          </p:cNvSpPr>
          <p:nvPr/>
        </p:nvSpPr>
        <p:spPr>
          <a:xfrm xmlns:a="http://schemas.openxmlformats.org/drawingml/2006/main">
            <a:off x="10525125" y="649605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698077"/>
                </a:solidFill>
                <a:latin typeface="Segoe UI"/>
                <a:ea typeface="Segoe UI"/>
                <a:cs typeface="Segoe UI"/>
              </a:defRPr>
            </a:defPPr>
          </a:lstStyle>
          <a:p xmlns:a="http://schemas.openxmlformats.org/drawingml/2006/main">
            <a:pPr algn="r">
              <a:lnSpc>
                <a:spcPct val="101000"/>
              </a:lnSpc>
              <a:buNone/>
              <a:defRPr sz="825" b="1">
                <a:solidFill>
                  <a:srgbClr val="698077"/>
                </a:solidFill>
                <a:latin typeface="Segoe UI"/>
                <a:ea typeface="Segoe UI"/>
                <a:cs typeface="Segoe UI"/>
              </a:defRPr>
            </a:pPr>
            <a:r>
              <a:rPr sz="825" b="1">
                <a:solidFill>
                  <a:srgbClr val="698077"/>
                </a:solidFill>
                <a:latin typeface="Segoe UI"/>
                <a:ea typeface="Segoe UI"/>
                <a:cs typeface="Segoe UI"/>
              </a:rPr>
              <a:t>08 / 12</a:t>
            </a:r>
          </a:p>
        </p:txBody>
      </p:sp>
      <p:sp>
        <p:nvSpPr>
          <p:cNvPr id="6" name="headline">
            <a:extLst xmlns:a="http://schemas.openxmlformats.org/drawingml/2006/main">
              <a:ext uri="{FF2B5EF4-FFF2-40B4-BE49-F238E27FC236}">
                <a16:creationId xmlns:a16="http://schemas.microsoft.com/office/drawing/2014/main" id="{D74A0272-316D-4EE4-8866-1F37D0F74D43}"/>
              </a:ext>
            </a:extLst>
          </p:cNvPr>
          <p:cNvSpPr>
            <a:spLocks xmlns:a="http://schemas.openxmlformats.org/drawingml/2006/main" noGrp="1"/>
          </p:cNvSpPr>
          <p:nvPr/>
        </p:nvSpPr>
        <p:spPr>
          <a:xfrm xmlns:a="http://schemas.openxmlformats.org/drawingml/2006/main">
            <a:off x="685800" y="876300"/>
            <a:ext cx="7239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028"/>
          </a:bodyPr>
          <a:lstStyle xmlns:a="http://schemas.openxmlformats.org/drawingml/2006/main">
            <a:defPPr algn="l">
              <a:defRPr sz="3900" b="1">
                <a:solidFill>
                  <a:srgbClr val="F5F8F4"/>
                </a:solidFill>
                <a:latin typeface="Segoe UI"/>
                <a:ea typeface="Segoe UI"/>
                <a:cs typeface="Segoe UI"/>
              </a:defRPr>
            </a:defPPr>
          </a:lstStyle>
          <a:p xmlns:a="http://schemas.openxmlformats.org/drawingml/2006/main">
            <a:pPr algn="l">
              <a:lnSpc>
                <a:spcPct val="101000"/>
              </a:lnSpc>
              <a:buNone/>
              <a:defRPr sz="3900" b="1">
                <a:solidFill>
                  <a:srgbClr val="F5F8F4"/>
                </a:solidFill>
                <a:latin typeface="Segoe UI"/>
                <a:ea typeface="Segoe UI"/>
                <a:cs typeface="Segoe UI"/>
              </a:defRPr>
            </a:pPr>
            <a:r>
              <a:rPr sz="3900" b="1">
                <a:solidFill>
                  <a:srgbClr val="F5F8F4"/>
                </a:solidFill>
                <a:latin typeface="Segoe UI"/>
                <a:ea typeface="Segoe UI"/>
                <a:cs typeface="Segoe UI"/>
              </a:rPr>
              <a:t>La oportunidad ya está</a:t>
            </a:r>
          </a:p>
          <a:p xmlns:a="http://schemas.openxmlformats.org/drawingml/2006/main">
            <a:pPr algn="l">
              <a:lnSpc>
                <a:spcPct val="101000"/>
              </a:lnSpc>
              <a:buNone/>
              <a:defRPr sz="3900" b="1">
                <a:solidFill>
                  <a:srgbClr val="F5F8F4"/>
                </a:solidFill>
                <a:latin typeface="Segoe UI"/>
                <a:ea typeface="Segoe UI"/>
                <a:cs typeface="Segoe UI"/>
              </a:defRPr>
            </a:pPr>
            <a:r>
              <a:rPr sz="3900" b="1">
                <a:solidFill>
                  <a:srgbClr val="F5F8F4"/>
                </a:solidFill>
                <a:latin typeface="Segoe UI"/>
                <a:ea typeface="Segoe UI"/>
                <a:cs typeface="Segoe UI"/>
              </a:rPr>
              <a:t>en la muñeca.</a:t>
            </a:r>
          </a:p>
        </p:txBody>
      </p:sp>
      <p:sp>
        <p:nvSpPr>
          <p:cNvPr id="7" name="market-big">
            <a:extLst xmlns:a="http://schemas.openxmlformats.org/drawingml/2006/main">
              <a:ext uri="{FF2B5EF4-FFF2-40B4-BE49-F238E27FC236}">
                <a16:creationId xmlns:a16="http://schemas.microsoft.com/office/drawing/2014/main" id="{69D39FD1-51E6-40CD-8597-481CAEC3C3CD}"/>
              </a:ext>
            </a:extLst>
          </p:cNvPr>
          <p:cNvSpPr>
            <a:spLocks xmlns:a="http://schemas.openxmlformats.org/drawingml/2006/main" noGrp="1"/>
          </p:cNvSpPr>
          <p:nvPr/>
        </p:nvSpPr>
        <p:spPr>
          <a:xfrm xmlns:a="http://schemas.openxmlformats.org/drawingml/2006/main">
            <a:off x="685800" y="2343150"/>
            <a:ext cx="7000875"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350" b="1">
                <a:solidFill>
                  <a:srgbClr val="D4F46D"/>
                </a:solidFill>
                <a:latin typeface="Segoe UI"/>
                <a:ea typeface="Segoe UI"/>
                <a:cs typeface="Segoe UI"/>
              </a:defRPr>
            </a:defPPr>
          </a:lstStyle>
          <a:p xmlns:a="http://schemas.openxmlformats.org/drawingml/2006/main">
            <a:pPr algn="l">
              <a:lnSpc>
                <a:spcPct val="101000"/>
              </a:lnSpc>
              <a:buNone/>
              <a:defRPr sz="4350" b="1">
                <a:solidFill>
                  <a:srgbClr val="D4F46D"/>
                </a:solidFill>
                <a:latin typeface="Segoe UI"/>
                <a:ea typeface="Segoe UI"/>
                <a:cs typeface="Segoe UI"/>
              </a:defRPr>
            </a:pPr>
            <a:r>
              <a:rPr sz="4350" b="1">
                <a:solidFill>
                  <a:srgbClr val="D4F46D"/>
                </a:solidFill>
                <a:latin typeface="Segoe UI"/>
                <a:ea typeface="Segoe UI"/>
                <a:cs typeface="Segoe UI"/>
              </a:rPr>
              <a:t>US$103 mil millones</a:t>
            </a:r>
          </a:p>
        </p:txBody>
      </p:sp>
      <p:sp>
        <p:nvSpPr>
          <p:cNvPr id="8" name="market-caption">
            <a:extLst xmlns:a="http://schemas.openxmlformats.org/drawingml/2006/main">
              <a:ext uri="{FF2B5EF4-FFF2-40B4-BE49-F238E27FC236}">
                <a16:creationId xmlns:a16="http://schemas.microsoft.com/office/drawing/2014/main" id="{D896528B-2A21-4742-9718-A5CD9F9B9B28}"/>
              </a:ext>
            </a:extLst>
          </p:cNvPr>
          <p:cNvSpPr>
            <a:spLocks xmlns:a="http://schemas.openxmlformats.org/drawingml/2006/main" noGrp="1"/>
          </p:cNvSpPr>
          <p:nvPr/>
        </p:nvSpPr>
        <p:spPr>
          <a:xfrm xmlns:a="http://schemas.openxmlformats.org/drawingml/2006/main">
            <a:off x="723900" y="3267075"/>
            <a:ext cx="685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F5F8F4"/>
                </a:solidFill>
                <a:latin typeface="Segoe UI"/>
                <a:ea typeface="Segoe UI"/>
                <a:cs typeface="Segoe UI"/>
              </a:defRPr>
            </a:defPPr>
          </a:lstStyle>
          <a:p xmlns:a="http://schemas.openxmlformats.org/drawingml/2006/main">
            <a:pPr algn="l">
              <a:lnSpc>
                <a:spcPct val="101000"/>
              </a:lnSpc>
              <a:buNone/>
              <a:defRPr sz="1500" b="0">
                <a:solidFill>
                  <a:srgbClr val="F5F8F4"/>
                </a:solidFill>
                <a:latin typeface="Segoe UI"/>
                <a:ea typeface="Segoe UI"/>
                <a:cs typeface="Segoe UI"/>
              </a:defRPr>
            </a:pPr>
            <a:r>
              <a:rPr sz="1500" b="0">
                <a:solidFill>
                  <a:srgbClr val="F5F8F4"/>
                </a:solidFill>
                <a:latin typeface="Segoe UI"/>
                <a:ea typeface="Segoe UI"/>
                <a:cs typeface="Segoe UI"/>
              </a:rPr>
              <a:t>mercado global de tecnología wearable estimado para 2026</a:t>
            </a:r>
          </a:p>
        </p:txBody>
      </p:sp>
      <p:sp>
        <p:nvSpPr>
          <p:cNvPr id="9" name="">
            <a:extLst xmlns:a="http://schemas.openxmlformats.org/drawingml/2006/main">
              <a:ext uri="{FF2B5EF4-FFF2-40B4-BE49-F238E27FC236}">
                <a16:creationId xmlns:a16="http://schemas.microsoft.com/office/drawing/2014/main" id="{2644EB35-B60E-4381-A58F-F4DA3E45277D}"/>
              </a:ext>
            </a:extLst>
          </p:cNvPr>
          <p:cNvSpPr>
            <a:spLocks xmlns:a="http://schemas.openxmlformats.org/drawingml/2006/main" noGrp="1"/>
          </p:cNvSpPr>
          <p:nvPr/>
        </p:nvSpPr>
        <p:spPr>
          <a:xfrm xmlns:a="http://schemas.openxmlformats.org/drawingml/2006/main">
            <a:off x="704850" y="3981450"/>
            <a:ext cx="6572250" cy="9525"/>
          </a:xfrm>
          <a:prstGeom xmlns:a="http://schemas.openxmlformats.org/drawingml/2006/main" prst="rect">
            <a:avLst/>
          </a:prstGeom>
          <a:solidFill xmlns:a="http://schemas.openxmlformats.org/drawingml/2006/main">
            <a:srgbClr val="7AAE9A">
              <a:alpha val="42000"/>
            </a:srgbClr>
          </a:solidFill>
          <a:ln xmlns:a="http://schemas.openxmlformats.org/drawingml/2006/main" w="0">
            <a:noFill/>
            <a:prstDash val="solid"/>
          </a:ln>
        </p:spPr>
      </p:sp>
      <p:sp>
        <p:nvSpPr>
          <p:cNvPr id="10" name="market-2">
            <a:extLst xmlns:a="http://schemas.openxmlformats.org/drawingml/2006/main">
              <a:ext uri="{FF2B5EF4-FFF2-40B4-BE49-F238E27FC236}">
                <a16:creationId xmlns:a16="http://schemas.microsoft.com/office/drawing/2014/main" id="{7F079F24-8A49-4876-8362-65E47A7C35B1}"/>
              </a:ext>
            </a:extLst>
          </p:cNvPr>
          <p:cNvSpPr>
            <a:spLocks xmlns:a="http://schemas.openxmlformats.org/drawingml/2006/main" noGrp="1"/>
          </p:cNvSpPr>
          <p:nvPr/>
        </p:nvSpPr>
        <p:spPr>
          <a:xfrm xmlns:a="http://schemas.openxmlformats.org/drawingml/2006/main">
            <a:off x="714375" y="4267200"/>
            <a:ext cx="2628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675" b="1">
                <a:solidFill>
                  <a:srgbClr val="8FCBE6"/>
                </a:solidFill>
                <a:latin typeface="Segoe UI"/>
                <a:ea typeface="Segoe UI"/>
                <a:cs typeface="Segoe UI"/>
              </a:defRPr>
            </a:defPPr>
          </a:lstStyle>
          <a:p xmlns:a="http://schemas.openxmlformats.org/drawingml/2006/main">
            <a:pPr algn="l">
              <a:lnSpc>
                <a:spcPct val="101000"/>
              </a:lnSpc>
              <a:buNone/>
              <a:defRPr sz="3675" b="1">
                <a:solidFill>
                  <a:srgbClr val="8FCBE6"/>
                </a:solidFill>
                <a:latin typeface="Segoe UI"/>
                <a:ea typeface="Segoe UI"/>
                <a:cs typeface="Segoe UI"/>
              </a:defRPr>
            </a:pPr>
            <a:r>
              <a:rPr sz="3675" b="1">
                <a:solidFill>
                  <a:srgbClr val="8FCBE6"/>
                </a:solidFill>
                <a:latin typeface="Segoe UI"/>
                <a:ea typeface="Segoe UI"/>
                <a:cs typeface="Segoe UI"/>
              </a:rPr>
              <a:t>159,7 M</a:t>
            </a:r>
          </a:p>
        </p:txBody>
      </p:sp>
      <p:sp>
        <p:nvSpPr>
          <p:cNvPr id="11" name="market-2-sub">
            <a:extLst xmlns:a="http://schemas.openxmlformats.org/drawingml/2006/main">
              <a:ext uri="{FF2B5EF4-FFF2-40B4-BE49-F238E27FC236}">
                <a16:creationId xmlns:a16="http://schemas.microsoft.com/office/drawing/2014/main" id="{F49A9A4C-456E-4638-A4BD-68D99BB6DF31}"/>
              </a:ext>
            </a:extLst>
          </p:cNvPr>
          <p:cNvSpPr>
            <a:spLocks xmlns:a="http://schemas.openxmlformats.org/drawingml/2006/main" noGrp="1"/>
          </p:cNvSpPr>
          <p:nvPr/>
        </p:nvSpPr>
        <p:spPr>
          <a:xfrm xmlns:a="http://schemas.openxmlformats.org/drawingml/2006/main">
            <a:off x="723900" y="5000625"/>
            <a:ext cx="26860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8BAB0"/>
                </a:solidFill>
                <a:latin typeface="Segoe UI"/>
                <a:ea typeface="Segoe UI"/>
                <a:cs typeface="Segoe UI"/>
              </a:defRPr>
            </a:defPPr>
          </a:lstStyle>
          <a:p xmlns:a="http://schemas.openxmlformats.org/drawingml/2006/main">
            <a:pPr algn="l">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smartwatches previstos</a:t>
            </a:r>
          </a:p>
          <a:p xmlns:a="http://schemas.openxmlformats.org/drawingml/2006/main">
            <a:pPr algn="l">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en 2026</a:t>
            </a:r>
          </a:p>
        </p:txBody>
      </p:sp>
      <p:sp>
        <p:nvSpPr>
          <p:cNvPr id="12" name="market-3">
            <a:extLst xmlns:a="http://schemas.openxmlformats.org/drawingml/2006/main">
              <a:ext uri="{FF2B5EF4-FFF2-40B4-BE49-F238E27FC236}">
                <a16:creationId xmlns:a16="http://schemas.microsoft.com/office/drawing/2014/main" id="{A8C309AB-7772-47AD-A0F9-798A53248511}"/>
              </a:ext>
            </a:extLst>
          </p:cNvPr>
          <p:cNvSpPr>
            <a:spLocks xmlns:a="http://schemas.openxmlformats.org/drawingml/2006/main" noGrp="1"/>
          </p:cNvSpPr>
          <p:nvPr/>
        </p:nvSpPr>
        <p:spPr>
          <a:xfrm xmlns:a="http://schemas.openxmlformats.org/drawingml/2006/main">
            <a:off x="4095750" y="4267200"/>
            <a:ext cx="2628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675" b="1">
                <a:solidFill>
                  <a:srgbClr val="74E3C1"/>
                </a:solidFill>
                <a:latin typeface="Segoe UI"/>
                <a:ea typeface="Segoe UI"/>
                <a:cs typeface="Segoe UI"/>
              </a:defRPr>
            </a:defPPr>
          </a:lstStyle>
          <a:p xmlns:a="http://schemas.openxmlformats.org/drawingml/2006/main">
            <a:pPr algn="l">
              <a:lnSpc>
                <a:spcPct val="101000"/>
              </a:lnSpc>
              <a:buNone/>
              <a:defRPr sz="3675" b="1">
                <a:solidFill>
                  <a:srgbClr val="74E3C1"/>
                </a:solidFill>
                <a:latin typeface="Segoe UI"/>
                <a:ea typeface="Segoe UI"/>
                <a:cs typeface="Segoe UI"/>
              </a:defRPr>
            </a:pPr>
            <a:r>
              <a:rPr sz="3675" b="1">
                <a:solidFill>
                  <a:srgbClr val="74E3C1"/>
                </a:solidFill>
                <a:latin typeface="Segoe UI"/>
                <a:ea typeface="Segoe UI"/>
                <a:cs typeface="Segoe UI"/>
              </a:rPr>
              <a:t>21,5 %</a:t>
            </a:r>
          </a:p>
        </p:txBody>
      </p:sp>
      <p:sp>
        <p:nvSpPr>
          <p:cNvPr id="13" name="market-3-sub">
            <a:extLst xmlns:a="http://schemas.openxmlformats.org/drawingml/2006/main">
              <a:ext uri="{FF2B5EF4-FFF2-40B4-BE49-F238E27FC236}">
                <a16:creationId xmlns:a16="http://schemas.microsoft.com/office/drawing/2014/main" id="{507E3003-0435-4403-91ED-6E9B65E9E781}"/>
              </a:ext>
            </a:extLst>
          </p:cNvPr>
          <p:cNvSpPr>
            <a:spLocks xmlns:a="http://schemas.openxmlformats.org/drawingml/2006/main" noGrp="1"/>
          </p:cNvSpPr>
          <p:nvPr/>
        </p:nvSpPr>
        <p:spPr>
          <a:xfrm xmlns:a="http://schemas.openxmlformats.org/drawingml/2006/main">
            <a:off x="4105275" y="5000625"/>
            <a:ext cx="2743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8BAB0"/>
                </a:solidFill>
                <a:latin typeface="Segoe UI"/>
                <a:ea typeface="Segoe UI"/>
                <a:cs typeface="Segoe UI"/>
              </a:defRPr>
            </a:defPPr>
          </a:lstStyle>
          <a:p xmlns:a="http://schemas.openxmlformats.org/drawingml/2006/main">
            <a:pPr algn="l">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participación de Apple</a:t>
            </a:r>
          </a:p>
          <a:p xmlns:a="http://schemas.openxmlformats.org/drawingml/2006/main">
            <a:pPr algn="l">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en unidades, Q1 2026</a:t>
            </a:r>
          </a:p>
        </p:txBody>
      </p:sp>
      <p:sp>
        <p:nvSpPr>
          <p:cNvPr id="14" name="">
            <a:extLst xmlns:a="http://schemas.openxmlformats.org/drawingml/2006/main">
              <a:ext uri="{FF2B5EF4-FFF2-40B4-BE49-F238E27FC236}">
                <a16:creationId xmlns:a16="http://schemas.microsoft.com/office/drawing/2014/main" id="{4D98CDD4-2A5E-46FF-9F22-66687B3FBBE8}"/>
              </a:ext>
            </a:extLst>
          </p:cNvPr>
          <p:cNvSpPr>
            <a:spLocks xmlns:a="http://schemas.openxmlformats.org/drawingml/2006/main" noGrp="1"/>
          </p:cNvSpPr>
          <p:nvPr/>
        </p:nvSpPr>
        <p:spPr>
          <a:xfrm xmlns:a="http://schemas.openxmlformats.org/drawingml/2006/main">
            <a:off x="7896225" y="2266950"/>
            <a:ext cx="3219450" cy="3219450"/>
          </a:xfrm>
          <a:prstGeom xmlns:a="http://schemas.openxmlformats.org/drawingml/2006/main" prst="ellipse">
            <a:avLst/>
          </a:prstGeom>
          <a:solidFill xmlns:a="http://schemas.openxmlformats.org/drawingml/2006/main">
            <a:srgbClr val="102620">
              <a:alpha val="75000"/>
            </a:srgbClr>
          </a:solidFill>
          <a:ln xmlns:a="http://schemas.openxmlformats.org/drawingml/2006/main" w="19050">
            <a:solidFill>
              <a:srgbClr val="71D7B3">
                <a:alpha val="46000"/>
              </a:srgbClr>
            </a:solidFill>
            <a:prstDash val="solid"/>
          </a:ln>
        </p:spPr>
      </p:sp>
      <p:sp>
        <p:nvSpPr>
          <p:cNvPr id="15" name="wedge-label">
            <a:extLst xmlns:a="http://schemas.openxmlformats.org/drawingml/2006/main">
              <a:ext uri="{FF2B5EF4-FFF2-40B4-BE49-F238E27FC236}">
                <a16:creationId xmlns:a16="http://schemas.microsoft.com/office/drawing/2014/main" id="{30C49B4C-664C-49F5-A3E8-9A34C8265B40}"/>
              </a:ext>
            </a:extLst>
          </p:cNvPr>
          <p:cNvSpPr>
            <a:spLocks xmlns:a="http://schemas.openxmlformats.org/drawingml/2006/main" noGrp="1"/>
          </p:cNvSpPr>
          <p:nvPr/>
        </p:nvSpPr>
        <p:spPr>
          <a:xfrm xmlns:a="http://schemas.openxmlformats.org/drawingml/2006/main">
            <a:off x="8401050" y="2781300"/>
            <a:ext cx="2238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74E3C1"/>
                </a:solidFill>
                <a:latin typeface="Segoe UI"/>
                <a:ea typeface="Segoe UI"/>
                <a:cs typeface="Segoe UI"/>
              </a:defRPr>
            </a:defPPr>
          </a:lstStyle>
          <a:p xmlns:a="http://schemas.openxmlformats.org/drawingml/2006/main">
            <a:pPr algn="ctr">
              <a:lnSpc>
                <a:spcPct val="101000"/>
              </a:lnSpc>
              <a:buNone/>
              <a:defRPr sz="975" b="1">
                <a:solidFill>
                  <a:srgbClr val="74E3C1"/>
                </a:solidFill>
                <a:latin typeface="Segoe UI"/>
                <a:ea typeface="Segoe UI"/>
                <a:cs typeface="Segoe UI"/>
              </a:defRPr>
            </a:pPr>
            <a:r>
              <a:rPr sz="975" b="1">
                <a:solidFill>
                  <a:srgbClr val="74E3C1"/>
                </a:solidFill>
                <a:latin typeface="Segoe UI"/>
                <a:ea typeface="Segoe UI"/>
                <a:cs typeface="Segoe UI"/>
              </a:rPr>
              <a:t>NUESTRA ENTRADA</a:t>
            </a:r>
          </a:p>
        </p:txBody>
      </p:sp>
      <p:sp>
        <p:nvSpPr>
          <p:cNvPr id="16" name="wedge">
            <a:extLst xmlns:a="http://schemas.openxmlformats.org/drawingml/2006/main">
              <a:ext uri="{FF2B5EF4-FFF2-40B4-BE49-F238E27FC236}">
                <a16:creationId xmlns:a16="http://schemas.microsoft.com/office/drawing/2014/main" id="{A5480A1D-AA34-4261-8429-3FD830621B5E}"/>
              </a:ext>
            </a:extLst>
          </p:cNvPr>
          <p:cNvSpPr>
            <a:spLocks xmlns:a="http://schemas.openxmlformats.org/drawingml/2006/main" noGrp="1"/>
          </p:cNvSpPr>
          <p:nvPr/>
        </p:nvSpPr>
        <p:spPr>
          <a:xfrm xmlns:a="http://schemas.openxmlformats.org/drawingml/2006/main">
            <a:off x="8248650" y="3314700"/>
            <a:ext cx="25622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F5F8F4"/>
                </a:solidFill>
                <a:latin typeface="Segoe UI"/>
                <a:ea typeface="Segoe UI"/>
                <a:cs typeface="Segoe UI"/>
              </a:defRPr>
            </a:defPPr>
          </a:lstStyle>
          <a:p xmlns:a="http://schemas.openxmlformats.org/drawingml/2006/main">
            <a:pPr algn="ctr">
              <a:lnSpc>
                <a:spcPct val="101000"/>
              </a:lnSpc>
              <a:buNone/>
              <a:defRPr sz="2250" b="1">
                <a:solidFill>
                  <a:srgbClr val="F5F8F4"/>
                </a:solidFill>
                <a:latin typeface="Segoe UI"/>
                <a:ea typeface="Segoe UI"/>
                <a:cs typeface="Segoe UI"/>
              </a:defRPr>
            </a:pPr>
            <a:r>
              <a:rPr sz="2250" b="1">
                <a:solidFill>
                  <a:srgbClr val="F5F8F4"/>
                </a:solidFill>
                <a:latin typeface="Segoe UI"/>
                <a:ea typeface="Segoe UI"/>
                <a:cs typeface="Segoe UI"/>
              </a:rPr>
              <a:t>iPhone +</a:t>
            </a:r>
          </a:p>
          <a:p xmlns:a="http://schemas.openxmlformats.org/drawingml/2006/main">
            <a:pPr algn="ctr">
              <a:lnSpc>
                <a:spcPct val="101000"/>
              </a:lnSpc>
              <a:buNone/>
              <a:defRPr sz="2250" b="1">
                <a:solidFill>
                  <a:srgbClr val="F5F8F4"/>
                </a:solidFill>
                <a:latin typeface="Segoe UI"/>
                <a:ea typeface="Segoe UI"/>
                <a:cs typeface="Segoe UI"/>
              </a:defRPr>
            </a:pPr>
            <a:r>
              <a:rPr sz="2250" b="1">
                <a:solidFill>
                  <a:srgbClr val="F5F8F4"/>
                </a:solidFill>
                <a:latin typeface="Segoe UI"/>
                <a:ea typeface="Segoe UI"/>
                <a:cs typeface="Segoe UI"/>
              </a:rPr>
              <a:t>Apple Watch</a:t>
            </a:r>
          </a:p>
        </p:txBody>
      </p:sp>
      <p:sp>
        <p:nvSpPr>
          <p:cNvPr id="17" name="wedge-sub">
            <a:extLst xmlns:a="http://schemas.openxmlformats.org/drawingml/2006/main">
              <a:ext uri="{FF2B5EF4-FFF2-40B4-BE49-F238E27FC236}">
                <a16:creationId xmlns:a16="http://schemas.microsoft.com/office/drawing/2014/main" id="{A5B8C8CA-1FCE-45C2-B3C5-62CE4E0398D0}"/>
              </a:ext>
            </a:extLst>
          </p:cNvPr>
          <p:cNvSpPr>
            <a:spLocks xmlns:a="http://schemas.openxmlformats.org/drawingml/2006/main" noGrp="1"/>
          </p:cNvSpPr>
          <p:nvPr/>
        </p:nvSpPr>
        <p:spPr>
          <a:xfrm xmlns:a="http://schemas.openxmlformats.org/drawingml/2006/main">
            <a:off x="8286750" y="4410075"/>
            <a:ext cx="24765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0">
                <a:solidFill>
                  <a:srgbClr val="A8BAB0"/>
                </a:solidFill>
                <a:latin typeface="Segoe UI"/>
                <a:ea typeface="Segoe UI"/>
                <a:cs typeface="Segoe UI"/>
              </a:defRPr>
            </a:defPPr>
          </a:lstStyle>
          <a:p xmlns:a="http://schemas.openxmlformats.org/drawingml/2006/main">
            <a:pPr algn="ctr">
              <a:lnSpc>
                <a:spcPct val="101000"/>
              </a:lnSpc>
              <a:buNone/>
              <a:defRPr sz="1425" b="0">
                <a:solidFill>
                  <a:srgbClr val="A8BAB0"/>
                </a:solidFill>
                <a:latin typeface="Segoe UI"/>
                <a:ea typeface="Segoe UI"/>
                <a:cs typeface="Segoe UI"/>
              </a:defRPr>
            </a:pPr>
            <a:r>
              <a:rPr sz="1425" b="0">
                <a:solidFill>
                  <a:srgbClr val="A8BAB0"/>
                </a:solidFill>
                <a:latin typeface="Segoe UI"/>
                <a:ea typeface="Segoe UI"/>
                <a:cs typeface="Segoe UI"/>
              </a:rPr>
              <a:t>bienestar y recuperación</a:t>
            </a:r>
          </a:p>
          <a:p xmlns:a="http://schemas.openxmlformats.org/drawingml/2006/main">
            <a:pPr algn="ctr">
              <a:lnSpc>
                <a:spcPct val="101000"/>
              </a:lnSpc>
              <a:buNone/>
              <a:defRPr sz="1425" b="0">
                <a:solidFill>
                  <a:srgbClr val="A8BAB0"/>
                </a:solidFill>
                <a:latin typeface="Segoe UI"/>
                <a:ea typeface="Segoe UI"/>
                <a:cs typeface="Segoe UI"/>
              </a:defRPr>
            </a:pPr>
            <a:r>
              <a:rPr sz="1425" b="0">
                <a:solidFill>
                  <a:srgbClr val="A8BAB0"/>
                </a:solidFill>
                <a:latin typeface="Segoe UI"/>
                <a:ea typeface="Segoe UI"/>
                <a:cs typeface="Segoe UI"/>
              </a:rPr>
              <a:t>en español</a:t>
            </a:r>
          </a:p>
        </p:txBody>
      </p:sp>
      <p:sp>
        <p:nvSpPr>
          <p:cNvPr id="18" name="market-source">
            <a:extLst xmlns:a="http://schemas.openxmlformats.org/drawingml/2006/main">
              <a:ext uri="{FF2B5EF4-FFF2-40B4-BE49-F238E27FC236}">
                <a16:creationId xmlns:a16="http://schemas.microsoft.com/office/drawing/2014/main" id="{229BDC9B-5FB0-40A8-A4FD-24EAD92D7E55}"/>
              </a:ext>
            </a:extLst>
          </p:cNvPr>
          <p:cNvSpPr>
            <a:spLocks xmlns:a="http://schemas.openxmlformats.org/drawingml/2006/main" noGrp="1"/>
          </p:cNvSpPr>
          <p:nvPr/>
        </p:nvSpPr>
        <p:spPr>
          <a:xfrm xmlns:a="http://schemas.openxmlformats.org/drawingml/2006/main">
            <a:off x="704850" y="6000750"/>
            <a:ext cx="838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0">
                <a:solidFill>
                  <a:srgbClr val="698077"/>
                </a:solidFill>
                <a:latin typeface="Segoe UI"/>
                <a:ea typeface="Segoe UI"/>
                <a:cs typeface="Segoe UI"/>
              </a:defRPr>
            </a:defPPr>
          </a:lstStyle>
          <a:p xmlns:a="http://schemas.openxmlformats.org/drawingml/2006/main">
            <a:pPr algn="l">
              <a:lnSpc>
                <a:spcPct val="101000"/>
              </a:lnSpc>
              <a:buNone/>
              <a:defRPr sz="900" b="0">
                <a:solidFill>
                  <a:srgbClr val="698077"/>
                </a:solidFill>
                <a:latin typeface="Segoe UI"/>
                <a:ea typeface="Segoe UI"/>
                <a:cs typeface="Segoe UI"/>
              </a:defRPr>
            </a:pPr>
            <a:r>
              <a:rPr sz="900" b="0">
                <a:solidFill>
                  <a:srgbClr val="698077"/>
                </a:solidFill>
                <a:latin typeface="Segoe UI"/>
                <a:ea typeface="Segoe UI"/>
                <a:cs typeface="Segoe UI"/>
              </a:rPr>
              <a:t>Fuentes: Grand View Research (2026); IDC Wearables (Q1 2026).</a:t>
            </a:r>
          </a:p>
        </p:txBody>
      </p:sp>
    </p:spTree>
    <p:extLst>
      <p:ext uri="{BB962C8B-B14F-4D97-AF65-F5344CB8AC3E}">
        <p14:creationId xmlns:p14="http://schemas.microsoft.com/office/powerpoint/2010/main" val="1616514653"/>
      </p:ext>
    </p:extLst>
  </p:cSld>
</p:sld>
</file>

<file path=ppt/slides/slide9.xml><?xml version="1.0" encoding="utf-8"?>
<p:sld xmlns:p="http://schemas.openxmlformats.org/presentationml/2006/main">
  <p:cSld>
    <p:bg>
      <p:bgPr>
        <a:solidFill xmlns:a="http://schemas.openxmlformats.org/drawingml/2006/main">
          <a:srgbClr val="06110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E081DEBB-E83C-41D1-ABD8-8E0F71078002}"/>
              </a:ext>
            </a:extLst>
          </p:cNvPr>
          <p:cNvPicPr>
            <a:picLocks xmlns:a="http://schemas.openxmlformats.org/drawingml/2006/main" noChangeAspect="1"/>
          </p:cNvPicPr>
          <p:nvPr/>
        </p:nvPicPr>
        <p:blipFill>
          <a:blip xmlns:r="http://schemas.openxmlformats.org/officeDocument/2006/relationships" xmlns:a="http://schemas.openxmlformats.org/drawingml/2006/main" r:embed="Rb42ee1782a1e433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82A8C1D0-F2D6-4781-8433-E6C112BC7A80}"/>
              </a:ext>
            </a:extLst>
          </p:cNvPr>
          <p:cNvSpPr>
            <a:spLocks xmlns:a="http://schemas.openxmlformats.org/drawingml/2006/main" noGrp="1"/>
          </p:cNvSpPr>
          <p:nvPr/>
        </p:nvSpPr>
        <p:spPr>
          <a:xfrm xmlns:a="http://schemas.openxmlformats.org/drawingml/2006/main">
            <a:off x="666750" y="2857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74E3C1"/>
                </a:solidFill>
                <a:latin typeface="Segoe UI"/>
                <a:ea typeface="Segoe UI"/>
                <a:cs typeface="Segoe UI"/>
              </a:defRPr>
            </a:defPPr>
          </a:lstStyle>
          <a:p xmlns:a="http://schemas.openxmlformats.org/drawingml/2006/main">
            <a:pPr algn="l">
              <a:lnSpc>
                <a:spcPct val="101000"/>
              </a:lnSpc>
              <a:buNone/>
              <a:defRPr sz="1275" b="1">
                <a:solidFill>
                  <a:srgbClr val="74E3C1"/>
                </a:solidFill>
                <a:latin typeface="Segoe UI"/>
                <a:ea typeface="Segoe UI"/>
                <a:cs typeface="Segoe UI"/>
              </a:defRPr>
            </a:pPr>
            <a:r>
              <a:rPr sz="1275" b="1">
                <a:solidFill>
                  <a:srgbClr val="74E3C1"/>
                </a:solidFill>
                <a:latin typeface="Segoe UI"/>
                <a:ea typeface="Segoe UI"/>
                <a:cs typeface="Segoe UI"/>
              </a:rPr>
              <a:t>BIOPULSE</a:t>
            </a:r>
          </a:p>
        </p:txBody>
      </p:sp>
      <p:sp>
        <p:nvSpPr>
          <p:cNvPr id="3" name="section">
            <a:extLst xmlns:a="http://schemas.openxmlformats.org/drawingml/2006/main">
              <a:ext uri="{FF2B5EF4-FFF2-40B4-BE49-F238E27FC236}">
                <a16:creationId xmlns:a16="http://schemas.microsoft.com/office/drawing/2014/main" id="{EFEA5765-A503-4AA4-A7A9-684E55995996}"/>
              </a:ext>
            </a:extLst>
          </p:cNvPr>
          <p:cNvSpPr>
            <a:spLocks xmlns:a="http://schemas.openxmlformats.org/drawingml/2006/main" noGrp="1"/>
          </p:cNvSpPr>
          <p:nvPr/>
        </p:nvSpPr>
        <p:spPr>
          <a:xfrm xmlns:a="http://schemas.openxmlformats.org/drawingml/2006/main">
            <a:off x="7905750" y="285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98077"/>
                </a:solidFill>
                <a:latin typeface="Segoe UI"/>
                <a:ea typeface="Segoe UI"/>
                <a:cs typeface="Segoe UI"/>
              </a:defRPr>
            </a:defPPr>
          </a:lstStyle>
          <a:p xmlns:a="http://schemas.openxmlformats.org/drawingml/2006/main">
            <a:pPr algn="r">
              <a:lnSpc>
                <a:spcPct val="101000"/>
              </a:lnSpc>
              <a:buNone/>
              <a:defRPr sz="900" b="1">
                <a:solidFill>
                  <a:srgbClr val="698077"/>
                </a:solidFill>
                <a:latin typeface="Segoe UI"/>
                <a:ea typeface="Segoe UI"/>
                <a:cs typeface="Segoe UI"/>
              </a:defRPr>
            </a:pPr>
            <a:r>
              <a:rPr sz="900" b="1">
                <a:solidFill>
                  <a:srgbClr val="698077"/>
                </a:solidFill>
                <a:latin typeface="Segoe UI"/>
                <a:ea typeface="Segoe UI"/>
                <a:cs typeface="Segoe UI"/>
              </a:rPr>
              <a:t>POSICIONAMIENTO</a:t>
            </a:r>
          </a:p>
        </p:txBody>
      </p:sp>
      <p:sp>
        <p:nvSpPr>
          <p:cNvPr id="4" name="">
            <a:extLst xmlns:a="http://schemas.openxmlformats.org/drawingml/2006/main">
              <a:ext uri="{FF2B5EF4-FFF2-40B4-BE49-F238E27FC236}">
                <a16:creationId xmlns:a16="http://schemas.microsoft.com/office/drawing/2014/main" id="{2A2A22BC-14AB-4DD8-85B1-AB5B5F864D7B}"/>
              </a:ext>
            </a:extLst>
          </p:cNvPr>
          <p:cNvSpPr>
            <a:spLocks xmlns:a="http://schemas.openxmlformats.org/drawingml/2006/main" noGrp="1"/>
          </p:cNvSpPr>
          <p:nvPr/>
        </p:nvSpPr>
        <p:spPr>
          <a:xfrm xmlns:a="http://schemas.openxmlformats.org/drawingml/2006/main">
            <a:off x="666750" y="6429375"/>
            <a:ext cx="10858500" cy="9525"/>
          </a:xfrm>
          <a:prstGeom xmlns:a="http://schemas.openxmlformats.org/drawingml/2006/main" prst="rect">
            <a:avLst/>
          </a:prstGeom>
          <a:solidFill xmlns:a="http://schemas.openxmlformats.org/drawingml/2006/main">
            <a:srgbClr val="294138"/>
          </a:solidFill>
          <a:ln xmlns:a="http://schemas.openxmlformats.org/drawingml/2006/main" w="0">
            <a:noFill/>
            <a:prstDash val="solid"/>
          </a:ln>
        </p:spPr>
      </p:sp>
      <p:sp>
        <p:nvSpPr>
          <p:cNvPr id="5" name="page">
            <a:extLst xmlns:a="http://schemas.openxmlformats.org/drawingml/2006/main">
              <a:ext uri="{FF2B5EF4-FFF2-40B4-BE49-F238E27FC236}">
                <a16:creationId xmlns:a16="http://schemas.microsoft.com/office/drawing/2014/main" id="{F2E113A6-E8FB-48C9-A080-BF57CB815D78}"/>
              </a:ext>
            </a:extLst>
          </p:cNvPr>
          <p:cNvSpPr>
            <a:spLocks xmlns:a="http://schemas.openxmlformats.org/drawingml/2006/main" noGrp="1"/>
          </p:cNvSpPr>
          <p:nvPr/>
        </p:nvSpPr>
        <p:spPr>
          <a:xfrm xmlns:a="http://schemas.openxmlformats.org/drawingml/2006/main">
            <a:off x="10525125" y="649605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698077"/>
                </a:solidFill>
                <a:latin typeface="Segoe UI"/>
                <a:ea typeface="Segoe UI"/>
                <a:cs typeface="Segoe UI"/>
              </a:defRPr>
            </a:defPPr>
          </a:lstStyle>
          <a:p xmlns:a="http://schemas.openxmlformats.org/drawingml/2006/main">
            <a:pPr algn="r">
              <a:lnSpc>
                <a:spcPct val="101000"/>
              </a:lnSpc>
              <a:buNone/>
              <a:defRPr sz="825" b="1">
                <a:solidFill>
                  <a:srgbClr val="698077"/>
                </a:solidFill>
                <a:latin typeface="Segoe UI"/>
                <a:ea typeface="Segoe UI"/>
                <a:cs typeface="Segoe UI"/>
              </a:defRPr>
            </a:pPr>
            <a:r>
              <a:rPr sz="825" b="1">
                <a:solidFill>
                  <a:srgbClr val="698077"/>
                </a:solidFill>
                <a:latin typeface="Segoe UI"/>
                <a:ea typeface="Segoe UI"/>
                <a:cs typeface="Segoe UI"/>
              </a:rPr>
              <a:t>09 / 12</a:t>
            </a:r>
          </a:p>
        </p:txBody>
      </p:sp>
      <p:sp>
        <p:nvSpPr>
          <p:cNvPr id="6" name="headline">
            <a:extLst xmlns:a="http://schemas.openxmlformats.org/drawingml/2006/main">
              <a:ext uri="{FF2B5EF4-FFF2-40B4-BE49-F238E27FC236}">
                <a16:creationId xmlns:a16="http://schemas.microsoft.com/office/drawing/2014/main" id="{F9B9E865-A0E7-4C89-B046-BFF43DA8686A}"/>
              </a:ext>
            </a:extLst>
          </p:cNvPr>
          <p:cNvSpPr>
            <a:spLocks xmlns:a="http://schemas.openxmlformats.org/drawingml/2006/main" noGrp="1"/>
          </p:cNvSpPr>
          <p:nvPr/>
        </p:nvSpPr>
        <p:spPr>
          <a:xfrm xmlns:a="http://schemas.openxmlformats.org/drawingml/2006/main">
            <a:off x="685800" y="819150"/>
            <a:ext cx="10287000"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75" b="1">
                <a:solidFill>
                  <a:srgbClr val="F5F8F4"/>
                </a:solidFill>
                <a:latin typeface="Segoe UI"/>
                <a:ea typeface="Segoe UI"/>
                <a:cs typeface="Segoe UI"/>
              </a:defRPr>
            </a:defPPr>
          </a:lstStyle>
          <a:p xmlns:a="http://schemas.openxmlformats.org/drawingml/2006/main">
            <a:pPr algn="l">
              <a:lnSpc>
                <a:spcPct val="101000"/>
              </a:lnSpc>
              <a:buNone/>
              <a:defRPr sz="3675" b="1">
                <a:solidFill>
                  <a:srgbClr val="F5F8F4"/>
                </a:solidFill>
                <a:latin typeface="Segoe UI"/>
                <a:ea typeface="Segoe UI"/>
                <a:cs typeface="Segoe UI"/>
              </a:defRPr>
            </a:pPr>
            <a:r>
              <a:rPr sz="3675" b="1">
                <a:solidFill>
                  <a:srgbClr val="F5F8F4"/>
                </a:solidFill>
                <a:latin typeface="Segoe UI"/>
                <a:ea typeface="Segoe UI"/>
                <a:cs typeface="Segoe UI"/>
              </a:rPr>
              <a:t>El mercado demuestra la demanda.</a:t>
            </a:r>
          </a:p>
          <a:p xmlns:a="http://schemas.openxmlformats.org/drawingml/2006/main">
            <a:pPr algn="l">
              <a:lnSpc>
                <a:spcPct val="101000"/>
              </a:lnSpc>
              <a:buNone/>
              <a:defRPr sz="3675" b="1">
                <a:solidFill>
                  <a:srgbClr val="F5F8F4"/>
                </a:solidFill>
                <a:latin typeface="Segoe UI"/>
                <a:ea typeface="Segoe UI"/>
                <a:cs typeface="Segoe UI"/>
              </a:defRPr>
            </a:pPr>
            <a:r>
              <a:rPr sz="3675" b="1">
                <a:solidFill>
                  <a:srgbClr val="F5F8F4"/>
                </a:solidFill>
                <a:latin typeface="Segoe UI"/>
                <a:ea typeface="Segoe UI"/>
                <a:cs typeface="Segoe UI"/>
              </a:rPr>
              <a:t>Nuestra apuesta es explicar mejor.</a:t>
            </a:r>
          </a:p>
        </p:txBody>
      </p:sp>
      <p:sp>
        <p:nvSpPr>
          <p:cNvPr id="7" name="">
            <a:extLst xmlns:a="http://schemas.openxmlformats.org/drawingml/2006/main">
              <a:ext uri="{FF2B5EF4-FFF2-40B4-BE49-F238E27FC236}">
                <a16:creationId xmlns:a16="http://schemas.microsoft.com/office/drawing/2014/main" id="{A14CBADA-0A4B-4E96-8BFA-A45C62DB8DE7}"/>
              </a:ext>
            </a:extLst>
          </p:cNvPr>
          <p:cNvSpPr>
            <a:spLocks xmlns:a="http://schemas.openxmlformats.org/drawingml/2006/main" noGrp="1"/>
          </p:cNvSpPr>
          <p:nvPr/>
        </p:nvSpPr>
        <p:spPr>
          <a:xfrm xmlns:a="http://schemas.openxmlformats.org/drawingml/2006/main">
            <a:off x="971550" y="2562225"/>
            <a:ext cx="952500" cy="952500"/>
          </a:xfrm>
          <a:prstGeom xmlns:a="http://schemas.openxmlformats.org/drawingml/2006/main" prst="ellipse">
            <a:avLst/>
          </a:prstGeom>
          <a:solidFill xmlns:a="http://schemas.openxmlformats.org/drawingml/2006/main">
            <a:srgbClr val="17342B">
              <a:alpha val="72000"/>
            </a:srgbClr>
          </a:solidFill>
          <a:ln xmlns:a="http://schemas.openxmlformats.org/drawingml/2006/main" w="19050">
            <a:solidFill>
              <a:srgbClr val="74E3C1"/>
            </a:solidFill>
            <a:prstDash val="solid"/>
          </a:ln>
        </p:spPr>
      </p:sp>
      <p:sp>
        <p:nvSpPr>
          <p:cNvPr id="8" name="comp-number0">
            <a:extLst xmlns:a="http://schemas.openxmlformats.org/drawingml/2006/main">
              <a:ext uri="{FF2B5EF4-FFF2-40B4-BE49-F238E27FC236}">
                <a16:creationId xmlns:a16="http://schemas.microsoft.com/office/drawing/2014/main" id="{D4F1992B-90FD-4B81-AFEB-215676242598}"/>
              </a:ext>
            </a:extLst>
          </p:cNvPr>
          <p:cNvSpPr>
            <a:spLocks xmlns:a="http://schemas.openxmlformats.org/drawingml/2006/main" noGrp="1"/>
          </p:cNvSpPr>
          <p:nvPr/>
        </p:nvSpPr>
        <p:spPr>
          <a:xfrm xmlns:a="http://schemas.openxmlformats.org/drawingml/2006/main">
            <a:off x="1162050" y="2809875"/>
            <a:ext cx="571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325" b="1">
                <a:solidFill>
                  <a:srgbClr val="74E3C1"/>
                </a:solidFill>
                <a:latin typeface="Segoe UI"/>
                <a:ea typeface="Segoe UI"/>
                <a:cs typeface="Segoe UI"/>
              </a:defRPr>
            </a:defPPr>
          </a:lstStyle>
          <a:p xmlns:a="http://schemas.openxmlformats.org/drawingml/2006/main">
            <a:pPr algn="ctr">
              <a:lnSpc>
                <a:spcPct val="101000"/>
              </a:lnSpc>
              <a:buNone/>
              <a:defRPr sz="2325" b="1">
                <a:solidFill>
                  <a:srgbClr val="74E3C1"/>
                </a:solidFill>
                <a:latin typeface="Segoe UI"/>
                <a:ea typeface="Segoe UI"/>
                <a:cs typeface="Segoe UI"/>
              </a:defRPr>
            </a:pPr>
            <a:r>
              <a:rPr sz="2325" b="1">
                <a:solidFill>
                  <a:srgbClr val="74E3C1"/>
                </a:solidFill>
                <a:latin typeface="Segoe UI"/>
                <a:ea typeface="Segoe UI"/>
                <a:cs typeface="Segoe UI"/>
              </a:rPr>
              <a:t>01</a:t>
            </a:r>
          </a:p>
        </p:txBody>
      </p:sp>
      <p:sp>
        <p:nvSpPr>
          <p:cNvPr id="9" name="comp-name0">
            <a:extLst xmlns:a="http://schemas.openxmlformats.org/drawingml/2006/main">
              <a:ext uri="{FF2B5EF4-FFF2-40B4-BE49-F238E27FC236}">
                <a16:creationId xmlns:a16="http://schemas.microsoft.com/office/drawing/2014/main" id="{854965BB-FAF5-4826-ACFB-DA5097F27BF8}"/>
              </a:ext>
            </a:extLst>
          </p:cNvPr>
          <p:cNvSpPr>
            <a:spLocks xmlns:a="http://schemas.openxmlformats.org/drawingml/2006/main" noGrp="1"/>
          </p:cNvSpPr>
          <p:nvPr/>
        </p:nvSpPr>
        <p:spPr>
          <a:xfrm xmlns:a="http://schemas.openxmlformats.org/drawingml/2006/main">
            <a:off x="704850" y="380047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3C1"/>
                </a:solidFill>
                <a:latin typeface="Segoe UI"/>
                <a:ea typeface="Segoe UI"/>
                <a:cs typeface="Segoe UI"/>
              </a:defRPr>
            </a:defPPr>
          </a:lstStyle>
          <a:p xmlns:a="http://schemas.openxmlformats.org/drawingml/2006/main">
            <a:pPr algn="l">
              <a:lnSpc>
                <a:spcPct val="101000"/>
              </a:lnSpc>
              <a:buNone/>
              <a:defRPr sz="1125" b="1">
                <a:solidFill>
                  <a:srgbClr val="74E3C1"/>
                </a:solidFill>
                <a:latin typeface="Segoe UI"/>
                <a:ea typeface="Segoe UI"/>
                <a:cs typeface="Segoe UI"/>
              </a:defRPr>
            </a:pPr>
            <a:r>
              <a:rPr sz="1125" b="1">
                <a:solidFill>
                  <a:srgbClr val="74E3C1"/>
                </a:solidFill>
                <a:latin typeface="Segoe UI"/>
                <a:ea typeface="Segoe UI"/>
                <a:cs typeface="Segoe UI"/>
              </a:rPr>
              <a:t>APPLE SALUD</a:t>
            </a:r>
          </a:p>
        </p:txBody>
      </p:sp>
      <p:sp>
        <p:nvSpPr>
          <p:cNvPr id="10" name="comp-value0">
            <a:extLst xmlns:a="http://schemas.openxmlformats.org/drawingml/2006/main">
              <a:ext uri="{FF2B5EF4-FFF2-40B4-BE49-F238E27FC236}">
                <a16:creationId xmlns:a16="http://schemas.microsoft.com/office/drawing/2014/main" id="{A291B709-C6AC-479F-9622-1ABBB0A2FE79}"/>
              </a:ext>
            </a:extLst>
          </p:cNvPr>
          <p:cNvSpPr>
            <a:spLocks xmlns:a="http://schemas.openxmlformats.org/drawingml/2006/main" noGrp="1"/>
          </p:cNvSpPr>
          <p:nvPr/>
        </p:nvSpPr>
        <p:spPr>
          <a:xfrm xmlns:a="http://schemas.openxmlformats.org/drawingml/2006/main">
            <a:off x="704850" y="4191000"/>
            <a:ext cx="31051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F5F8F4"/>
                </a:solidFill>
                <a:latin typeface="Segoe UI"/>
                <a:ea typeface="Segoe UI"/>
                <a:cs typeface="Segoe UI"/>
              </a:defRPr>
            </a:defPPr>
          </a:lstStyle>
          <a:p xmlns:a="http://schemas.openxmlformats.org/drawingml/2006/main">
            <a:pPr algn="l">
              <a:lnSpc>
                <a:spcPct val="101000"/>
              </a:lnSpc>
              <a:buNone/>
              <a:defRPr sz="1950" b="1">
                <a:solidFill>
                  <a:srgbClr val="F5F8F4"/>
                </a:solidFill>
                <a:latin typeface="Segoe UI"/>
                <a:ea typeface="Segoe UI"/>
                <a:cs typeface="Segoe UI"/>
              </a:defRPr>
            </a:pPr>
            <a:r>
              <a:rPr sz="1950" b="1">
                <a:solidFill>
                  <a:srgbClr val="F5F8F4"/>
                </a:solidFill>
                <a:latin typeface="Segoe UI"/>
                <a:ea typeface="Segoe UI"/>
                <a:cs typeface="Segoe UI"/>
              </a:rPr>
              <a:t>El reloj y el ecosistema</a:t>
            </a:r>
          </a:p>
        </p:txBody>
      </p:sp>
      <p:sp>
        <p:nvSpPr>
          <p:cNvPr id="11" name="comp-body0">
            <a:extLst xmlns:a="http://schemas.openxmlformats.org/drawingml/2006/main">
              <a:ext uri="{FF2B5EF4-FFF2-40B4-BE49-F238E27FC236}">
                <a16:creationId xmlns:a16="http://schemas.microsoft.com/office/drawing/2014/main" id="{B04E55F1-42F1-4AB0-9A59-6DFEB4D60299}"/>
              </a:ext>
            </a:extLst>
          </p:cNvPr>
          <p:cNvSpPr>
            <a:spLocks xmlns:a="http://schemas.openxmlformats.org/drawingml/2006/main" noGrp="1"/>
          </p:cNvSpPr>
          <p:nvPr/>
        </p:nvSpPr>
        <p:spPr>
          <a:xfrm xmlns:a="http://schemas.openxmlformats.org/drawingml/2006/main">
            <a:off x="704850" y="4895850"/>
            <a:ext cx="31242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8BAB0"/>
                </a:solidFill>
                <a:latin typeface="Segoe UI"/>
                <a:ea typeface="Segoe UI"/>
                <a:cs typeface="Segoe UI"/>
              </a:defRPr>
            </a:defPPr>
          </a:lstStyle>
          <a:p xmlns:a="http://schemas.openxmlformats.org/drawingml/2006/main">
            <a:pPr algn="l">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Señales, sueño, Vitals y readiness integrados.</a:t>
            </a:r>
          </a:p>
        </p:txBody>
      </p:sp>
      <p:sp>
        <p:nvSpPr>
          <p:cNvPr id="12" name="">
            <a:extLst xmlns:a="http://schemas.openxmlformats.org/drawingml/2006/main">
              <a:ext uri="{FF2B5EF4-FFF2-40B4-BE49-F238E27FC236}">
                <a16:creationId xmlns:a16="http://schemas.microsoft.com/office/drawing/2014/main" id="{C53B5B81-06D0-4F37-ADB4-4575D27EAB8F}"/>
              </a:ext>
            </a:extLst>
          </p:cNvPr>
          <p:cNvSpPr>
            <a:spLocks xmlns:a="http://schemas.openxmlformats.org/drawingml/2006/main" noGrp="1"/>
          </p:cNvSpPr>
          <p:nvPr/>
        </p:nvSpPr>
        <p:spPr>
          <a:xfrm xmlns:a="http://schemas.openxmlformats.org/drawingml/2006/main">
            <a:off x="4657725" y="2562225"/>
            <a:ext cx="952500" cy="952500"/>
          </a:xfrm>
          <a:prstGeom xmlns:a="http://schemas.openxmlformats.org/drawingml/2006/main" prst="ellipse">
            <a:avLst/>
          </a:prstGeom>
          <a:solidFill xmlns:a="http://schemas.openxmlformats.org/drawingml/2006/main">
            <a:srgbClr val="17342B">
              <a:alpha val="72000"/>
            </a:srgbClr>
          </a:solidFill>
          <a:ln xmlns:a="http://schemas.openxmlformats.org/drawingml/2006/main" w="19050">
            <a:solidFill>
              <a:srgbClr val="74E3C1"/>
            </a:solidFill>
            <a:prstDash val="solid"/>
          </a:ln>
        </p:spPr>
      </p:sp>
      <p:sp>
        <p:nvSpPr>
          <p:cNvPr id="13" name="comp-number1">
            <a:extLst xmlns:a="http://schemas.openxmlformats.org/drawingml/2006/main">
              <a:ext uri="{FF2B5EF4-FFF2-40B4-BE49-F238E27FC236}">
                <a16:creationId xmlns:a16="http://schemas.microsoft.com/office/drawing/2014/main" id="{4F716A2F-AC69-4502-8C6D-DD1291B4E30E}"/>
              </a:ext>
            </a:extLst>
          </p:cNvPr>
          <p:cNvSpPr>
            <a:spLocks xmlns:a="http://schemas.openxmlformats.org/drawingml/2006/main" noGrp="1"/>
          </p:cNvSpPr>
          <p:nvPr/>
        </p:nvSpPr>
        <p:spPr>
          <a:xfrm xmlns:a="http://schemas.openxmlformats.org/drawingml/2006/main">
            <a:off x="4848225" y="2809875"/>
            <a:ext cx="571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325" b="1">
                <a:solidFill>
                  <a:srgbClr val="74E3C1"/>
                </a:solidFill>
                <a:latin typeface="Segoe UI"/>
                <a:ea typeface="Segoe UI"/>
                <a:cs typeface="Segoe UI"/>
              </a:defRPr>
            </a:defPPr>
          </a:lstStyle>
          <a:p xmlns:a="http://schemas.openxmlformats.org/drawingml/2006/main">
            <a:pPr algn="ctr">
              <a:lnSpc>
                <a:spcPct val="101000"/>
              </a:lnSpc>
              <a:buNone/>
              <a:defRPr sz="2325" b="1">
                <a:solidFill>
                  <a:srgbClr val="74E3C1"/>
                </a:solidFill>
                <a:latin typeface="Segoe UI"/>
                <a:ea typeface="Segoe UI"/>
                <a:cs typeface="Segoe UI"/>
              </a:defRPr>
            </a:pPr>
            <a:r>
              <a:rPr sz="2325" b="1">
                <a:solidFill>
                  <a:srgbClr val="74E3C1"/>
                </a:solidFill>
                <a:latin typeface="Segoe UI"/>
                <a:ea typeface="Segoe UI"/>
                <a:cs typeface="Segoe UI"/>
              </a:rPr>
              <a:t>02</a:t>
            </a:r>
          </a:p>
        </p:txBody>
      </p:sp>
      <p:sp>
        <p:nvSpPr>
          <p:cNvPr id="14" name="comp-name1">
            <a:extLst xmlns:a="http://schemas.openxmlformats.org/drawingml/2006/main">
              <a:ext uri="{FF2B5EF4-FFF2-40B4-BE49-F238E27FC236}">
                <a16:creationId xmlns:a16="http://schemas.microsoft.com/office/drawing/2014/main" id="{AC62F712-43C1-429D-A282-E76D227E9DDF}"/>
              </a:ext>
            </a:extLst>
          </p:cNvPr>
          <p:cNvSpPr>
            <a:spLocks xmlns:a="http://schemas.openxmlformats.org/drawingml/2006/main" noGrp="1"/>
          </p:cNvSpPr>
          <p:nvPr/>
        </p:nvSpPr>
        <p:spPr>
          <a:xfrm xmlns:a="http://schemas.openxmlformats.org/drawingml/2006/main">
            <a:off x="4391025" y="380047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3C1"/>
                </a:solidFill>
                <a:latin typeface="Segoe UI"/>
                <a:ea typeface="Segoe UI"/>
                <a:cs typeface="Segoe UI"/>
              </a:defRPr>
            </a:defPPr>
          </a:lstStyle>
          <a:p xmlns:a="http://schemas.openxmlformats.org/drawingml/2006/main">
            <a:pPr algn="l">
              <a:lnSpc>
                <a:spcPct val="101000"/>
              </a:lnSpc>
              <a:buNone/>
              <a:defRPr sz="1125" b="1">
                <a:solidFill>
                  <a:srgbClr val="74E3C1"/>
                </a:solidFill>
                <a:latin typeface="Segoe UI"/>
                <a:ea typeface="Segoe UI"/>
                <a:cs typeface="Segoe UI"/>
              </a:defRPr>
            </a:pPr>
            <a:r>
              <a:rPr sz="1125" b="1">
                <a:solidFill>
                  <a:srgbClr val="74E3C1"/>
                </a:solidFill>
                <a:latin typeface="Segoe UI"/>
                <a:ea typeface="Segoe UI"/>
                <a:cs typeface="Segoe UI"/>
              </a:rPr>
              <a:t>WHOOP / OURA</a:t>
            </a:r>
          </a:p>
        </p:txBody>
      </p:sp>
      <p:sp>
        <p:nvSpPr>
          <p:cNvPr id="15" name="comp-value1">
            <a:extLst xmlns:a="http://schemas.openxmlformats.org/drawingml/2006/main">
              <a:ext uri="{FF2B5EF4-FFF2-40B4-BE49-F238E27FC236}">
                <a16:creationId xmlns:a16="http://schemas.microsoft.com/office/drawing/2014/main" id="{2A5DF703-97E2-47A4-9EEE-E324D79B1175}"/>
              </a:ext>
            </a:extLst>
          </p:cNvPr>
          <p:cNvSpPr>
            <a:spLocks xmlns:a="http://schemas.openxmlformats.org/drawingml/2006/main" noGrp="1"/>
          </p:cNvSpPr>
          <p:nvPr/>
        </p:nvSpPr>
        <p:spPr>
          <a:xfrm xmlns:a="http://schemas.openxmlformats.org/drawingml/2006/main">
            <a:off x="4391025" y="4191000"/>
            <a:ext cx="31051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F5F8F4"/>
                </a:solidFill>
                <a:latin typeface="Segoe UI"/>
                <a:ea typeface="Segoe UI"/>
                <a:cs typeface="Segoe UI"/>
              </a:defRPr>
            </a:defPPr>
          </a:lstStyle>
          <a:p xmlns:a="http://schemas.openxmlformats.org/drawingml/2006/main">
            <a:pPr algn="l">
              <a:lnSpc>
                <a:spcPct val="101000"/>
              </a:lnSpc>
              <a:buNone/>
              <a:defRPr sz="1950" b="1">
                <a:solidFill>
                  <a:srgbClr val="F5F8F4"/>
                </a:solidFill>
                <a:latin typeface="Segoe UI"/>
                <a:ea typeface="Segoe UI"/>
                <a:cs typeface="Segoe UI"/>
              </a:defRPr>
            </a:pPr>
            <a:r>
              <a:rPr sz="1950" b="1">
                <a:solidFill>
                  <a:srgbClr val="F5F8F4"/>
                </a:solidFill>
                <a:latin typeface="Segoe UI"/>
                <a:ea typeface="Segoe UI"/>
                <a:cs typeface="Segoe UI"/>
              </a:rPr>
              <a:t>Recuperación premium</a:t>
            </a:r>
          </a:p>
        </p:txBody>
      </p:sp>
      <p:sp>
        <p:nvSpPr>
          <p:cNvPr id="16" name="comp-body1">
            <a:extLst xmlns:a="http://schemas.openxmlformats.org/drawingml/2006/main">
              <a:ext uri="{FF2B5EF4-FFF2-40B4-BE49-F238E27FC236}">
                <a16:creationId xmlns:a16="http://schemas.microsoft.com/office/drawing/2014/main" id="{DF689790-86A0-4501-8F35-4C5053FAEFED}"/>
              </a:ext>
            </a:extLst>
          </p:cNvPr>
          <p:cNvSpPr>
            <a:spLocks xmlns:a="http://schemas.openxmlformats.org/drawingml/2006/main" noGrp="1"/>
          </p:cNvSpPr>
          <p:nvPr/>
        </p:nvSpPr>
        <p:spPr>
          <a:xfrm xmlns:a="http://schemas.openxmlformats.org/drawingml/2006/main">
            <a:off x="4391025" y="4895850"/>
            <a:ext cx="31242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8BAB0"/>
                </a:solidFill>
                <a:latin typeface="Segoe UI"/>
                <a:ea typeface="Segoe UI"/>
                <a:cs typeface="Segoe UI"/>
              </a:defRPr>
            </a:defPPr>
          </a:lstStyle>
          <a:p xmlns:a="http://schemas.openxmlformats.org/drawingml/2006/main">
            <a:pPr algn="l">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Hardware propio y acceso por membresía.</a:t>
            </a:r>
          </a:p>
        </p:txBody>
      </p:sp>
      <p:sp>
        <p:nvSpPr>
          <p:cNvPr id="17" name="">
            <a:extLst xmlns:a="http://schemas.openxmlformats.org/drawingml/2006/main">
              <a:ext uri="{FF2B5EF4-FFF2-40B4-BE49-F238E27FC236}">
                <a16:creationId xmlns:a16="http://schemas.microsoft.com/office/drawing/2014/main" id="{3B5E2665-1E2E-4D03-B82B-1FDBBF0661F3}"/>
              </a:ext>
            </a:extLst>
          </p:cNvPr>
          <p:cNvSpPr>
            <a:spLocks xmlns:a="http://schemas.openxmlformats.org/drawingml/2006/main" noGrp="1"/>
          </p:cNvSpPr>
          <p:nvPr/>
        </p:nvSpPr>
        <p:spPr>
          <a:xfrm xmlns:a="http://schemas.openxmlformats.org/drawingml/2006/main">
            <a:off x="8334375" y="2562225"/>
            <a:ext cx="952500" cy="952500"/>
          </a:xfrm>
          <a:prstGeom xmlns:a="http://schemas.openxmlformats.org/drawingml/2006/main" prst="ellipse">
            <a:avLst/>
          </a:prstGeom>
          <a:solidFill xmlns:a="http://schemas.openxmlformats.org/drawingml/2006/main">
            <a:srgbClr val="274733">
              <a:alpha val="75000"/>
            </a:srgbClr>
          </a:solidFill>
          <a:ln xmlns:a="http://schemas.openxmlformats.org/drawingml/2006/main" w="19050">
            <a:solidFill>
              <a:srgbClr val="D4F46D"/>
            </a:solidFill>
            <a:prstDash val="solid"/>
          </a:ln>
        </p:spPr>
      </p:sp>
      <p:sp>
        <p:nvSpPr>
          <p:cNvPr id="18" name="comp-number2">
            <a:extLst xmlns:a="http://schemas.openxmlformats.org/drawingml/2006/main">
              <a:ext uri="{FF2B5EF4-FFF2-40B4-BE49-F238E27FC236}">
                <a16:creationId xmlns:a16="http://schemas.microsoft.com/office/drawing/2014/main" id="{F7F14D71-86B3-4224-934D-3C33A0693DC9}"/>
              </a:ext>
            </a:extLst>
          </p:cNvPr>
          <p:cNvSpPr>
            <a:spLocks xmlns:a="http://schemas.openxmlformats.org/drawingml/2006/main" noGrp="1"/>
          </p:cNvSpPr>
          <p:nvPr/>
        </p:nvSpPr>
        <p:spPr>
          <a:xfrm xmlns:a="http://schemas.openxmlformats.org/drawingml/2006/main">
            <a:off x="8524875" y="2809875"/>
            <a:ext cx="571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325" b="1">
                <a:solidFill>
                  <a:srgbClr val="D4F46D"/>
                </a:solidFill>
                <a:latin typeface="Segoe UI"/>
                <a:ea typeface="Segoe UI"/>
                <a:cs typeface="Segoe UI"/>
              </a:defRPr>
            </a:defPPr>
          </a:lstStyle>
          <a:p xmlns:a="http://schemas.openxmlformats.org/drawingml/2006/main">
            <a:pPr algn="ctr">
              <a:lnSpc>
                <a:spcPct val="101000"/>
              </a:lnSpc>
              <a:buNone/>
              <a:defRPr sz="2325" b="1">
                <a:solidFill>
                  <a:srgbClr val="D4F46D"/>
                </a:solidFill>
                <a:latin typeface="Segoe UI"/>
                <a:ea typeface="Segoe UI"/>
                <a:cs typeface="Segoe UI"/>
              </a:defRPr>
            </a:pPr>
            <a:r>
              <a:rPr sz="2325" b="1">
                <a:solidFill>
                  <a:srgbClr val="D4F46D"/>
                </a:solidFill>
                <a:latin typeface="Segoe UI"/>
                <a:ea typeface="Segoe UI"/>
                <a:cs typeface="Segoe UI"/>
              </a:rPr>
              <a:t>03</a:t>
            </a:r>
          </a:p>
        </p:txBody>
      </p:sp>
      <p:sp>
        <p:nvSpPr>
          <p:cNvPr id="19" name="comp-name2">
            <a:extLst xmlns:a="http://schemas.openxmlformats.org/drawingml/2006/main">
              <a:ext uri="{FF2B5EF4-FFF2-40B4-BE49-F238E27FC236}">
                <a16:creationId xmlns:a16="http://schemas.microsoft.com/office/drawing/2014/main" id="{EF3BB82C-435A-483C-BF2B-E3295B21E046}"/>
              </a:ext>
            </a:extLst>
          </p:cNvPr>
          <p:cNvSpPr>
            <a:spLocks xmlns:a="http://schemas.openxmlformats.org/drawingml/2006/main" noGrp="1"/>
          </p:cNvSpPr>
          <p:nvPr/>
        </p:nvSpPr>
        <p:spPr>
          <a:xfrm xmlns:a="http://schemas.openxmlformats.org/drawingml/2006/main">
            <a:off x="8067675" y="380047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D4F46D"/>
                </a:solidFill>
                <a:latin typeface="Segoe UI"/>
                <a:ea typeface="Segoe UI"/>
                <a:cs typeface="Segoe UI"/>
              </a:defRPr>
            </a:defPPr>
          </a:lstStyle>
          <a:p xmlns:a="http://schemas.openxmlformats.org/drawingml/2006/main">
            <a:pPr algn="l">
              <a:lnSpc>
                <a:spcPct val="101000"/>
              </a:lnSpc>
              <a:buNone/>
              <a:defRPr sz="1125" b="1">
                <a:solidFill>
                  <a:srgbClr val="D4F46D"/>
                </a:solidFill>
                <a:latin typeface="Segoe UI"/>
                <a:ea typeface="Segoe UI"/>
                <a:cs typeface="Segoe UI"/>
              </a:defRPr>
            </a:pPr>
            <a:r>
              <a:rPr sz="1125" b="1">
                <a:solidFill>
                  <a:srgbClr val="D4F46D"/>
                </a:solidFill>
                <a:latin typeface="Segoe UI"/>
                <a:ea typeface="Segoe UI"/>
                <a:cs typeface="Segoe UI"/>
              </a:rPr>
              <a:t>BIOPULSE</a:t>
            </a:r>
          </a:p>
        </p:txBody>
      </p:sp>
      <p:sp>
        <p:nvSpPr>
          <p:cNvPr id="20" name="comp-value2">
            <a:extLst xmlns:a="http://schemas.openxmlformats.org/drawingml/2006/main">
              <a:ext uri="{FF2B5EF4-FFF2-40B4-BE49-F238E27FC236}">
                <a16:creationId xmlns:a16="http://schemas.microsoft.com/office/drawing/2014/main" id="{BA97E583-ADFA-4599-A6B4-AB0E69276CAF}"/>
              </a:ext>
            </a:extLst>
          </p:cNvPr>
          <p:cNvSpPr>
            <a:spLocks xmlns:a="http://schemas.openxmlformats.org/drawingml/2006/main" noGrp="1"/>
          </p:cNvSpPr>
          <p:nvPr/>
        </p:nvSpPr>
        <p:spPr>
          <a:xfrm xmlns:a="http://schemas.openxmlformats.org/drawingml/2006/main">
            <a:off x="8067675" y="4191000"/>
            <a:ext cx="31051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F5F8F4"/>
                </a:solidFill>
                <a:latin typeface="Segoe UI"/>
                <a:ea typeface="Segoe UI"/>
                <a:cs typeface="Segoe UI"/>
              </a:defRPr>
            </a:defPPr>
          </a:lstStyle>
          <a:p xmlns:a="http://schemas.openxmlformats.org/drawingml/2006/main">
            <a:pPr algn="l">
              <a:lnSpc>
                <a:spcPct val="101000"/>
              </a:lnSpc>
              <a:buNone/>
              <a:defRPr sz="1950" b="1">
                <a:solidFill>
                  <a:srgbClr val="F5F8F4"/>
                </a:solidFill>
                <a:latin typeface="Segoe UI"/>
                <a:ea typeface="Segoe UI"/>
                <a:cs typeface="Segoe UI"/>
              </a:defRPr>
            </a:pPr>
            <a:r>
              <a:rPr sz="1950" b="1">
                <a:solidFill>
                  <a:srgbClr val="F5F8F4"/>
                </a:solidFill>
                <a:latin typeface="Segoe UI"/>
                <a:ea typeface="Segoe UI"/>
                <a:cs typeface="Segoe UI"/>
              </a:rPr>
              <a:t>Interpretación personal</a:t>
            </a:r>
          </a:p>
        </p:txBody>
      </p:sp>
      <p:sp>
        <p:nvSpPr>
          <p:cNvPr id="21" name="comp-body2">
            <a:extLst xmlns:a="http://schemas.openxmlformats.org/drawingml/2006/main">
              <a:ext uri="{FF2B5EF4-FFF2-40B4-BE49-F238E27FC236}">
                <a16:creationId xmlns:a16="http://schemas.microsoft.com/office/drawing/2014/main" id="{5804FB06-4625-43A7-8799-BF91C46AA2E6}"/>
              </a:ext>
            </a:extLst>
          </p:cNvPr>
          <p:cNvSpPr>
            <a:spLocks xmlns:a="http://schemas.openxmlformats.org/drawingml/2006/main" noGrp="1"/>
          </p:cNvSpPr>
          <p:nvPr/>
        </p:nvSpPr>
        <p:spPr>
          <a:xfrm xmlns:a="http://schemas.openxmlformats.org/drawingml/2006/main">
            <a:off x="8067675" y="4895850"/>
            <a:ext cx="31242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8BAB0"/>
                </a:solidFill>
                <a:latin typeface="Segoe UI"/>
                <a:ea typeface="Segoe UI"/>
                <a:cs typeface="Segoe UI"/>
              </a:defRPr>
            </a:defPPr>
          </a:lstStyle>
          <a:p xmlns:a="http://schemas.openxmlformats.org/drawingml/2006/main">
            <a:pPr algn="l">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Apple Salud + diario + scores trazables en español.</a:t>
            </a:r>
          </a:p>
        </p:txBody>
      </p:sp>
      <p:sp>
        <p:nvSpPr>
          <p:cNvPr id="22" name="">
            <a:extLst xmlns:a="http://schemas.openxmlformats.org/drawingml/2006/main">
              <a:ext uri="{FF2B5EF4-FFF2-40B4-BE49-F238E27FC236}">
                <a16:creationId xmlns:a16="http://schemas.microsoft.com/office/drawing/2014/main" id="{D1FF1934-1296-48B8-81CF-B1B144F98DF2}"/>
              </a:ext>
            </a:extLst>
          </p:cNvPr>
          <p:cNvSpPr>
            <a:spLocks xmlns:a="http://schemas.openxmlformats.org/drawingml/2006/main" noGrp="1"/>
          </p:cNvSpPr>
          <p:nvPr/>
        </p:nvSpPr>
        <p:spPr>
          <a:xfrm xmlns:a="http://schemas.openxmlformats.org/drawingml/2006/main">
            <a:off x="685800" y="5867400"/>
            <a:ext cx="10820400" cy="9525"/>
          </a:xfrm>
          <a:prstGeom xmlns:a="http://schemas.openxmlformats.org/drawingml/2006/main" prst="rect">
            <a:avLst/>
          </a:prstGeom>
          <a:solidFill xmlns:a="http://schemas.openxmlformats.org/drawingml/2006/main">
            <a:srgbClr val="6A9E85">
              <a:alpha val="34000"/>
            </a:srgbClr>
          </a:solidFill>
          <a:ln xmlns:a="http://schemas.openxmlformats.org/drawingml/2006/main" w="0">
            <a:noFill/>
            <a:prstDash val="solid"/>
          </a:ln>
        </p:spPr>
      </p:sp>
      <p:sp>
        <p:nvSpPr>
          <p:cNvPr id="23" name="model">
            <a:extLst xmlns:a="http://schemas.openxmlformats.org/drawingml/2006/main">
              <a:ext uri="{FF2B5EF4-FFF2-40B4-BE49-F238E27FC236}">
                <a16:creationId xmlns:a16="http://schemas.microsoft.com/office/drawing/2014/main" id="{9C0C4CB6-6B44-44E1-B7DD-36309F29B204}"/>
              </a:ext>
            </a:extLst>
          </p:cNvPr>
          <p:cNvSpPr>
            <a:spLocks xmlns:a="http://schemas.openxmlformats.org/drawingml/2006/main" noGrp="1"/>
          </p:cNvSpPr>
          <p:nvPr/>
        </p:nvSpPr>
        <p:spPr>
          <a:xfrm xmlns:a="http://schemas.openxmlformats.org/drawingml/2006/main">
            <a:off x="704850" y="5991225"/>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F5BD73"/>
                </a:solidFill>
                <a:latin typeface="Segoe UI"/>
                <a:ea typeface="Segoe UI"/>
                <a:cs typeface="Segoe UI"/>
              </a:defRPr>
            </a:defPPr>
          </a:lstStyle>
          <a:p xmlns:a="http://schemas.openxmlformats.org/drawingml/2006/main">
            <a:pPr algn="l">
              <a:lnSpc>
                <a:spcPct val="101000"/>
              </a:lnSpc>
              <a:buNone/>
              <a:defRPr sz="1275" b="1">
                <a:solidFill>
                  <a:srgbClr val="F5BD73"/>
                </a:solidFill>
                <a:latin typeface="Segoe UI"/>
                <a:ea typeface="Segoe UI"/>
                <a:cs typeface="Segoe UI"/>
              </a:defRPr>
            </a:pPr>
            <a:r>
              <a:rPr sz="1275" b="1">
                <a:solidFill>
                  <a:srgbClr val="F5BD73"/>
                </a:solidFill>
                <a:latin typeface="Segoe UI"/>
                <a:ea typeface="Segoe UI"/>
                <a:cs typeface="Segoe UI"/>
              </a:rPr>
              <a:t>Modelo a validar: acceso inicial y funciones de análisis avanzado, sin vender otro dispositivo.</a:t>
            </a:r>
          </a:p>
        </p:txBody>
      </p:sp>
    </p:spTree>
    <p:extLst>
      <p:ext uri="{BB962C8B-B14F-4D97-AF65-F5344CB8AC3E}">
        <p14:creationId xmlns:p14="http://schemas.microsoft.com/office/powerpoint/2010/main" val="1833640876"/>
      </p:ext>
    </p:extLst>
  </p:cSld>
</p:sld>
</file>

<file path=ppt/slides/slide10.xml><?xml version="1.0" encoding="utf-8"?>
<p:sld xmlns:p="http://schemas.openxmlformats.org/presentationml/2006/main">
  <p:cSld>
    <p:bg>
      <p:bgPr>
        <a:solidFill xmlns:a="http://schemas.openxmlformats.org/drawingml/2006/main">
          <a:srgbClr val="06110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70263CC9-FA0F-4AE6-BD4B-367CA2053CD7}"/>
              </a:ext>
            </a:extLst>
          </p:cNvPr>
          <p:cNvPicPr>
            <a:picLocks xmlns:a="http://schemas.openxmlformats.org/drawingml/2006/main" noChangeAspect="1"/>
          </p:cNvPicPr>
          <p:nvPr/>
        </p:nvPicPr>
        <p:blipFill>
          <a:blip xmlns:r="http://schemas.openxmlformats.org/officeDocument/2006/relationships" xmlns:a="http://schemas.openxmlformats.org/drawingml/2006/main" r:embed="R71ebbe3342c9439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AA5B995E-D9F8-4255-8A54-CE69F545983D}"/>
              </a:ext>
            </a:extLst>
          </p:cNvPr>
          <p:cNvSpPr>
            <a:spLocks xmlns:a="http://schemas.openxmlformats.org/drawingml/2006/main" noGrp="1"/>
          </p:cNvSpPr>
          <p:nvPr/>
        </p:nvSpPr>
        <p:spPr>
          <a:xfrm xmlns:a="http://schemas.openxmlformats.org/drawingml/2006/main">
            <a:off x="666750" y="2857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74E3C1"/>
                </a:solidFill>
                <a:latin typeface="Segoe UI"/>
                <a:ea typeface="Segoe UI"/>
                <a:cs typeface="Segoe UI"/>
              </a:defRPr>
            </a:defPPr>
          </a:lstStyle>
          <a:p xmlns:a="http://schemas.openxmlformats.org/drawingml/2006/main">
            <a:pPr algn="l">
              <a:lnSpc>
                <a:spcPct val="101000"/>
              </a:lnSpc>
              <a:buNone/>
              <a:defRPr sz="1275" b="1">
                <a:solidFill>
                  <a:srgbClr val="74E3C1"/>
                </a:solidFill>
                <a:latin typeface="Segoe UI"/>
                <a:ea typeface="Segoe UI"/>
                <a:cs typeface="Segoe UI"/>
              </a:defRPr>
            </a:pPr>
            <a:r>
              <a:rPr sz="1275" b="1">
                <a:solidFill>
                  <a:srgbClr val="74E3C1"/>
                </a:solidFill>
                <a:latin typeface="Segoe UI"/>
                <a:ea typeface="Segoe UI"/>
                <a:cs typeface="Segoe UI"/>
              </a:rPr>
              <a:t>BIOPULSE</a:t>
            </a:r>
          </a:p>
        </p:txBody>
      </p:sp>
      <p:sp>
        <p:nvSpPr>
          <p:cNvPr id="3" name="section">
            <a:extLst xmlns:a="http://schemas.openxmlformats.org/drawingml/2006/main">
              <a:ext uri="{FF2B5EF4-FFF2-40B4-BE49-F238E27FC236}">
                <a16:creationId xmlns:a16="http://schemas.microsoft.com/office/drawing/2014/main" id="{8E2B61FA-BC92-4666-B262-E36568A191EE}"/>
              </a:ext>
            </a:extLst>
          </p:cNvPr>
          <p:cNvSpPr>
            <a:spLocks xmlns:a="http://schemas.openxmlformats.org/drawingml/2006/main" noGrp="1"/>
          </p:cNvSpPr>
          <p:nvPr/>
        </p:nvSpPr>
        <p:spPr>
          <a:xfrm xmlns:a="http://schemas.openxmlformats.org/drawingml/2006/main">
            <a:off x="7905750" y="285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98077"/>
                </a:solidFill>
                <a:latin typeface="Segoe UI"/>
                <a:ea typeface="Segoe UI"/>
                <a:cs typeface="Segoe UI"/>
              </a:defRPr>
            </a:defPPr>
          </a:lstStyle>
          <a:p xmlns:a="http://schemas.openxmlformats.org/drawingml/2006/main">
            <a:pPr algn="r">
              <a:lnSpc>
                <a:spcPct val="101000"/>
              </a:lnSpc>
              <a:buNone/>
              <a:defRPr sz="900" b="1">
                <a:solidFill>
                  <a:srgbClr val="698077"/>
                </a:solidFill>
                <a:latin typeface="Segoe UI"/>
                <a:ea typeface="Segoe UI"/>
                <a:cs typeface="Segoe UI"/>
              </a:defRPr>
            </a:pPr>
            <a:r>
              <a:rPr sz="900" b="1">
                <a:solidFill>
                  <a:srgbClr val="698077"/>
                </a:solidFill>
                <a:latin typeface="Segoe UI"/>
                <a:ea typeface="Segoe UI"/>
                <a:cs typeface="Segoe UI"/>
              </a:rPr>
              <a:t>AVANCE</a:t>
            </a:r>
          </a:p>
        </p:txBody>
      </p:sp>
      <p:sp>
        <p:nvSpPr>
          <p:cNvPr id="4" name="">
            <a:extLst xmlns:a="http://schemas.openxmlformats.org/drawingml/2006/main">
              <a:ext uri="{FF2B5EF4-FFF2-40B4-BE49-F238E27FC236}">
                <a16:creationId xmlns:a16="http://schemas.microsoft.com/office/drawing/2014/main" id="{C1756A6E-C97C-47AC-9FFE-2E5054AA99C3}"/>
              </a:ext>
            </a:extLst>
          </p:cNvPr>
          <p:cNvSpPr>
            <a:spLocks xmlns:a="http://schemas.openxmlformats.org/drawingml/2006/main" noGrp="1"/>
          </p:cNvSpPr>
          <p:nvPr/>
        </p:nvSpPr>
        <p:spPr>
          <a:xfrm xmlns:a="http://schemas.openxmlformats.org/drawingml/2006/main">
            <a:off x="666750" y="6429375"/>
            <a:ext cx="10858500" cy="9525"/>
          </a:xfrm>
          <a:prstGeom xmlns:a="http://schemas.openxmlformats.org/drawingml/2006/main" prst="rect">
            <a:avLst/>
          </a:prstGeom>
          <a:solidFill xmlns:a="http://schemas.openxmlformats.org/drawingml/2006/main">
            <a:srgbClr val="294138"/>
          </a:solidFill>
          <a:ln xmlns:a="http://schemas.openxmlformats.org/drawingml/2006/main" w="0">
            <a:noFill/>
            <a:prstDash val="solid"/>
          </a:ln>
        </p:spPr>
      </p:sp>
      <p:sp>
        <p:nvSpPr>
          <p:cNvPr id="5" name="page">
            <a:extLst xmlns:a="http://schemas.openxmlformats.org/drawingml/2006/main">
              <a:ext uri="{FF2B5EF4-FFF2-40B4-BE49-F238E27FC236}">
                <a16:creationId xmlns:a16="http://schemas.microsoft.com/office/drawing/2014/main" id="{F3557030-F55B-416B-BF9D-76CC7D3008EF}"/>
              </a:ext>
            </a:extLst>
          </p:cNvPr>
          <p:cNvSpPr>
            <a:spLocks xmlns:a="http://schemas.openxmlformats.org/drawingml/2006/main" noGrp="1"/>
          </p:cNvSpPr>
          <p:nvPr/>
        </p:nvSpPr>
        <p:spPr>
          <a:xfrm xmlns:a="http://schemas.openxmlformats.org/drawingml/2006/main">
            <a:off x="10525125" y="649605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698077"/>
                </a:solidFill>
                <a:latin typeface="Segoe UI"/>
                <a:ea typeface="Segoe UI"/>
                <a:cs typeface="Segoe UI"/>
              </a:defRPr>
            </a:defPPr>
          </a:lstStyle>
          <a:p xmlns:a="http://schemas.openxmlformats.org/drawingml/2006/main">
            <a:pPr algn="r">
              <a:lnSpc>
                <a:spcPct val="101000"/>
              </a:lnSpc>
              <a:buNone/>
              <a:defRPr sz="825" b="1">
                <a:solidFill>
                  <a:srgbClr val="698077"/>
                </a:solidFill>
                <a:latin typeface="Segoe UI"/>
                <a:ea typeface="Segoe UI"/>
                <a:cs typeface="Segoe UI"/>
              </a:defRPr>
            </a:pPr>
            <a:r>
              <a:rPr sz="825" b="1">
                <a:solidFill>
                  <a:srgbClr val="698077"/>
                </a:solidFill>
                <a:latin typeface="Segoe UI"/>
                <a:ea typeface="Segoe UI"/>
                <a:cs typeface="Segoe UI"/>
              </a:rPr>
              <a:t>10 / 12</a:t>
            </a:r>
          </a:p>
        </p:txBody>
      </p:sp>
      <p:sp>
        <p:nvSpPr>
          <p:cNvPr id="6" name="headline">
            <a:extLst xmlns:a="http://schemas.openxmlformats.org/drawingml/2006/main">
              <a:ext uri="{FF2B5EF4-FFF2-40B4-BE49-F238E27FC236}">
                <a16:creationId xmlns:a16="http://schemas.microsoft.com/office/drawing/2014/main" id="{4B45668A-E335-4A9A-A48B-9FB9902CFAEF}"/>
              </a:ext>
            </a:extLst>
          </p:cNvPr>
          <p:cNvSpPr>
            <a:spLocks xmlns:a="http://schemas.openxmlformats.org/drawingml/2006/main" noGrp="1"/>
          </p:cNvSpPr>
          <p:nvPr/>
        </p:nvSpPr>
        <p:spPr>
          <a:xfrm xmlns:a="http://schemas.openxmlformats.org/drawingml/2006/main">
            <a:off x="685800" y="876300"/>
            <a:ext cx="8239125"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582"/>
          </a:bodyPr>
          <a:lstStyle xmlns:a="http://schemas.openxmlformats.org/drawingml/2006/main">
            <a:defPPr algn="l">
              <a:defRPr sz="3900" b="1">
                <a:solidFill>
                  <a:srgbClr val="F5F8F4"/>
                </a:solidFill>
                <a:latin typeface="Segoe UI"/>
                <a:ea typeface="Segoe UI"/>
                <a:cs typeface="Segoe UI"/>
              </a:defRPr>
            </a:defPPr>
          </a:lstStyle>
          <a:p xmlns:a="http://schemas.openxmlformats.org/drawingml/2006/main">
            <a:pPr algn="l">
              <a:lnSpc>
                <a:spcPct val="101000"/>
              </a:lnSpc>
              <a:buNone/>
              <a:defRPr sz="3900" b="1">
                <a:solidFill>
                  <a:srgbClr val="F5F8F4"/>
                </a:solidFill>
                <a:latin typeface="Segoe UI"/>
                <a:ea typeface="Segoe UI"/>
                <a:cs typeface="Segoe UI"/>
              </a:defRPr>
            </a:pPr>
            <a:r>
              <a:rPr sz="3900" b="1">
                <a:solidFill>
                  <a:srgbClr val="F5F8F4"/>
                </a:solidFill>
                <a:latin typeface="Segoe UI"/>
                <a:ea typeface="Segoe UI"/>
                <a:cs typeface="Segoe UI"/>
              </a:rPr>
              <a:t>Ya hay producto.</a:t>
            </a:r>
          </a:p>
          <a:p xmlns:a="http://schemas.openxmlformats.org/drawingml/2006/main">
            <a:pPr algn="l">
              <a:lnSpc>
                <a:spcPct val="101000"/>
              </a:lnSpc>
              <a:buNone/>
              <a:defRPr sz="3900" b="1">
                <a:solidFill>
                  <a:srgbClr val="F5F8F4"/>
                </a:solidFill>
                <a:latin typeface="Segoe UI"/>
                <a:ea typeface="Segoe UI"/>
                <a:cs typeface="Segoe UI"/>
              </a:defRPr>
            </a:pPr>
            <a:r>
              <a:rPr sz="3900" b="1">
                <a:solidFill>
                  <a:srgbClr val="F5F8F4"/>
                </a:solidFill>
                <a:latin typeface="Segoe UI"/>
                <a:ea typeface="Segoe UI"/>
                <a:cs typeface="Segoe UI"/>
              </a:rPr>
              <a:t>Ahora toca probarlo.</a:t>
            </a:r>
          </a:p>
        </p:txBody>
      </p:sp>
      <p:sp>
        <p:nvSpPr>
          <p:cNvPr id="7" name="intro">
            <a:extLst xmlns:a="http://schemas.openxmlformats.org/drawingml/2006/main">
              <a:ext uri="{FF2B5EF4-FFF2-40B4-BE49-F238E27FC236}">
                <a16:creationId xmlns:a16="http://schemas.microsoft.com/office/drawing/2014/main" id="{D5D8F0C1-60EA-4DBA-89B5-786CF7AE6DFB}"/>
              </a:ext>
            </a:extLst>
          </p:cNvPr>
          <p:cNvSpPr>
            <a:spLocks xmlns:a="http://schemas.openxmlformats.org/drawingml/2006/main" noGrp="1"/>
          </p:cNvSpPr>
          <p:nvPr/>
        </p:nvSpPr>
        <p:spPr>
          <a:xfrm xmlns:a="http://schemas.openxmlformats.org/drawingml/2006/main">
            <a:off x="714375" y="2257425"/>
            <a:ext cx="9525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A8BAB0"/>
                </a:solidFill>
                <a:latin typeface="Segoe UI"/>
                <a:ea typeface="Segoe UI"/>
                <a:cs typeface="Segoe UI"/>
              </a:defRPr>
            </a:defPPr>
          </a:lstStyle>
          <a:p xmlns:a="http://schemas.openxmlformats.org/drawingml/2006/main">
            <a:pPr algn="l">
              <a:lnSpc>
                <a:spcPct val="101000"/>
              </a:lnSpc>
              <a:buNone/>
              <a:defRPr sz="1575" b="0">
                <a:solidFill>
                  <a:srgbClr val="A8BAB0"/>
                </a:solidFill>
                <a:latin typeface="Segoe UI"/>
                <a:ea typeface="Segoe UI"/>
                <a:cs typeface="Segoe UI"/>
              </a:defRPr>
            </a:pPr>
            <a:r>
              <a:rPr sz="1575" b="0">
                <a:solidFill>
                  <a:srgbClr val="A8BAB0"/>
                </a:solidFill>
                <a:latin typeface="Segoe UI"/>
                <a:ea typeface="Segoe UI"/>
                <a:cs typeface="Segoe UI"/>
              </a:rPr>
              <a:t>El capital aceleraría el paso desde código funcional hacia evidencia de uso y mercado.</a:t>
            </a:r>
          </a:p>
        </p:txBody>
      </p:sp>
      <p:sp>
        <p:nvSpPr>
          <p:cNvPr id="8" name="">
            <a:extLst xmlns:a="http://schemas.openxmlformats.org/drawingml/2006/main">
              <a:ext uri="{FF2B5EF4-FFF2-40B4-BE49-F238E27FC236}">
                <a16:creationId xmlns:a16="http://schemas.microsoft.com/office/drawing/2014/main" id="{93DFDC99-9214-4F8B-8EF0-10743749C31A}"/>
              </a:ext>
            </a:extLst>
          </p:cNvPr>
          <p:cNvSpPr>
            <a:spLocks xmlns:a="http://schemas.openxmlformats.org/drawingml/2006/main" noGrp="1"/>
          </p:cNvSpPr>
          <p:nvPr/>
        </p:nvSpPr>
        <p:spPr>
          <a:xfrm xmlns:a="http://schemas.openxmlformats.org/drawingml/2006/main">
            <a:off x="1476375" y="3733800"/>
            <a:ext cx="9191625" cy="28575"/>
          </a:xfrm>
          <a:prstGeom xmlns:a="http://schemas.openxmlformats.org/drawingml/2006/main" prst="rect">
            <a:avLst/>
          </a:prstGeom>
          <a:solidFill xmlns:a="http://schemas.openxmlformats.org/drawingml/2006/main">
            <a:srgbClr val="87D8AF">
              <a:alpha val="50000"/>
            </a:srgbClr>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D5EAC22-2726-488E-A99E-5952F041C0A8}"/>
              </a:ext>
            </a:extLst>
          </p:cNvPr>
          <p:cNvSpPr>
            <a:spLocks xmlns:a="http://schemas.openxmlformats.org/drawingml/2006/main" noGrp="1"/>
          </p:cNvSpPr>
          <p:nvPr/>
        </p:nvSpPr>
        <p:spPr>
          <a:xfrm xmlns:a="http://schemas.openxmlformats.org/drawingml/2006/main">
            <a:off x="1495425" y="3267075"/>
            <a:ext cx="914400" cy="914400"/>
          </a:xfrm>
          <a:prstGeom xmlns:a="http://schemas.openxmlformats.org/drawingml/2006/main" prst="ellipse">
            <a:avLst/>
          </a:prstGeom>
          <a:solidFill xmlns:a="http://schemas.openxmlformats.org/drawingml/2006/main">
            <a:srgbClr val="173628"/>
          </a:solidFill>
          <a:ln xmlns:a="http://schemas.openxmlformats.org/drawingml/2006/main" w="19050">
            <a:solidFill>
              <a:srgbClr val="B3E68F">
                <a:alpha val="85000"/>
              </a:srgbClr>
            </a:solidFill>
            <a:prstDash val="solid"/>
          </a:ln>
        </p:spPr>
      </p:sp>
      <p:sp>
        <p:nvSpPr>
          <p:cNvPr id="10" name="stage-n0">
            <a:extLst xmlns:a="http://schemas.openxmlformats.org/drawingml/2006/main">
              <a:ext uri="{FF2B5EF4-FFF2-40B4-BE49-F238E27FC236}">
                <a16:creationId xmlns:a16="http://schemas.microsoft.com/office/drawing/2014/main" id="{9E6F69E2-CA8F-40D2-86D2-DC504B9099E1}"/>
              </a:ext>
            </a:extLst>
          </p:cNvPr>
          <p:cNvSpPr>
            <a:spLocks xmlns:a="http://schemas.openxmlformats.org/drawingml/2006/main" noGrp="1"/>
          </p:cNvSpPr>
          <p:nvPr/>
        </p:nvSpPr>
        <p:spPr>
          <a:xfrm xmlns:a="http://schemas.openxmlformats.org/drawingml/2006/main">
            <a:off x="1657350" y="3476625"/>
            <a:ext cx="600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D4F46D"/>
                </a:solidFill>
                <a:latin typeface="Segoe UI"/>
                <a:ea typeface="Segoe UI"/>
                <a:cs typeface="Segoe UI"/>
              </a:defRPr>
            </a:defPPr>
          </a:lstStyle>
          <a:p xmlns:a="http://schemas.openxmlformats.org/drawingml/2006/main">
            <a:pPr algn="ctr">
              <a:lnSpc>
                <a:spcPct val="101000"/>
              </a:lnSpc>
              <a:buNone/>
              <a:defRPr sz="2250" b="1">
                <a:solidFill>
                  <a:srgbClr val="D4F46D"/>
                </a:solidFill>
                <a:latin typeface="Segoe UI"/>
                <a:ea typeface="Segoe UI"/>
                <a:cs typeface="Segoe UI"/>
              </a:defRPr>
            </a:pPr>
            <a:r>
              <a:rPr sz="2250" b="1">
                <a:solidFill>
                  <a:srgbClr val="D4F46D"/>
                </a:solidFill>
                <a:latin typeface="Segoe UI"/>
                <a:ea typeface="Segoe UI"/>
                <a:cs typeface="Segoe UI"/>
              </a:rPr>
              <a:t>01</a:t>
            </a:r>
          </a:p>
        </p:txBody>
      </p:sp>
      <p:sp>
        <p:nvSpPr>
          <p:cNvPr id="11" name="stage-h0">
            <a:extLst xmlns:a="http://schemas.openxmlformats.org/drawingml/2006/main">
              <a:ext uri="{FF2B5EF4-FFF2-40B4-BE49-F238E27FC236}">
                <a16:creationId xmlns:a16="http://schemas.microsoft.com/office/drawing/2014/main" id="{1C40A9A3-F128-4F2A-AE07-5FB9F9FA190F}"/>
              </a:ext>
            </a:extLst>
          </p:cNvPr>
          <p:cNvSpPr>
            <a:spLocks xmlns:a="http://schemas.openxmlformats.org/drawingml/2006/main" noGrp="1"/>
          </p:cNvSpPr>
          <p:nvPr/>
        </p:nvSpPr>
        <p:spPr>
          <a:xfrm xmlns:a="http://schemas.openxmlformats.org/drawingml/2006/main">
            <a:off x="876300" y="4438650"/>
            <a:ext cx="2190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950" b="1">
                <a:solidFill>
                  <a:srgbClr val="F5F8F4"/>
                </a:solidFill>
                <a:latin typeface="Segoe UI"/>
                <a:ea typeface="Segoe UI"/>
                <a:cs typeface="Segoe UI"/>
              </a:defRPr>
            </a:defPPr>
          </a:lstStyle>
          <a:p xmlns:a="http://schemas.openxmlformats.org/drawingml/2006/main">
            <a:pPr algn="ctr">
              <a:lnSpc>
                <a:spcPct val="101000"/>
              </a:lnSpc>
              <a:buNone/>
              <a:defRPr sz="1950" b="1">
                <a:solidFill>
                  <a:srgbClr val="F5F8F4"/>
                </a:solidFill>
                <a:latin typeface="Segoe UI"/>
                <a:ea typeface="Segoe UI"/>
                <a:cs typeface="Segoe UI"/>
              </a:defRPr>
            </a:pPr>
            <a:r>
              <a:rPr sz="1950" b="1">
                <a:solidFill>
                  <a:srgbClr val="F5F8F4"/>
                </a:solidFill>
                <a:latin typeface="Segoe UI"/>
                <a:ea typeface="Segoe UI"/>
                <a:cs typeface="Segoe UI"/>
              </a:rPr>
              <a:t>Construido</a:t>
            </a:r>
          </a:p>
        </p:txBody>
      </p:sp>
      <p:sp>
        <p:nvSpPr>
          <p:cNvPr id="12" name="stage-b0">
            <a:extLst xmlns:a="http://schemas.openxmlformats.org/drawingml/2006/main">
              <a:ext uri="{FF2B5EF4-FFF2-40B4-BE49-F238E27FC236}">
                <a16:creationId xmlns:a16="http://schemas.microsoft.com/office/drawing/2014/main" id="{9BCD4DE0-8CFE-4D9C-BD10-441C8E34BF2E}"/>
              </a:ext>
            </a:extLst>
          </p:cNvPr>
          <p:cNvSpPr>
            <a:spLocks xmlns:a="http://schemas.openxmlformats.org/drawingml/2006/main" noGrp="1"/>
          </p:cNvSpPr>
          <p:nvPr/>
        </p:nvSpPr>
        <p:spPr>
          <a:xfrm xmlns:a="http://schemas.openxmlformats.org/drawingml/2006/main">
            <a:off x="762000" y="4924425"/>
            <a:ext cx="24098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0">
                <a:solidFill>
                  <a:srgbClr val="A8BAB0"/>
                </a:solidFill>
                <a:latin typeface="Segoe UI"/>
                <a:ea typeface="Segoe UI"/>
                <a:cs typeface="Segoe UI"/>
              </a:defRPr>
            </a:defPPr>
          </a:lstStyle>
          <a:p xmlns:a="http://schemas.openxmlformats.org/drawingml/2006/main">
            <a:pPr algn="ctr">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iOS nativo · Apple Salud · diario · índices personales</a:t>
            </a:r>
          </a:p>
        </p:txBody>
      </p:sp>
      <p:sp>
        <p:nvSpPr>
          <p:cNvPr id="13" name="">
            <a:extLst xmlns:a="http://schemas.openxmlformats.org/drawingml/2006/main">
              <a:ext uri="{FF2B5EF4-FFF2-40B4-BE49-F238E27FC236}">
                <a16:creationId xmlns:a16="http://schemas.microsoft.com/office/drawing/2014/main" id="{D1DC4F6F-58ED-4454-A3A6-29ADFFF1C6D8}"/>
              </a:ext>
            </a:extLst>
          </p:cNvPr>
          <p:cNvSpPr>
            <a:spLocks xmlns:a="http://schemas.openxmlformats.org/drawingml/2006/main" noGrp="1"/>
          </p:cNvSpPr>
          <p:nvPr/>
        </p:nvSpPr>
        <p:spPr>
          <a:xfrm xmlns:a="http://schemas.openxmlformats.org/drawingml/2006/main">
            <a:off x="5076825" y="3267075"/>
            <a:ext cx="914400" cy="914400"/>
          </a:xfrm>
          <a:prstGeom xmlns:a="http://schemas.openxmlformats.org/drawingml/2006/main" prst="ellipse">
            <a:avLst/>
          </a:prstGeom>
          <a:solidFill xmlns:a="http://schemas.openxmlformats.org/drawingml/2006/main">
            <a:srgbClr val="173628"/>
          </a:solidFill>
          <a:ln xmlns:a="http://schemas.openxmlformats.org/drawingml/2006/main" w="19050">
            <a:solidFill>
              <a:srgbClr val="B3E68F">
                <a:alpha val="85000"/>
              </a:srgbClr>
            </a:solidFill>
            <a:prstDash val="solid"/>
          </a:ln>
        </p:spPr>
      </p:sp>
      <p:sp>
        <p:nvSpPr>
          <p:cNvPr id="14" name="stage-n1">
            <a:extLst xmlns:a="http://schemas.openxmlformats.org/drawingml/2006/main">
              <a:ext uri="{FF2B5EF4-FFF2-40B4-BE49-F238E27FC236}">
                <a16:creationId xmlns:a16="http://schemas.microsoft.com/office/drawing/2014/main" id="{F11678FA-8864-4D53-A512-C6977A15CE4A}"/>
              </a:ext>
            </a:extLst>
          </p:cNvPr>
          <p:cNvSpPr>
            <a:spLocks xmlns:a="http://schemas.openxmlformats.org/drawingml/2006/main" noGrp="1"/>
          </p:cNvSpPr>
          <p:nvPr/>
        </p:nvSpPr>
        <p:spPr>
          <a:xfrm xmlns:a="http://schemas.openxmlformats.org/drawingml/2006/main">
            <a:off x="5238750" y="3476625"/>
            <a:ext cx="600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D4F46D"/>
                </a:solidFill>
                <a:latin typeface="Segoe UI"/>
                <a:ea typeface="Segoe UI"/>
                <a:cs typeface="Segoe UI"/>
              </a:defRPr>
            </a:defPPr>
          </a:lstStyle>
          <a:p xmlns:a="http://schemas.openxmlformats.org/drawingml/2006/main">
            <a:pPr algn="ctr">
              <a:lnSpc>
                <a:spcPct val="101000"/>
              </a:lnSpc>
              <a:buNone/>
              <a:defRPr sz="2250" b="1">
                <a:solidFill>
                  <a:srgbClr val="D4F46D"/>
                </a:solidFill>
                <a:latin typeface="Segoe UI"/>
                <a:ea typeface="Segoe UI"/>
                <a:cs typeface="Segoe UI"/>
              </a:defRPr>
            </a:pPr>
            <a:r>
              <a:rPr sz="2250" b="1">
                <a:solidFill>
                  <a:srgbClr val="D4F46D"/>
                </a:solidFill>
                <a:latin typeface="Segoe UI"/>
                <a:ea typeface="Segoe UI"/>
                <a:cs typeface="Segoe UI"/>
              </a:rPr>
              <a:t>02</a:t>
            </a:r>
          </a:p>
        </p:txBody>
      </p:sp>
      <p:sp>
        <p:nvSpPr>
          <p:cNvPr id="15" name="stage-h1">
            <a:extLst xmlns:a="http://schemas.openxmlformats.org/drawingml/2006/main">
              <a:ext uri="{FF2B5EF4-FFF2-40B4-BE49-F238E27FC236}">
                <a16:creationId xmlns:a16="http://schemas.microsoft.com/office/drawing/2014/main" id="{1D7CC6E0-1054-49CD-8938-692638F97DCB}"/>
              </a:ext>
            </a:extLst>
          </p:cNvPr>
          <p:cNvSpPr>
            <a:spLocks xmlns:a="http://schemas.openxmlformats.org/drawingml/2006/main" noGrp="1"/>
          </p:cNvSpPr>
          <p:nvPr/>
        </p:nvSpPr>
        <p:spPr>
          <a:xfrm xmlns:a="http://schemas.openxmlformats.org/drawingml/2006/main">
            <a:off x="4457700" y="4438650"/>
            <a:ext cx="2190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950" b="1">
                <a:solidFill>
                  <a:srgbClr val="F5F8F4"/>
                </a:solidFill>
                <a:latin typeface="Segoe UI"/>
                <a:ea typeface="Segoe UI"/>
                <a:cs typeface="Segoe UI"/>
              </a:defRPr>
            </a:defPPr>
          </a:lstStyle>
          <a:p xmlns:a="http://schemas.openxmlformats.org/drawingml/2006/main">
            <a:pPr algn="ctr">
              <a:lnSpc>
                <a:spcPct val="101000"/>
              </a:lnSpc>
              <a:buNone/>
              <a:defRPr sz="1950" b="1">
                <a:solidFill>
                  <a:srgbClr val="F5F8F4"/>
                </a:solidFill>
                <a:latin typeface="Segoe UI"/>
                <a:ea typeface="Segoe UI"/>
                <a:cs typeface="Segoe UI"/>
              </a:defRPr>
            </a:pPr>
            <a:r>
              <a:rPr sz="1950" b="1">
                <a:solidFill>
                  <a:srgbClr val="F5F8F4"/>
                </a:solidFill>
                <a:latin typeface="Segoe UI"/>
                <a:ea typeface="Segoe UI"/>
                <a:cs typeface="Segoe UI"/>
              </a:rPr>
              <a:t>En verificación</a:t>
            </a:r>
          </a:p>
        </p:txBody>
      </p:sp>
      <p:sp>
        <p:nvSpPr>
          <p:cNvPr id="16" name="stage-b1">
            <a:extLst xmlns:a="http://schemas.openxmlformats.org/drawingml/2006/main">
              <a:ext uri="{FF2B5EF4-FFF2-40B4-BE49-F238E27FC236}">
                <a16:creationId xmlns:a16="http://schemas.microsoft.com/office/drawing/2014/main" id="{0F97CC31-1AF3-4746-B80A-99BEC16B2B62}"/>
              </a:ext>
            </a:extLst>
          </p:cNvPr>
          <p:cNvSpPr>
            <a:spLocks xmlns:a="http://schemas.openxmlformats.org/drawingml/2006/main" noGrp="1"/>
          </p:cNvSpPr>
          <p:nvPr/>
        </p:nvSpPr>
        <p:spPr>
          <a:xfrm xmlns:a="http://schemas.openxmlformats.org/drawingml/2006/main">
            <a:off x="4343400" y="4924425"/>
            <a:ext cx="24098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0">
                <a:solidFill>
                  <a:srgbClr val="A8BAB0"/>
                </a:solidFill>
                <a:latin typeface="Segoe UI"/>
                <a:ea typeface="Segoe UI"/>
                <a:cs typeface="Segoe UI"/>
              </a:defRPr>
            </a:defPPr>
          </a:lstStyle>
          <a:p xmlns:a="http://schemas.openxmlformats.org/drawingml/2006/main">
            <a:pPr algn="ctr">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Compilación y QA en iPhone · Coach · piloto con usuarios</a:t>
            </a:r>
          </a:p>
        </p:txBody>
      </p:sp>
      <p:sp>
        <p:nvSpPr>
          <p:cNvPr id="17" name="">
            <a:extLst xmlns:a="http://schemas.openxmlformats.org/drawingml/2006/main">
              <a:ext uri="{FF2B5EF4-FFF2-40B4-BE49-F238E27FC236}">
                <a16:creationId xmlns:a16="http://schemas.microsoft.com/office/drawing/2014/main" id="{6BE7641E-4EE0-4B21-8260-148568CE7905}"/>
              </a:ext>
            </a:extLst>
          </p:cNvPr>
          <p:cNvSpPr>
            <a:spLocks xmlns:a="http://schemas.openxmlformats.org/drawingml/2006/main" noGrp="1"/>
          </p:cNvSpPr>
          <p:nvPr/>
        </p:nvSpPr>
        <p:spPr>
          <a:xfrm xmlns:a="http://schemas.openxmlformats.org/drawingml/2006/main">
            <a:off x="8658225" y="3267075"/>
            <a:ext cx="914400" cy="914400"/>
          </a:xfrm>
          <a:prstGeom xmlns:a="http://schemas.openxmlformats.org/drawingml/2006/main" prst="ellipse">
            <a:avLst/>
          </a:prstGeom>
          <a:solidFill xmlns:a="http://schemas.openxmlformats.org/drawingml/2006/main">
            <a:srgbClr val="173628"/>
          </a:solidFill>
          <a:ln xmlns:a="http://schemas.openxmlformats.org/drawingml/2006/main" w="19050">
            <a:solidFill>
              <a:srgbClr val="B3E68F">
                <a:alpha val="85000"/>
              </a:srgbClr>
            </a:solidFill>
            <a:prstDash val="solid"/>
          </a:ln>
        </p:spPr>
      </p:sp>
      <p:sp>
        <p:nvSpPr>
          <p:cNvPr id="18" name="stage-n2">
            <a:extLst xmlns:a="http://schemas.openxmlformats.org/drawingml/2006/main">
              <a:ext uri="{FF2B5EF4-FFF2-40B4-BE49-F238E27FC236}">
                <a16:creationId xmlns:a16="http://schemas.microsoft.com/office/drawing/2014/main" id="{89573416-8ED0-497D-9732-0E8C66FA2D7F}"/>
              </a:ext>
            </a:extLst>
          </p:cNvPr>
          <p:cNvSpPr>
            <a:spLocks xmlns:a="http://schemas.openxmlformats.org/drawingml/2006/main" noGrp="1"/>
          </p:cNvSpPr>
          <p:nvPr/>
        </p:nvSpPr>
        <p:spPr>
          <a:xfrm xmlns:a="http://schemas.openxmlformats.org/drawingml/2006/main">
            <a:off x="8820150" y="3476625"/>
            <a:ext cx="600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D4F46D"/>
                </a:solidFill>
                <a:latin typeface="Segoe UI"/>
                <a:ea typeface="Segoe UI"/>
                <a:cs typeface="Segoe UI"/>
              </a:defRPr>
            </a:defPPr>
          </a:lstStyle>
          <a:p xmlns:a="http://schemas.openxmlformats.org/drawingml/2006/main">
            <a:pPr algn="ctr">
              <a:lnSpc>
                <a:spcPct val="101000"/>
              </a:lnSpc>
              <a:buNone/>
              <a:defRPr sz="2250" b="1">
                <a:solidFill>
                  <a:srgbClr val="D4F46D"/>
                </a:solidFill>
                <a:latin typeface="Segoe UI"/>
                <a:ea typeface="Segoe UI"/>
                <a:cs typeface="Segoe UI"/>
              </a:defRPr>
            </a:pPr>
            <a:r>
              <a:rPr sz="2250" b="1">
                <a:solidFill>
                  <a:srgbClr val="D4F46D"/>
                </a:solidFill>
                <a:latin typeface="Segoe UI"/>
                <a:ea typeface="Segoe UI"/>
                <a:cs typeface="Segoe UI"/>
              </a:rPr>
              <a:t>03</a:t>
            </a:r>
          </a:p>
        </p:txBody>
      </p:sp>
      <p:sp>
        <p:nvSpPr>
          <p:cNvPr id="19" name="stage-h2">
            <a:extLst xmlns:a="http://schemas.openxmlformats.org/drawingml/2006/main">
              <a:ext uri="{FF2B5EF4-FFF2-40B4-BE49-F238E27FC236}">
                <a16:creationId xmlns:a16="http://schemas.microsoft.com/office/drawing/2014/main" id="{A23FAE66-66D5-4DD5-95B4-97E579811ED1}"/>
              </a:ext>
            </a:extLst>
          </p:cNvPr>
          <p:cNvSpPr>
            <a:spLocks xmlns:a="http://schemas.openxmlformats.org/drawingml/2006/main" noGrp="1"/>
          </p:cNvSpPr>
          <p:nvPr/>
        </p:nvSpPr>
        <p:spPr>
          <a:xfrm xmlns:a="http://schemas.openxmlformats.org/drawingml/2006/main">
            <a:off x="8039100" y="4438650"/>
            <a:ext cx="2190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950" b="1">
                <a:solidFill>
                  <a:srgbClr val="F5F8F4"/>
                </a:solidFill>
                <a:latin typeface="Segoe UI"/>
                <a:ea typeface="Segoe UI"/>
                <a:cs typeface="Segoe UI"/>
              </a:defRPr>
            </a:defPPr>
          </a:lstStyle>
          <a:p xmlns:a="http://schemas.openxmlformats.org/drawingml/2006/main">
            <a:pPr algn="ctr">
              <a:lnSpc>
                <a:spcPct val="101000"/>
              </a:lnSpc>
              <a:buNone/>
              <a:defRPr sz="1950" b="1">
                <a:solidFill>
                  <a:srgbClr val="F5F8F4"/>
                </a:solidFill>
                <a:latin typeface="Segoe UI"/>
                <a:ea typeface="Segoe UI"/>
                <a:cs typeface="Segoe UI"/>
              </a:defRPr>
            </a:pPr>
            <a:r>
              <a:rPr sz="1950" b="1">
                <a:solidFill>
                  <a:srgbClr val="F5F8F4"/>
                </a:solidFill>
                <a:latin typeface="Segoe UI"/>
                <a:ea typeface="Segoe UI"/>
                <a:cs typeface="Segoe UI"/>
              </a:rPr>
              <a:t>Para crecer</a:t>
            </a:r>
          </a:p>
        </p:txBody>
      </p:sp>
      <p:sp>
        <p:nvSpPr>
          <p:cNvPr id="20" name="stage-b2">
            <a:extLst xmlns:a="http://schemas.openxmlformats.org/drawingml/2006/main">
              <a:ext uri="{FF2B5EF4-FFF2-40B4-BE49-F238E27FC236}">
                <a16:creationId xmlns:a16="http://schemas.microsoft.com/office/drawing/2014/main" id="{FFEE94C9-0480-4D13-91FE-3D5482A31CEE}"/>
              </a:ext>
            </a:extLst>
          </p:cNvPr>
          <p:cNvSpPr>
            <a:spLocks xmlns:a="http://schemas.openxmlformats.org/drawingml/2006/main" noGrp="1"/>
          </p:cNvSpPr>
          <p:nvPr/>
        </p:nvSpPr>
        <p:spPr>
          <a:xfrm xmlns:a="http://schemas.openxmlformats.org/drawingml/2006/main">
            <a:off x="7924800" y="4924425"/>
            <a:ext cx="24098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0">
                <a:solidFill>
                  <a:srgbClr val="A8BAB0"/>
                </a:solidFill>
                <a:latin typeface="Segoe UI"/>
                <a:ea typeface="Segoe UI"/>
                <a:cs typeface="Segoe UI"/>
              </a:defRPr>
            </a:defPPr>
          </a:lstStyle>
          <a:p xmlns:a="http://schemas.openxmlformats.org/drawingml/2006/main">
            <a:pPr algn="ctr">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Distribución, precios y demanda en Latinoamérica</a:t>
            </a:r>
          </a:p>
        </p:txBody>
      </p:sp>
    </p:spTree>
    <p:extLst>
      <p:ext uri="{BB962C8B-B14F-4D97-AF65-F5344CB8AC3E}">
        <p14:creationId xmlns:p14="http://schemas.microsoft.com/office/powerpoint/2010/main" val="198314509"/>
      </p:ext>
    </p:extLst>
  </p:cSld>
</p:sld>
</file>

<file path=ppt/slides/slide11.xml><?xml version="1.0" encoding="utf-8"?>
<p:sld xmlns:p="http://schemas.openxmlformats.org/presentationml/2006/main">
  <p:cSld>
    <p:bg>
      <p:bgPr>
        <a:solidFill xmlns:a="http://schemas.openxmlformats.org/drawingml/2006/main">
          <a:srgbClr val="06110F"/>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E7091828-2E6B-4C3E-935C-4D845F8390DF}"/>
              </a:ext>
            </a:extLst>
          </p:cNvPr>
          <p:cNvPicPr>
            <a:picLocks xmlns:a="http://schemas.openxmlformats.org/drawingml/2006/main" noChangeAspect="1"/>
          </p:cNvPicPr>
          <p:nvPr/>
        </p:nvPicPr>
        <p:blipFill>
          <a:blip xmlns:r="http://schemas.openxmlformats.org/officeDocument/2006/relationships" xmlns:a="http://schemas.openxmlformats.org/drawingml/2006/main" r:embed="R89a47b4a7be3464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5B1D4BAB-BBCD-4BC1-B6F1-CA810D53840E}"/>
              </a:ext>
            </a:extLst>
          </p:cNvPr>
          <p:cNvSpPr>
            <a:spLocks xmlns:a="http://schemas.openxmlformats.org/drawingml/2006/main" noGrp="1"/>
          </p:cNvSpPr>
          <p:nvPr/>
        </p:nvSpPr>
        <p:spPr>
          <a:xfrm xmlns:a="http://schemas.openxmlformats.org/drawingml/2006/main">
            <a:off x="666750" y="2857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74E3C1"/>
                </a:solidFill>
                <a:latin typeface="Segoe UI"/>
                <a:ea typeface="Segoe UI"/>
                <a:cs typeface="Segoe UI"/>
              </a:defRPr>
            </a:defPPr>
          </a:lstStyle>
          <a:p xmlns:a="http://schemas.openxmlformats.org/drawingml/2006/main">
            <a:pPr algn="l">
              <a:lnSpc>
                <a:spcPct val="101000"/>
              </a:lnSpc>
              <a:buNone/>
              <a:defRPr sz="1275" b="1">
                <a:solidFill>
                  <a:srgbClr val="74E3C1"/>
                </a:solidFill>
                <a:latin typeface="Segoe UI"/>
                <a:ea typeface="Segoe UI"/>
                <a:cs typeface="Segoe UI"/>
              </a:defRPr>
            </a:pPr>
            <a:r>
              <a:rPr sz="1275" b="1">
                <a:solidFill>
                  <a:srgbClr val="74E3C1"/>
                </a:solidFill>
                <a:latin typeface="Segoe UI"/>
                <a:ea typeface="Segoe UI"/>
                <a:cs typeface="Segoe UI"/>
              </a:rPr>
              <a:t>BIOPULSE</a:t>
            </a:r>
          </a:p>
        </p:txBody>
      </p:sp>
      <p:sp>
        <p:nvSpPr>
          <p:cNvPr id="3" name="section">
            <a:extLst xmlns:a="http://schemas.openxmlformats.org/drawingml/2006/main">
              <a:ext uri="{FF2B5EF4-FFF2-40B4-BE49-F238E27FC236}">
                <a16:creationId xmlns:a16="http://schemas.microsoft.com/office/drawing/2014/main" id="{49671520-A3AE-4A38-9FF6-C5FA26923B96}"/>
              </a:ext>
            </a:extLst>
          </p:cNvPr>
          <p:cNvSpPr>
            <a:spLocks xmlns:a="http://schemas.openxmlformats.org/drawingml/2006/main" noGrp="1"/>
          </p:cNvSpPr>
          <p:nvPr/>
        </p:nvSpPr>
        <p:spPr>
          <a:xfrm xmlns:a="http://schemas.openxmlformats.org/drawingml/2006/main">
            <a:off x="7905750" y="285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98077"/>
                </a:solidFill>
                <a:latin typeface="Segoe UI"/>
                <a:ea typeface="Segoe UI"/>
                <a:cs typeface="Segoe UI"/>
              </a:defRPr>
            </a:defPPr>
          </a:lstStyle>
          <a:p xmlns:a="http://schemas.openxmlformats.org/drawingml/2006/main">
            <a:pPr algn="r">
              <a:lnSpc>
                <a:spcPct val="101000"/>
              </a:lnSpc>
              <a:buNone/>
              <a:defRPr sz="900" b="1">
                <a:solidFill>
                  <a:srgbClr val="698077"/>
                </a:solidFill>
                <a:latin typeface="Segoe UI"/>
                <a:ea typeface="Segoe UI"/>
                <a:cs typeface="Segoe UI"/>
              </a:defRPr>
            </a:pPr>
            <a:r>
              <a:rPr sz="900" b="1">
                <a:solidFill>
                  <a:srgbClr val="698077"/>
                </a:solidFill>
                <a:latin typeface="Segoe UI"/>
                <a:ea typeface="Segoe UI"/>
                <a:cs typeface="Segoe UI"/>
              </a:rPr>
              <a:t>EQUIPO E INVERSIÓN</a:t>
            </a:r>
          </a:p>
        </p:txBody>
      </p:sp>
      <p:sp>
        <p:nvSpPr>
          <p:cNvPr id="4" name="">
            <a:extLst xmlns:a="http://schemas.openxmlformats.org/drawingml/2006/main">
              <a:ext uri="{FF2B5EF4-FFF2-40B4-BE49-F238E27FC236}">
                <a16:creationId xmlns:a16="http://schemas.microsoft.com/office/drawing/2014/main" id="{9EB0B589-F1BC-4BA6-9D94-6435900C15A6}"/>
              </a:ext>
            </a:extLst>
          </p:cNvPr>
          <p:cNvSpPr>
            <a:spLocks xmlns:a="http://schemas.openxmlformats.org/drawingml/2006/main" noGrp="1"/>
          </p:cNvSpPr>
          <p:nvPr/>
        </p:nvSpPr>
        <p:spPr>
          <a:xfrm xmlns:a="http://schemas.openxmlformats.org/drawingml/2006/main">
            <a:off x="666750" y="6429375"/>
            <a:ext cx="10858500" cy="9525"/>
          </a:xfrm>
          <a:prstGeom xmlns:a="http://schemas.openxmlformats.org/drawingml/2006/main" prst="rect">
            <a:avLst/>
          </a:prstGeom>
          <a:solidFill xmlns:a="http://schemas.openxmlformats.org/drawingml/2006/main">
            <a:srgbClr val="294138"/>
          </a:solidFill>
          <a:ln xmlns:a="http://schemas.openxmlformats.org/drawingml/2006/main" w="0">
            <a:noFill/>
            <a:prstDash val="solid"/>
          </a:ln>
        </p:spPr>
      </p:sp>
      <p:sp>
        <p:nvSpPr>
          <p:cNvPr id="5" name="page">
            <a:extLst xmlns:a="http://schemas.openxmlformats.org/drawingml/2006/main">
              <a:ext uri="{FF2B5EF4-FFF2-40B4-BE49-F238E27FC236}">
                <a16:creationId xmlns:a16="http://schemas.microsoft.com/office/drawing/2014/main" id="{DFD813DB-F5A7-46D4-97A6-C299B718946C}"/>
              </a:ext>
            </a:extLst>
          </p:cNvPr>
          <p:cNvSpPr>
            <a:spLocks xmlns:a="http://schemas.openxmlformats.org/drawingml/2006/main" noGrp="1"/>
          </p:cNvSpPr>
          <p:nvPr/>
        </p:nvSpPr>
        <p:spPr>
          <a:xfrm xmlns:a="http://schemas.openxmlformats.org/drawingml/2006/main">
            <a:off x="10525125" y="649605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698077"/>
                </a:solidFill>
                <a:latin typeface="Segoe UI"/>
                <a:ea typeface="Segoe UI"/>
                <a:cs typeface="Segoe UI"/>
              </a:defRPr>
            </a:defPPr>
          </a:lstStyle>
          <a:p xmlns:a="http://schemas.openxmlformats.org/drawingml/2006/main">
            <a:pPr algn="r">
              <a:lnSpc>
                <a:spcPct val="101000"/>
              </a:lnSpc>
              <a:buNone/>
              <a:defRPr sz="825" b="1">
                <a:solidFill>
                  <a:srgbClr val="698077"/>
                </a:solidFill>
                <a:latin typeface="Segoe UI"/>
                <a:ea typeface="Segoe UI"/>
                <a:cs typeface="Segoe UI"/>
              </a:defRPr>
            </a:pPr>
            <a:r>
              <a:rPr sz="825" b="1">
                <a:solidFill>
                  <a:srgbClr val="698077"/>
                </a:solidFill>
                <a:latin typeface="Segoe UI"/>
                <a:ea typeface="Segoe UI"/>
                <a:cs typeface="Segoe UI"/>
              </a:rPr>
              <a:t>11 / 12</a:t>
            </a:r>
          </a:p>
        </p:txBody>
      </p:sp>
      <p:sp>
        <p:nvSpPr>
          <p:cNvPr id="6" name="headline">
            <a:extLst xmlns:a="http://schemas.openxmlformats.org/drawingml/2006/main">
              <a:ext uri="{FF2B5EF4-FFF2-40B4-BE49-F238E27FC236}">
                <a16:creationId xmlns:a16="http://schemas.microsoft.com/office/drawing/2014/main" id="{EEC1CB91-961A-4790-BC64-4ACB7B8597C0}"/>
              </a:ext>
            </a:extLst>
          </p:cNvPr>
          <p:cNvSpPr>
            <a:spLocks xmlns:a="http://schemas.openxmlformats.org/drawingml/2006/main" noGrp="1"/>
          </p:cNvSpPr>
          <p:nvPr/>
        </p:nvSpPr>
        <p:spPr>
          <a:xfrm xmlns:a="http://schemas.openxmlformats.org/drawingml/2006/main">
            <a:off x="685800" y="876300"/>
            <a:ext cx="809625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582"/>
          </a:bodyPr>
          <a:lstStyle xmlns:a="http://schemas.openxmlformats.org/drawingml/2006/main">
            <a:defPPr algn="l">
              <a:defRPr sz="3900" b="1">
                <a:solidFill>
                  <a:srgbClr val="F5F8F4"/>
                </a:solidFill>
                <a:latin typeface="Segoe UI"/>
                <a:ea typeface="Segoe UI"/>
                <a:cs typeface="Segoe UI"/>
              </a:defRPr>
            </a:defPPr>
          </a:lstStyle>
          <a:p xmlns:a="http://schemas.openxmlformats.org/drawingml/2006/main">
            <a:pPr algn="l">
              <a:lnSpc>
                <a:spcPct val="101000"/>
              </a:lnSpc>
              <a:buNone/>
              <a:defRPr sz="3900" b="1">
                <a:solidFill>
                  <a:srgbClr val="F5F8F4"/>
                </a:solidFill>
                <a:latin typeface="Segoe UI"/>
                <a:ea typeface="Segoe UI"/>
                <a:cs typeface="Segoe UI"/>
              </a:defRPr>
            </a:pPr>
            <a:r>
              <a:rPr sz="3900" b="1">
                <a:solidFill>
                  <a:srgbClr val="F5F8F4"/>
                </a:solidFill>
                <a:latin typeface="Segoe UI"/>
                <a:ea typeface="Segoe UI"/>
                <a:cs typeface="Segoe UI"/>
              </a:rPr>
              <a:t>Tres estudiantes.</a:t>
            </a:r>
          </a:p>
          <a:p xmlns:a="http://schemas.openxmlformats.org/drawingml/2006/main">
            <a:pPr algn="l">
              <a:lnSpc>
                <a:spcPct val="101000"/>
              </a:lnSpc>
              <a:buNone/>
              <a:defRPr sz="3900" b="1">
                <a:solidFill>
                  <a:srgbClr val="F5F8F4"/>
                </a:solidFill>
                <a:latin typeface="Segoe UI"/>
                <a:ea typeface="Segoe UI"/>
                <a:cs typeface="Segoe UI"/>
              </a:defRPr>
            </a:pPr>
            <a:r>
              <a:rPr sz="3900" b="1">
                <a:solidFill>
                  <a:srgbClr val="F5F8F4"/>
                </a:solidFill>
                <a:latin typeface="Segoe UI"/>
                <a:ea typeface="Segoe UI"/>
                <a:cs typeface="Segoe UI"/>
              </a:rPr>
              <a:t>Una oportunidad concreta.</a:t>
            </a:r>
          </a:p>
        </p:txBody>
      </p:sp>
      <p:sp>
        <p:nvSpPr>
          <p:cNvPr id="7" name="team-label">
            <a:extLst xmlns:a="http://schemas.openxmlformats.org/drawingml/2006/main">
              <a:ext uri="{FF2B5EF4-FFF2-40B4-BE49-F238E27FC236}">
                <a16:creationId xmlns:a16="http://schemas.microsoft.com/office/drawing/2014/main" id="{30DCAEC6-4D49-445E-A3DA-F144F7B7CEE1}"/>
              </a:ext>
            </a:extLst>
          </p:cNvPr>
          <p:cNvSpPr>
            <a:spLocks xmlns:a="http://schemas.openxmlformats.org/drawingml/2006/main" noGrp="1"/>
          </p:cNvSpPr>
          <p:nvPr/>
        </p:nvSpPr>
        <p:spPr>
          <a:xfrm xmlns:a="http://schemas.openxmlformats.org/drawingml/2006/main">
            <a:off x="714375" y="2466975"/>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74E3C1"/>
                </a:solidFill>
                <a:latin typeface="Segoe UI"/>
                <a:ea typeface="Segoe UI"/>
                <a:cs typeface="Segoe UI"/>
              </a:defRPr>
            </a:defPPr>
          </a:lstStyle>
          <a:p xmlns:a="http://schemas.openxmlformats.org/drawingml/2006/main">
            <a:pPr algn="l">
              <a:lnSpc>
                <a:spcPct val="101000"/>
              </a:lnSpc>
              <a:buNone/>
              <a:defRPr sz="975" b="1">
                <a:solidFill>
                  <a:srgbClr val="74E3C1"/>
                </a:solidFill>
                <a:latin typeface="Segoe UI"/>
                <a:ea typeface="Segoe UI"/>
                <a:cs typeface="Segoe UI"/>
              </a:defRPr>
            </a:pPr>
            <a:r>
              <a:rPr sz="975" b="1">
                <a:solidFill>
                  <a:srgbClr val="74E3C1"/>
                </a:solidFill>
                <a:latin typeface="Segoe UI"/>
                <a:ea typeface="Segoe UI"/>
                <a:cs typeface="Segoe UI"/>
              </a:rPr>
              <a:t>EQUIPO BIOPULSE</a:t>
            </a:r>
          </a:p>
        </p:txBody>
      </p:sp>
      <p:sp>
        <p:nvSpPr>
          <p:cNvPr id="8" name="team">
            <a:extLst xmlns:a="http://schemas.openxmlformats.org/drawingml/2006/main">
              <a:ext uri="{FF2B5EF4-FFF2-40B4-BE49-F238E27FC236}">
                <a16:creationId xmlns:a16="http://schemas.microsoft.com/office/drawing/2014/main" id="{B5744264-EE21-45C4-92AD-507242B0CA4F}"/>
              </a:ext>
            </a:extLst>
          </p:cNvPr>
          <p:cNvSpPr>
            <a:spLocks xmlns:a="http://schemas.openxmlformats.org/drawingml/2006/main" noGrp="1"/>
          </p:cNvSpPr>
          <p:nvPr/>
        </p:nvSpPr>
        <p:spPr>
          <a:xfrm xmlns:a="http://schemas.openxmlformats.org/drawingml/2006/main">
            <a:off x="704850" y="2876550"/>
            <a:ext cx="3667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600" b="1">
                <a:solidFill>
                  <a:srgbClr val="F5F8F4"/>
                </a:solidFill>
                <a:latin typeface="Segoe UI"/>
                <a:ea typeface="Segoe UI"/>
                <a:cs typeface="Segoe UI"/>
              </a:defRPr>
            </a:defPPr>
          </a:lstStyle>
          <a:p xmlns:a="http://schemas.openxmlformats.org/drawingml/2006/main">
            <a:pPr algn="l">
              <a:lnSpc>
                <a:spcPct val="101000"/>
              </a:lnSpc>
              <a:buNone/>
              <a:defRPr sz="3600" b="1">
                <a:solidFill>
                  <a:srgbClr val="F5F8F4"/>
                </a:solidFill>
                <a:latin typeface="Segoe UI"/>
                <a:ea typeface="Segoe UI"/>
                <a:cs typeface="Segoe UI"/>
              </a:defRPr>
            </a:pPr>
            <a:r>
              <a:rPr sz="3600" b="1">
                <a:solidFill>
                  <a:srgbClr val="F5F8F4"/>
                </a:solidFill>
                <a:latin typeface="Segoe UI"/>
                <a:ea typeface="Segoe UI"/>
                <a:cs typeface="Segoe UI"/>
              </a:rPr>
              <a:t>Emilio</a:t>
            </a:r>
          </a:p>
        </p:txBody>
      </p:sp>
      <p:sp>
        <p:nvSpPr>
          <p:cNvPr id="9" name="team2">
            <a:extLst xmlns:a="http://schemas.openxmlformats.org/drawingml/2006/main">
              <a:ext uri="{FF2B5EF4-FFF2-40B4-BE49-F238E27FC236}">
                <a16:creationId xmlns:a16="http://schemas.microsoft.com/office/drawing/2014/main" id="{38C86CD2-505B-46BB-93DB-E0938410D3F2}"/>
              </a:ext>
            </a:extLst>
          </p:cNvPr>
          <p:cNvSpPr>
            <a:spLocks xmlns:a="http://schemas.openxmlformats.org/drawingml/2006/main" noGrp="1"/>
          </p:cNvSpPr>
          <p:nvPr/>
        </p:nvSpPr>
        <p:spPr>
          <a:xfrm xmlns:a="http://schemas.openxmlformats.org/drawingml/2006/main">
            <a:off x="704850" y="3552825"/>
            <a:ext cx="3667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600" b="1">
                <a:solidFill>
                  <a:srgbClr val="F5F8F4"/>
                </a:solidFill>
                <a:latin typeface="Segoe UI"/>
                <a:ea typeface="Segoe UI"/>
                <a:cs typeface="Segoe UI"/>
              </a:defRPr>
            </a:defPPr>
          </a:lstStyle>
          <a:p xmlns:a="http://schemas.openxmlformats.org/drawingml/2006/main">
            <a:pPr algn="l">
              <a:lnSpc>
                <a:spcPct val="101000"/>
              </a:lnSpc>
              <a:buNone/>
              <a:defRPr sz="3600" b="1">
                <a:solidFill>
                  <a:srgbClr val="F5F8F4"/>
                </a:solidFill>
                <a:latin typeface="Segoe UI"/>
                <a:ea typeface="Segoe UI"/>
                <a:cs typeface="Segoe UI"/>
              </a:defRPr>
            </a:pPr>
            <a:r>
              <a:rPr sz="3600" b="1">
                <a:solidFill>
                  <a:srgbClr val="F5F8F4"/>
                </a:solidFill>
                <a:latin typeface="Segoe UI"/>
                <a:ea typeface="Segoe UI"/>
                <a:cs typeface="Segoe UI"/>
              </a:rPr>
              <a:t>Lucas</a:t>
            </a:r>
          </a:p>
        </p:txBody>
      </p:sp>
      <p:sp>
        <p:nvSpPr>
          <p:cNvPr id="10" name="team3">
            <a:extLst xmlns:a="http://schemas.openxmlformats.org/drawingml/2006/main">
              <a:ext uri="{FF2B5EF4-FFF2-40B4-BE49-F238E27FC236}">
                <a16:creationId xmlns:a16="http://schemas.microsoft.com/office/drawing/2014/main" id="{58A81C67-41A8-4B1A-9F98-29491D4DC0D7}"/>
              </a:ext>
            </a:extLst>
          </p:cNvPr>
          <p:cNvSpPr>
            <a:spLocks xmlns:a="http://schemas.openxmlformats.org/drawingml/2006/main" noGrp="1"/>
          </p:cNvSpPr>
          <p:nvPr/>
        </p:nvSpPr>
        <p:spPr>
          <a:xfrm xmlns:a="http://schemas.openxmlformats.org/drawingml/2006/main">
            <a:off x="704850" y="4229100"/>
            <a:ext cx="3667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600" b="1">
                <a:solidFill>
                  <a:srgbClr val="F5F8F4"/>
                </a:solidFill>
                <a:latin typeface="Segoe UI"/>
                <a:ea typeface="Segoe UI"/>
                <a:cs typeface="Segoe UI"/>
              </a:defRPr>
            </a:defPPr>
          </a:lstStyle>
          <a:p xmlns:a="http://schemas.openxmlformats.org/drawingml/2006/main">
            <a:pPr algn="l">
              <a:lnSpc>
                <a:spcPct val="101000"/>
              </a:lnSpc>
              <a:buNone/>
              <a:defRPr sz="3600" b="1">
                <a:solidFill>
                  <a:srgbClr val="F5F8F4"/>
                </a:solidFill>
                <a:latin typeface="Segoe UI"/>
                <a:ea typeface="Segoe UI"/>
                <a:cs typeface="Segoe UI"/>
              </a:defRPr>
            </a:pPr>
            <a:r>
              <a:rPr sz="3600" b="1">
                <a:solidFill>
                  <a:srgbClr val="F5F8F4"/>
                </a:solidFill>
                <a:latin typeface="Segoe UI"/>
                <a:ea typeface="Segoe UI"/>
                <a:cs typeface="Segoe UI"/>
              </a:rPr>
              <a:t>Miguel</a:t>
            </a:r>
          </a:p>
        </p:txBody>
      </p:sp>
      <p:sp>
        <p:nvSpPr>
          <p:cNvPr id="11" name="">
            <a:extLst xmlns:a="http://schemas.openxmlformats.org/drawingml/2006/main">
              <a:ext uri="{FF2B5EF4-FFF2-40B4-BE49-F238E27FC236}">
                <a16:creationId xmlns:a16="http://schemas.microsoft.com/office/drawing/2014/main" id="{F8044B93-570A-4DDC-A60E-E4CE3F170341}"/>
              </a:ext>
            </a:extLst>
          </p:cNvPr>
          <p:cNvSpPr>
            <a:spLocks xmlns:a="http://schemas.openxmlformats.org/drawingml/2006/main" noGrp="1"/>
          </p:cNvSpPr>
          <p:nvPr/>
        </p:nvSpPr>
        <p:spPr>
          <a:xfrm xmlns:a="http://schemas.openxmlformats.org/drawingml/2006/main">
            <a:off x="4981575" y="2667000"/>
            <a:ext cx="9525" cy="3095625"/>
          </a:xfrm>
          <a:prstGeom xmlns:a="http://schemas.openxmlformats.org/drawingml/2006/main" prst="rect">
            <a:avLst/>
          </a:prstGeom>
          <a:solidFill xmlns:a="http://schemas.openxmlformats.org/drawingml/2006/main">
            <a:srgbClr val="5B8C78">
              <a:alpha val="53000"/>
            </a:srgbClr>
          </a:solidFill>
          <a:ln xmlns:a="http://schemas.openxmlformats.org/drawingml/2006/main" w="0">
            <a:noFill/>
            <a:prstDash val="solid"/>
          </a:ln>
        </p:spPr>
      </p:sp>
      <p:sp>
        <p:nvSpPr>
          <p:cNvPr id="12" name="ask-label">
            <a:extLst xmlns:a="http://schemas.openxmlformats.org/drawingml/2006/main">
              <a:ext uri="{FF2B5EF4-FFF2-40B4-BE49-F238E27FC236}">
                <a16:creationId xmlns:a16="http://schemas.microsoft.com/office/drawing/2014/main" id="{1466A0A3-CD91-4FC0-ABCA-87316C193587}"/>
              </a:ext>
            </a:extLst>
          </p:cNvPr>
          <p:cNvSpPr>
            <a:spLocks xmlns:a="http://schemas.openxmlformats.org/drawingml/2006/main" noGrp="1"/>
          </p:cNvSpPr>
          <p:nvPr/>
        </p:nvSpPr>
        <p:spPr>
          <a:xfrm xmlns:a="http://schemas.openxmlformats.org/drawingml/2006/main">
            <a:off x="5715000" y="260985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D4F46D"/>
                </a:solidFill>
                <a:latin typeface="Segoe UI"/>
                <a:ea typeface="Segoe UI"/>
                <a:cs typeface="Segoe UI"/>
              </a:defRPr>
            </a:defPPr>
          </a:lstStyle>
          <a:p xmlns:a="http://schemas.openxmlformats.org/drawingml/2006/main">
            <a:pPr algn="l">
              <a:lnSpc>
                <a:spcPct val="101000"/>
              </a:lnSpc>
              <a:buNone/>
              <a:defRPr sz="1050" b="1">
                <a:solidFill>
                  <a:srgbClr val="D4F46D"/>
                </a:solidFill>
                <a:latin typeface="Segoe UI"/>
                <a:ea typeface="Segoe UI"/>
                <a:cs typeface="Segoe UI"/>
              </a:defRPr>
            </a:pPr>
            <a:r>
              <a:rPr sz="1050" b="1">
                <a:solidFill>
                  <a:srgbClr val="D4F46D"/>
                </a:solidFill>
                <a:latin typeface="Segoe UI"/>
                <a:ea typeface="Segoe UI"/>
                <a:cs typeface="Segoe UI"/>
              </a:rPr>
              <a:t>BUSCAMOS INVERSIÓN PARA</a:t>
            </a:r>
          </a:p>
        </p:txBody>
      </p:sp>
      <p:sp>
        <p:nvSpPr>
          <p:cNvPr id="13" name="">
            <a:extLst xmlns:a="http://schemas.openxmlformats.org/drawingml/2006/main">
              <a:ext uri="{FF2B5EF4-FFF2-40B4-BE49-F238E27FC236}">
                <a16:creationId xmlns:a16="http://schemas.microsoft.com/office/drawing/2014/main" id="{75488D52-605E-45D6-B56C-FEC08C596D26}"/>
              </a:ext>
            </a:extLst>
          </p:cNvPr>
          <p:cNvSpPr>
            <a:spLocks xmlns:a="http://schemas.openxmlformats.org/drawingml/2006/main" noGrp="1"/>
          </p:cNvSpPr>
          <p:nvPr/>
        </p:nvSpPr>
        <p:spPr>
          <a:xfrm xmlns:a="http://schemas.openxmlformats.org/drawingml/2006/main">
            <a:off x="5695950" y="3152775"/>
            <a:ext cx="238125" cy="238125"/>
          </a:xfrm>
          <a:prstGeom xmlns:a="http://schemas.openxmlformats.org/drawingml/2006/main" prst="ellipse">
            <a:avLst/>
          </a:prstGeom>
          <a:solidFill xmlns:a="http://schemas.openxmlformats.org/drawingml/2006/main">
            <a:srgbClr val="D4F46D"/>
          </a:solidFill>
          <a:ln xmlns:a="http://schemas.openxmlformats.org/drawingml/2006/main" w="0">
            <a:noFill/>
            <a:prstDash val="solid"/>
          </a:ln>
        </p:spPr>
      </p:sp>
      <p:sp>
        <p:nvSpPr>
          <p:cNvPr id="14" name="use-n0">
            <a:extLst xmlns:a="http://schemas.openxmlformats.org/drawingml/2006/main">
              <a:ext uri="{FF2B5EF4-FFF2-40B4-BE49-F238E27FC236}">
                <a16:creationId xmlns:a16="http://schemas.microsoft.com/office/drawing/2014/main" id="{E2767D16-0E34-4D46-983C-A013843EFAE4}"/>
              </a:ext>
            </a:extLst>
          </p:cNvPr>
          <p:cNvSpPr>
            <a:spLocks xmlns:a="http://schemas.openxmlformats.org/drawingml/2006/main" noGrp="1"/>
          </p:cNvSpPr>
          <p:nvPr/>
        </p:nvSpPr>
        <p:spPr>
          <a:xfrm xmlns:a="http://schemas.openxmlformats.org/drawingml/2006/main">
            <a:off x="5734050" y="3152775"/>
            <a:ext cx="161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06110F"/>
                </a:solidFill>
                <a:latin typeface="Segoe UI"/>
                <a:ea typeface="Segoe UI"/>
                <a:cs typeface="Segoe UI"/>
              </a:defRPr>
            </a:defPPr>
          </a:lstStyle>
          <a:p xmlns:a="http://schemas.openxmlformats.org/drawingml/2006/main">
            <a:pPr algn="ctr">
              <a:lnSpc>
                <a:spcPct val="101000"/>
              </a:lnSpc>
              <a:buNone/>
              <a:defRPr sz="975" b="1">
                <a:solidFill>
                  <a:srgbClr val="06110F"/>
                </a:solidFill>
                <a:latin typeface="Segoe UI"/>
                <a:ea typeface="Segoe UI"/>
                <a:cs typeface="Segoe UI"/>
              </a:defRPr>
            </a:pPr>
            <a:r>
              <a:rPr sz="975" b="1">
                <a:solidFill>
                  <a:srgbClr val="06110F"/>
                </a:solidFill>
                <a:latin typeface="Segoe UI"/>
                <a:ea typeface="Segoe UI"/>
                <a:cs typeface="Segoe UI"/>
              </a:rPr>
              <a:t>1</a:t>
            </a:r>
          </a:p>
        </p:txBody>
      </p:sp>
      <p:sp>
        <p:nvSpPr>
          <p:cNvPr id="15" name="use0">
            <a:extLst xmlns:a="http://schemas.openxmlformats.org/drawingml/2006/main">
              <a:ext uri="{FF2B5EF4-FFF2-40B4-BE49-F238E27FC236}">
                <a16:creationId xmlns:a16="http://schemas.microsoft.com/office/drawing/2014/main" id="{3ED1C427-8E06-4F53-AAEC-61272DB57A3F}"/>
              </a:ext>
            </a:extLst>
          </p:cNvPr>
          <p:cNvSpPr>
            <a:spLocks xmlns:a="http://schemas.openxmlformats.org/drawingml/2006/main" noGrp="1"/>
          </p:cNvSpPr>
          <p:nvPr/>
        </p:nvSpPr>
        <p:spPr>
          <a:xfrm xmlns:a="http://schemas.openxmlformats.org/drawingml/2006/main">
            <a:off x="6124575" y="3105150"/>
            <a:ext cx="49720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F5F8F4"/>
                </a:solidFill>
                <a:latin typeface="Segoe UI"/>
                <a:ea typeface="Segoe UI"/>
                <a:cs typeface="Segoe UI"/>
              </a:defRPr>
            </a:defPPr>
          </a:lstStyle>
          <a:p xmlns:a="http://schemas.openxmlformats.org/drawingml/2006/main">
            <a:pPr algn="l">
              <a:lnSpc>
                <a:spcPct val="101000"/>
              </a:lnSpc>
              <a:buNone/>
              <a:defRPr sz="1725" b="1">
                <a:solidFill>
                  <a:srgbClr val="F5F8F4"/>
                </a:solidFill>
                <a:latin typeface="Segoe UI"/>
                <a:ea typeface="Segoe UI"/>
                <a:cs typeface="Segoe UI"/>
              </a:defRPr>
            </a:pPr>
            <a:r>
              <a:rPr sz="1725" b="1">
                <a:solidFill>
                  <a:srgbClr val="F5F8F4"/>
                </a:solidFill>
                <a:latin typeface="Segoe UI"/>
                <a:ea typeface="Segoe UI"/>
                <a:cs typeface="Segoe UI"/>
              </a:rPr>
              <a:t>Cerrar QA y experiencia iOS</a:t>
            </a:r>
          </a:p>
        </p:txBody>
      </p:sp>
      <p:sp>
        <p:nvSpPr>
          <p:cNvPr id="16" name="">
            <a:extLst xmlns:a="http://schemas.openxmlformats.org/drawingml/2006/main">
              <a:ext uri="{FF2B5EF4-FFF2-40B4-BE49-F238E27FC236}">
                <a16:creationId xmlns:a16="http://schemas.microsoft.com/office/drawing/2014/main" id="{7942F16D-5DCA-485F-9582-7A56EF8745FC}"/>
              </a:ext>
            </a:extLst>
          </p:cNvPr>
          <p:cNvSpPr>
            <a:spLocks xmlns:a="http://schemas.openxmlformats.org/drawingml/2006/main" noGrp="1"/>
          </p:cNvSpPr>
          <p:nvPr/>
        </p:nvSpPr>
        <p:spPr>
          <a:xfrm xmlns:a="http://schemas.openxmlformats.org/drawingml/2006/main">
            <a:off x="5695950" y="3924300"/>
            <a:ext cx="238125" cy="238125"/>
          </a:xfrm>
          <a:prstGeom xmlns:a="http://schemas.openxmlformats.org/drawingml/2006/main" prst="ellipse">
            <a:avLst/>
          </a:prstGeom>
          <a:solidFill xmlns:a="http://schemas.openxmlformats.org/drawingml/2006/main">
            <a:srgbClr val="D4F46D"/>
          </a:solidFill>
          <a:ln xmlns:a="http://schemas.openxmlformats.org/drawingml/2006/main" w="0">
            <a:noFill/>
            <a:prstDash val="solid"/>
          </a:ln>
        </p:spPr>
      </p:sp>
      <p:sp>
        <p:nvSpPr>
          <p:cNvPr id="17" name="use-n1">
            <a:extLst xmlns:a="http://schemas.openxmlformats.org/drawingml/2006/main">
              <a:ext uri="{FF2B5EF4-FFF2-40B4-BE49-F238E27FC236}">
                <a16:creationId xmlns:a16="http://schemas.microsoft.com/office/drawing/2014/main" id="{F14E853E-07F9-4000-B0AC-AC26D8DB38C9}"/>
              </a:ext>
            </a:extLst>
          </p:cNvPr>
          <p:cNvSpPr>
            <a:spLocks xmlns:a="http://schemas.openxmlformats.org/drawingml/2006/main" noGrp="1"/>
          </p:cNvSpPr>
          <p:nvPr/>
        </p:nvSpPr>
        <p:spPr>
          <a:xfrm xmlns:a="http://schemas.openxmlformats.org/drawingml/2006/main">
            <a:off x="5734050" y="3924300"/>
            <a:ext cx="161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06110F"/>
                </a:solidFill>
                <a:latin typeface="Segoe UI"/>
                <a:ea typeface="Segoe UI"/>
                <a:cs typeface="Segoe UI"/>
              </a:defRPr>
            </a:defPPr>
          </a:lstStyle>
          <a:p xmlns:a="http://schemas.openxmlformats.org/drawingml/2006/main">
            <a:pPr algn="ctr">
              <a:lnSpc>
                <a:spcPct val="101000"/>
              </a:lnSpc>
              <a:buNone/>
              <a:defRPr sz="975" b="1">
                <a:solidFill>
                  <a:srgbClr val="06110F"/>
                </a:solidFill>
                <a:latin typeface="Segoe UI"/>
                <a:ea typeface="Segoe UI"/>
                <a:cs typeface="Segoe UI"/>
              </a:defRPr>
            </a:pPr>
            <a:r>
              <a:rPr sz="975" b="1">
                <a:solidFill>
                  <a:srgbClr val="06110F"/>
                </a:solidFill>
                <a:latin typeface="Segoe UI"/>
                <a:ea typeface="Segoe UI"/>
                <a:cs typeface="Segoe UI"/>
              </a:rPr>
              <a:t>2</a:t>
            </a:r>
          </a:p>
        </p:txBody>
      </p:sp>
      <p:sp>
        <p:nvSpPr>
          <p:cNvPr id="18" name="use1">
            <a:extLst xmlns:a="http://schemas.openxmlformats.org/drawingml/2006/main">
              <a:ext uri="{FF2B5EF4-FFF2-40B4-BE49-F238E27FC236}">
                <a16:creationId xmlns:a16="http://schemas.microsoft.com/office/drawing/2014/main" id="{3B6E203B-85C0-4A7D-A551-ADE6A47B0975}"/>
              </a:ext>
            </a:extLst>
          </p:cNvPr>
          <p:cNvSpPr>
            <a:spLocks xmlns:a="http://schemas.openxmlformats.org/drawingml/2006/main" noGrp="1"/>
          </p:cNvSpPr>
          <p:nvPr/>
        </p:nvSpPr>
        <p:spPr>
          <a:xfrm xmlns:a="http://schemas.openxmlformats.org/drawingml/2006/main">
            <a:off x="6124575" y="3876675"/>
            <a:ext cx="49720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F5F8F4"/>
                </a:solidFill>
                <a:latin typeface="Segoe UI"/>
                <a:ea typeface="Segoe UI"/>
                <a:cs typeface="Segoe UI"/>
              </a:defRPr>
            </a:defPPr>
          </a:lstStyle>
          <a:p xmlns:a="http://schemas.openxmlformats.org/drawingml/2006/main">
            <a:pPr algn="l">
              <a:lnSpc>
                <a:spcPct val="101000"/>
              </a:lnSpc>
              <a:buNone/>
              <a:defRPr sz="1725" b="1">
                <a:solidFill>
                  <a:srgbClr val="F5F8F4"/>
                </a:solidFill>
                <a:latin typeface="Segoe UI"/>
                <a:ea typeface="Segoe UI"/>
                <a:cs typeface="Segoe UI"/>
              </a:defRPr>
            </a:pPr>
            <a:r>
              <a:rPr sz="1725" b="1">
                <a:solidFill>
                  <a:srgbClr val="F5F8F4"/>
                </a:solidFill>
                <a:latin typeface="Segoe UI"/>
                <a:ea typeface="Segoe UI"/>
                <a:cs typeface="Segoe UI"/>
              </a:rPr>
              <a:t>Pilotear con usuarios reales</a:t>
            </a:r>
          </a:p>
        </p:txBody>
      </p:sp>
      <p:sp>
        <p:nvSpPr>
          <p:cNvPr id="19" name="">
            <a:extLst xmlns:a="http://schemas.openxmlformats.org/drawingml/2006/main">
              <a:ext uri="{FF2B5EF4-FFF2-40B4-BE49-F238E27FC236}">
                <a16:creationId xmlns:a16="http://schemas.microsoft.com/office/drawing/2014/main" id="{533C6A8B-AFF2-47EF-A27A-400DAA70AFBF}"/>
              </a:ext>
            </a:extLst>
          </p:cNvPr>
          <p:cNvSpPr>
            <a:spLocks xmlns:a="http://schemas.openxmlformats.org/drawingml/2006/main" noGrp="1"/>
          </p:cNvSpPr>
          <p:nvPr/>
        </p:nvSpPr>
        <p:spPr>
          <a:xfrm xmlns:a="http://schemas.openxmlformats.org/drawingml/2006/main">
            <a:off x="5695950" y="4695825"/>
            <a:ext cx="238125" cy="238125"/>
          </a:xfrm>
          <a:prstGeom xmlns:a="http://schemas.openxmlformats.org/drawingml/2006/main" prst="ellipse">
            <a:avLst/>
          </a:prstGeom>
          <a:solidFill xmlns:a="http://schemas.openxmlformats.org/drawingml/2006/main">
            <a:srgbClr val="D4F46D"/>
          </a:solidFill>
          <a:ln xmlns:a="http://schemas.openxmlformats.org/drawingml/2006/main" w="0">
            <a:noFill/>
            <a:prstDash val="solid"/>
          </a:ln>
        </p:spPr>
      </p:sp>
      <p:sp>
        <p:nvSpPr>
          <p:cNvPr id="20" name="use-n2">
            <a:extLst xmlns:a="http://schemas.openxmlformats.org/drawingml/2006/main">
              <a:ext uri="{FF2B5EF4-FFF2-40B4-BE49-F238E27FC236}">
                <a16:creationId xmlns:a16="http://schemas.microsoft.com/office/drawing/2014/main" id="{ECE0A7F5-6CE1-45F6-A9FC-BC7139660C27}"/>
              </a:ext>
            </a:extLst>
          </p:cNvPr>
          <p:cNvSpPr>
            <a:spLocks xmlns:a="http://schemas.openxmlformats.org/drawingml/2006/main" noGrp="1"/>
          </p:cNvSpPr>
          <p:nvPr/>
        </p:nvSpPr>
        <p:spPr>
          <a:xfrm xmlns:a="http://schemas.openxmlformats.org/drawingml/2006/main">
            <a:off x="5734050" y="4695825"/>
            <a:ext cx="161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06110F"/>
                </a:solidFill>
                <a:latin typeface="Segoe UI"/>
                <a:ea typeface="Segoe UI"/>
                <a:cs typeface="Segoe UI"/>
              </a:defRPr>
            </a:defPPr>
          </a:lstStyle>
          <a:p xmlns:a="http://schemas.openxmlformats.org/drawingml/2006/main">
            <a:pPr algn="ctr">
              <a:lnSpc>
                <a:spcPct val="101000"/>
              </a:lnSpc>
              <a:buNone/>
              <a:defRPr sz="975" b="1">
                <a:solidFill>
                  <a:srgbClr val="06110F"/>
                </a:solidFill>
                <a:latin typeface="Segoe UI"/>
                <a:ea typeface="Segoe UI"/>
                <a:cs typeface="Segoe UI"/>
              </a:defRPr>
            </a:pPr>
            <a:r>
              <a:rPr sz="975" b="1">
                <a:solidFill>
                  <a:srgbClr val="06110F"/>
                </a:solidFill>
                <a:latin typeface="Segoe UI"/>
                <a:ea typeface="Segoe UI"/>
                <a:cs typeface="Segoe UI"/>
              </a:rPr>
              <a:t>3</a:t>
            </a:r>
          </a:p>
        </p:txBody>
      </p:sp>
      <p:sp>
        <p:nvSpPr>
          <p:cNvPr id="21" name="use2">
            <a:extLst xmlns:a="http://schemas.openxmlformats.org/drawingml/2006/main">
              <a:ext uri="{FF2B5EF4-FFF2-40B4-BE49-F238E27FC236}">
                <a16:creationId xmlns:a16="http://schemas.microsoft.com/office/drawing/2014/main" id="{34CFF741-DC16-4A9A-8187-DE6C14D8362D}"/>
              </a:ext>
            </a:extLst>
          </p:cNvPr>
          <p:cNvSpPr>
            <a:spLocks xmlns:a="http://schemas.openxmlformats.org/drawingml/2006/main" noGrp="1"/>
          </p:cNvSpPr>
          <p:nvPr/>
        </p:nvSpPr>
        <p:spPr>
          <a:xfrm xmlns:a="http://schemas.openxmlformats.org/drawingml/2006/main">
            <a:off x="6124575" y="4648200"/>
            <a:ext cx="49720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F5F8F4"/>
                </a:solidFill>
                <a:latin typeface="Segoe UI"/>
                <a:ea typeface="Segoe UI"/>
                <a:cs typeface="Segoe UI"/>
              </a:defRPr>
            </a:defPPr>
          </a:lstStyle>
          <a:p xmlns:a="http://schemas.openxmlformats.org/drawingml/2006/main">
            <a:pPr algn="l">
              <a:lnSpc>
                <a:spcPct val="101000"/>
              </a:lnSpc>
              <a:buNone/>
              <a:defRPr sz="1725" b="1">
                <a:solidFill>
                  <a:srgbClr val="F5F8F4"/>
                </a:solidFill>
                <a:latin typeface="Segoe UI"/>
                <a:ea typeface="Segoe UI"/>
                <a:cs typeface="Segoe UI"/>
              </a:defRPr>
            </a:pPr>
            <a:r>
              <a:rPr sz="1725" b="1">
                <a:solidFill>
                  <a:srgbClr val="F5F8F4"/>
                </a:solidFill>
                <a:latin typeface="Segoe UI"/>
                <a:ea typeface="Segoe UI"/>
                <a:cs typeface="Segoe UI"/>
              </a:rPr>
              <a:t>Validar adquisición y modelo de negocio</a:t>
            </a:r>
          </a:p>
        </p:txBody>
      </p:sp>
      <p:sp>
        <p:nvSpPr>
          <p:cNvPr id="22" name="terms">
            <a:extLst xmlns:a="http://schemas.openxmlformats.org/drawingml/2006/main">
              <a:ext uri="{FF2B5EF4-FFF2-40B4-BE49-F238E27FC236}">
                <a16:creationId xmlns:a16="http://schemas.microsoft.com/office/drawing/2014/main" id="{CC311D52-EEC1-4F59-B1AD-5D47B7B04DEC}"/>
              </a:ext>
            </a:extLst>
          </p:cNvPr>
          <p:cNvSpPr>
            <a:spLocks xmlns:a="http://schemas.openxmlformats.org/drawingml/2006/main" noGrp="1"/>
          </p:cNvSpPr>
          <p:nvPr/>
        </p:nvSpPr>
        <p:spPr>
          <a:xfrm xmlns:a="http://schemas.openxmlformats.org/drawingml/2006/main">
            <a:off x="5724525" y="575310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F5BD73"/>
                </a:solidFill>
                <a:latin typeface="Segoe UI"/>
                <a:ea typeface="Segoe UI"/>
                <a:cs typeface="Segoe UI"/>
              </a:defRPr>
            </a:defPPr>
          </a:lstStyle>
          <a:p xmlns:a="http://schemas.openxmlformats.org/drawingml/2006/main">
            <a:pPr algn="l">
              <a:lnSpc>
                <a:spcPct val="101000"/>
              </a:lnSpc>
              <a:buNone/>
              <a:defRPr sz="1200" b="1">
                <a:solidFill>
                  <a:srgbClr val="F5BD73"/>
                </a:solidFill>
                <a:latin typeface="Segoe UI"/>
                <a:ea typeface="Segoe UI"/>
                <a:cs typeface="Segoe UI"/>
              </a:defRPr>
            </a:pPr>
            <a:r>
              <a:rPr sz="1200" b="1">
                <a:solidFill>
                  <a:srgbClr val="F5BD73"/>
                </a:solidFill>
                <a:latin typeface="Segoe UI"/>
                <a:ea typeface="Segoe UI"/>
                <a:cs typeface="Segoe UI"/>
              </a:rPr>
              <a:t>Monto y términos: conversación abierta.</a:t>
            </a:r>
          </a:p>
        </p:txBody>
      </p:sp>
    </p:spTree>
    <p:extLst>
      <p:ext uri="{BB962C8B-B14F-4D97-AF65-F5344CB8AC3E}">
        <p14:creationId xmlns:p14="http://schemas.microsoft.com/office/powerpoint/2010/main" val="1307078230"/>
      </p:ext>
    </p:extLst>
  </p:cSld>
</p:sld>
</file>

<file path=ppt/slides/slide12.xml><?xml version="1.0" encoding="utf-8"?>
<p:sld xmlns:p="http://schemas.openxmlformats.org/presentationml/2006/main">
  <p:cSld>
    <p:bg>
      <p:bgPr>
        <a:solidFill xmlns:a="http://schemas.openxmlformats.org/drawingml/2006/main">
          <a:srgbClr val="06110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CEEF538-BD9C-4774-8891-008D10ED602C}"/>
              </a:ext>
            </a:extLst>
          </p:cNvPr>
          <p:cNvPicPr>
            <a:picLocks xmlns:a="http://schemas.openxmlformats.org/drawingml/2006/main" noChangeAspect="1"/>
          </p:cNvPicPr>
          <p:nvPr/>
        </p:nvPicPr>
        <p:blipFill>
          <a:blip xmlns:r="http://schemas.openxmlformats.org/officeDocument/2006/relationships" xmlns:a="http://schemas.openxmlformats.org/drawingml/2006/main" r:embed="R07806cb80d0b4610"/>
          <a:srcRect xmlns:a="http://schemas.openxmlformats.org/drawingml/2006/main" l="0" t="31250" r="0" b="3125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A0C586B-CEA8-4054-A2BE-92F6310D3BC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3110E">
              <a:alpha val="78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144F7D4-A3BC-47A5-9B3F-EC5E9C1EF266}"/>
              </a:ext>
            </a:extLst>
          </p:cNvPr>
          <p:cNvSpPr>
            <a:spLocks xmlns:a="http://schemas.openxmlformats.org/drawingml/2006/main" noGrp="1"/>
          </p:cNvSpPr>
          <p:nvPr/>
        </p:nvSpPr>
        <p:spPr>
          <a:xfrm xmlns:a="http://schemas.openxmlformats.org/drawingml/2006/main">
            <a:off x="0" y="0"/>
            <a:ext cx="7477125" cy="6858000"/>
          </a:xfrm>
          <a:prstGeom xmlns:a="http://schemas.openxmlformats.org/drawingml/2006/main" prst="rect">
            <a:avLst/>
          </a:prstGeom>
          <a:gradFill xmlns:a="http://schemas.openxmlformats.org/drawingml/2006/main">
            <a:gsLst>
              <a:gs pos="0">
                <a:srgbClr val="04100F">
                  <a:alpha val="98000"/>
                </a:srgbClr>
              </a:gs>
              <a:gs pos="74000">
                <a:srgbClr val="071711">
                  <a:alpha val="85000"/>
                </a:srgbClr>
              </a:gs>
              <a:gs pos="100000">
                <a:srgbClr val="071711">
                  <a:alpha val="0"/>
                </a:srgbClr>
              </a:gs>
            </a:gsLst>
            <a:lin ang="0"/>
          </a:gradFill>
          <a:ln xmlns:a="http://schemas.openxmlformats.org/drawingml/2006/main" w="0">
            <a:noFill/>
            <a:prstDash val="solid"/>
          </a:ln>
        </p:spPr>
      </p:sp>
      <p:sp>
        <p:nvSpPr>
          <p:cNvPr id="4" name="brand">
            <a:extLst xmlns:a="http://schemas.openxmlformats.org/drawingml/2006/main">
              <a:ext uri="{FF2B5EF4-FFF2-40B4-BE49-F238E27FC236}">
                <a16:creationId xmlns:a16="http://schemas.microsoft.com/office/drawing/2014/main" id="{A7BFAB2A-01C8-4016-8F34-68242BF6F5DC}"/>
              </a:ext>
            </a:extLst>
          </p:cNvPr>
          <p:cNvSpPr>
            <a:spLocks xmlns:a="http://schemas.openxmlformats.org/drawingml/2006/main" noGrp="1"/>
          </p:cNvSpPr>
          <p:nvPr/>
        </p:nvSpPr>
        <p:spPr>
          <a:xfrm xmlns:a="http://schemas.openxmlformats.org/drawingml/2006/main">
            <a:off x="666750" y="4667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74E3C1"/>
                </a:solidFill>
                <a:latin typeface="Segoe UI"/>
                <a:ea typeface="Segoe UI"/>
                <a:cs typeface="Segoe UI"/>
              </a:defRPr>
            </a:defPPr>
          </a:lstStyle>
          <a:p xmlns:a="http://schemas.openxmlformats.org/drawingml/2006/main">
            <a:pPr algn="l">
              <a:lnSpc>
                <a:spcPct val="101000"/>
              </a:lnSpc>
              <a:buNone/>
              <a:defRPr sz="1350" b="1">
                <a:solidFill>
                  <a:srgbClr val="74E3C1"/>
                </a:solidFill>
                <a:latin typeface="Segoe UI"/>
                <a:ea typeface="Segoe UI"/>
                <a:cs typeface="Segoe UI"/>
              </a:defRPr>
            </a:pPr>
            <a:r>
              <a:rPr sz="1350" b="1">
                <a:solidFill>
                  <a:srgbClr val="74E3C1"/>
                </a:solidFill>
                <a:latin typeface="Segoe UI"/>
                <a:ea typeface="Segoe UI"/>
                <a:cs typeface="Segoe UI"/>
              </a:rPr>
              <a:t>BIOPULSE 2.0</a:t>
            </a:r>
          </a:p>
        </p:txBody>
      </p:sp>
      <p:sp>
        <p:nvSpPr>
          <p:cNvPr id="5" name="final-title">
            <a:extLst xmlns:a="http://schemas.openxmlformats.org/drawingml/2006/main">
              <a:ext uri="{FF2B5EF4-FFF2-40B4-BE49-F238E27FC236}">
                <a16:creationId xmlns:a16="http://schemas.microsoft.com/office/drawing/2014/main" id="{A30C839A-3900-4FD1-812A-E15368DF557E}"/>
              </a:ext>
            </a:extLst>
          </p:cNvPr>
          <p:cNvSpPr>
            <a:spLocks xmlns:a="http://schemas.openxmlformats.org/drawingml/2006/main" noGrp="1"/>
          </p:cNvSpPr>
          <p:nvPr/>
        </p:nvSpPr>
        <p:spPr>
          <a:xfrm xmlns:a="http://schemas.openxmlformats.org/drawingml/2006/main">
            <a:off x="666750" y="1495425"/>
            <a:ext cx="6810375"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1">
                <a:solidFill>
                  <a:srgbClr val="F5F8F4"/>
                </a:solidFill>
                <a:latin typeface="Segoe UI"/>
                <a:ea typeface="Segoe UI"/>
                <a:cs typeface="Segoe UI"/>
              </a:defRPr>
            </a:defPPr>
          </a:lstStyle>
          <a:p xmlns:a="http://schemas.openxmlformats.org/drawingml/2006/main">
            <a:pPr algn="l">
              <a:lnSpc>
                <a:spcPct val="101000"/>
              </a:lnSpc>
              <a:buNone/>
              <a:defRPr sz="4050" b="1">
                <a:solidFill>
                  <a:srgbClr val="F5F8F4"/>
                </a:solidFill>
                <a:latin typeface="Segoe UI"/>
                <a:ea typeface="Segoe UI"/>
                <a:cs typeface="Segoe UI"/>
              </a:defRPr>
            </a:pPr>
            <a:r>
              <a:rPr sz="4050" b="1">
                <a:solidFill>
                  <a:srgbClr val="F5F8F4"/>
                </a:solidFill>
                <a:latin typeface="Segoe UI"/>
                <a:ea typeface="Segoe UI"/>
                <a:cs typeface="Segoe UI"/>
              </a:rPr>
              <a:t>El reloj ya existe.</a:t>
            </a:r>
          </a:p>
          <a:p xmlns:a="http://schemas.openxmlformats.org/drawingml/2006/main">
            <a:pPr algn="l">
              <a:lnSpc>
                <a:spcPct val="101000"/>
              </a:lnSpc>
              <a:buNone/>
              <a:defRPr sz="4050" b="1">
                <a:solidFill>
                  <a:srgbClr val="F5F8F4"/>
                </a:solidFill>
                <a:latin typeface="Segoe UI"/>
                <a:ea typeface="Segoe UI"/>
                <a:cs typeface="Segoe UI"/>
              </a:defRPr>
            </a:pPr>
            <a:r>
              <a:rPr sz="4050" b="1">
                <a:solidFill>
                  <a:srgbClr val="F5F8F4"/>
                </a:solidFill>
                <a:latin typeface="Segoe UI"/>
                <a:ea typeface="Segoe UI"/>
                <a:cs typeface="Segoe UI"/>
              </a:rPr>
              <a:t>Hagamos que sus datos</a:t>
            </a:r>
          </a:p>
          <a:p xmlns:a="http://schemas.openxmlformats.org/drawingml/2006/main">
            <a:pPr algn="l">
              <a:lnSpc>
                <a:spcPct val="101000"/>
              </a:lnSpc>
              <a:buNone/>
              <a:defRPr sz="4050" b="1">
                <a:solidFill>
                  <a:srgbClr val="F5F8F4"/>
                </a:solidFill>
                <a:latin typeface="Segoe UI"/>
                <a:ea typeface="Segoe UI"/>
                <a:cs typeface="Segoe UI"/>
              </a:defRPr>
            </a:pPr>
            <a:r>
              <a:rPr sz="4050" b="1">
                <a:solidFill>
                  <a:srgbClr val="F5F8F4"/>
                </a:solidFill>
                <a:latin typeface="Segoe UI"/>
                <a:ea typeface="Segoe UI"/>
                <a:cs typeface="Segoe UI"/>
              </a:rPr>
              <a:t>signifiquen más.</a:t>
            </a:r>
          </a:p>
        </p:txBody>
      </p:sp>
      <p:sp>
        <p:nvSpPr>
          <p:cNvPr id="6" name="">
            <a:extLst xmlns:a="http://schemas.openxmlformats.org/drawingml/2006/main">
              <a:ext uri="{FF2B5EF4-FFF2-40B4-BE49-F238E27FC236}">
                <a16:creationId xmlns:a16="http://schemas.microsoft.com/office/drawing/2014/main" id="{67890D34-7F2E-4C98-97A2-3E25CF6CFEFE}"/>
              </a:ext>
            </a:extLst>
          </p:cNvPr>
          <p:cNvSpPr>
            <a:spLocks xmlns:a="http://schemas.openxmlformats.org/drawingml/2006/main" noGrp="1"/>
          </p:cNvSpPr>
          <p:nvPr/>
        </p:nvSpPr>
        <p:spPr>
          <a:xfrm xmlns:a="http://schemas.openxmlformats.org/drawingml/2006/main">
            <a:off x="695325" y="4038600"/>
            <a:ext cx="6057900" cy="19050"/>
          </a:xfrm>
          <a:prstGeom xmlns:a="http://schemas.openxmlformats.org/drawingml/2006/main" prst="rect">
            <a:avLst/>
          </a:prstGeom>
          <a:solidFill xmlns:a="http://schemas.openxmlformats.org/drawingml/2006/main">
            <a:srgbClr val="6DA58A">
              <a:alpha val="58000"/>
            </a:srgbClr>
          </a:solidFill>
          <a:ln xmlns:a="http://schemas.openxmlformats.org/drawingml/2006/main" w="0">
            <a:noFill/>
            <a:prstDash val="solid"/>
          </a:ln>
        </p:spPr>
      </p:sp>
      <p:sp>
        <p:nvSpPr>
          <p:cNvPr id="7" name="summary">
            <a:extLst xmlns:a="http://schemas.openxmlformats.org/drawingml/2006/main">
              <a:ext uri="{FF2B5EF4-FFF2-40B4-BE49-F238E27FC236}">
                <a16:creationId xmlns:a16="http://schemas.microsoft.com/office/drawing/2014/main" id="{FD8DB0DA-D91F-416E-91F4-3FC8016CB1DC}"/>
              </a:ext>
            </a:extLst>
          </p:cNvPr>
          <p:cNvSpPr>
            <a:spLocks xmlns:a="http://schemas.openxmlformats.org/drawingml/2006/main" noGrp="1"/>
          </p:cNvSpPr>
          <p:nvPr/>
        </p:nvSpPr>
        <p:spPr>
          <a:xfrm xmlns:a="http://schemas.openxmlformats.org/drawingml/2006/main">
            <a:off x="695325" y="4238625"/>
            <a:ext cx="655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D4F46D"/>
                </a:solidFill>
                <a:latin typeface="Segoe UI"/>
                <a:ea typeface="Segoe UI"/>
                <a:cs typeface="Segoe UI"/>
              </a:defRPr>
            </a:defPPr>
          </a:lstStyle>
          <a:p xmlns:a="http://schemas.openxmlformats.org/drawingml/2006/main">
            <a:pPr algn="l">
              <a:lnSpc>
                <a:spcPct val="101000"/>
              </a:lnSpc>
              <a:buNone/>
              <a:defRPr sz="1500" b="1">
                <a:solidFill>
                  <a:srgbClr val="D4F46D"/>
                </a:solidFill>
                <a:latin typeface="Segoe UI"/>
                <a:ea typeface="Segoe UI"/>
                <a:cs typeface="Segoe UI"/>
              </a:defRPr>
            </a:pPr>
            <a:r>
              <a:rPr sz="1500" b="1">
                <a:solidFill>
                  <a:srgbClr val="D4F46D"/>
                </a:solidFill>
                <a:latin typeface="Segoe UI"/>
                <a:ea typeface="Segoe UI"/>
                <a:cs typeface="Segoe UI"/>
              </a:rPr>
              <a:t>Apple Watch  ·  Ciencia explicable  ·  Acción con contexto</a:t>
            </a:r>
          </a:p>
        </p:txBody>
      </p:sp>
      <p:sp>
        <p:nvSpPr>
          <p:cNvPr id="8" name="cta">
            <a:extLst xmlns:a="http://schemas.openxmlformats.org/drawingml/2006/main">
              <a:ext uri="{FF2B5EF4-FFF2-40B4-BE49-F238E27FC236}">
                <a16:creationId xmlns:a16="http://schemas.microsoft.com/office/drawing/2014/main" id="{096467AA-B2F7-45BC-BE31-FB7B4D7A25BB}"/>
              </a:ext>
            </a:extLst>
          </p:cNvPr>
          <p:cNvSpPr>
            <a:spLocks xmlns:a="http://schemas.openxmlformats.org/drawingml/2006/main" noGrp="1"/>
          </p:cNvSpPr>
          <p:nvPr/>
        </p:nvSpPr>
        <p:spPr>
          <a:xfrm xmlns:a="http://schemas.openxmlformats.org/drawingml/2006/main">
            <a:off x="695325" y="5219700"/>
            <a:ext cx="657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F5F8F4"/>
                </a:solidFill>
                <a:latin typeface="Segoe UI"/>
                <a:ea typeface="Segoe UI"/>
                <a:cs typeface="Segoe UI"/>
              </a:defRPr>
            </a:defPPr>
          </a:lstStyle>
          <a:p xmlns:a="http://schemas.openxmlformats.org/drawingml/2006/main">
            <a:pPr algn="l">
              <a:lnSpc>
                <a:spcPct val="101000"/>
              </a:lnSpc>
              <a:buNone/>
              <a:defRPr sz="1950" b="1">
                <a:solidFill>
                  <a:srgbClr val="F5F8F4"/>
                </a:solidFill>
                <a:latin typeface="Segoe UI"/>
                <a:ea typeface="Segoe UI"/>
                <a:cs typeface="Segoe UI"/>
              </a:defRPr>
            </a:pPr>
            <a:r>
              <a:rPr sz="1950" b="1">
                <a:solidFill>
                  <a:srgbClr val="F5F8F4"/>
                </a:solidFill>
                <a:latin typeface="Segoe UI"/>
                <a:ea typeface="Segoe UI"/>
                <a:cs typeface="Segoe UI"/>
              </a:rPr>
              <a:t>Escanea y explora BioPulse</a:t>
            </a:r>
          </a:p>
        </p:txBody>
      </p:sp>
      <p:sp>
        <p:nvSpPr>
          <p:cNvPr id="9" name="url">
            <a:extLst xmlns:a="http://schemas.openxmlformats.org/drawingml/2006/main">
              <a:ext uri="{FF2B5EF4-FFF2-40B4-BE49-F238E27FC236}">
                <a16:creationId xmlns:a16="http://schemas.microsoft.com/office/drawing/2014/main" id="{B158E3B2-5874-40F3-A72E-0B00A11CAE7B}"/>
              </a:ext>
            </a:extLst>
          </p:cNvPr>
          <p:cNvSpPr>
            <a:spLocks xmlns:a="http://schemas.openxmlformats.org/drawingml/2006/main" noGrp="1"/>
          </p:cNvSpPr>
          <p:nvPr/>
        </p:nvSpPr>
        <p:spPr>
          <a:xfrm xmlns:a="http://schemas.openxmlformats.org/drawingml/2006/main">
            <a:off x="704850" y="58197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74E3C1"/>
                </a:solidFill>
                <a:latin typeface="Segoe UI"/>
                <a:ea typeface="Segoe UI"/>
                <a:cs typeface="Segoe UI"/>
              </a:defRPr>
            </a:defPPr>
          </a:lstStyle>
          <a:p xmlns:a="http://schemas.openxmlformats.org/drawingml/2006/main">
            <a:pPr algn="l">
              <a:lnSpc>
                <a:spcPct val="101000"/>
              </a:lnSpc>
              <a:buNone/>
              <a:defRPr sz="1275" b="0">
                <a:solidFill>
                  <a:srgbClr val="74E3C1"/>
                </a:solidFill>
                <a:latin typeface="Segoe UI"/>
                <a:ea typeface="Segoe UI"/>
                <a:cs typeface="Segoe UI"/>
              </a:defRPr>
            </a:pPr>
            <a:r>
              <a:rPr sz="1275" b="0">
                <a:solidFill>
                  <a:srgbClr val="74E3C1"/>
                </a:solidFill>
                <a:latin typeface="Segoe UI"/>
                <a:ea typeface="Segoe UI"/>
                <a:cs typeface="Segoe UI"/>
              </a:rPr>
              <a:t>https://bio-pulse-six.vercel.app/</a:t>
            </a:r>
          </a:p>
        </p:txBody>
      </p:sp>
      <p:sp>
        <p:nvSpPr>
          <p:cNvPr id="10" name="">
            <a:extLst xmlns:a="http://schemas.openxmlformats.org/drawingml/2006/main">
              <a:ext uri="{FF2B5EF4-FFF2-40B4-BE49-F238E27FC236}">
                <a16:creationId xmlns:a16="http://schemas.microsoft.com/office/drawing/2014/main" id="{3D2F045E-DA8A-4EC5-B9F0-A51D3F086B8F}"/>
              </a:ext>
            </a:extLst>
          </p:cNvPr>
          <p:cNvSpPr>
            <a:spLocks xmlns:a="http://schemas.openxmlformats.org/drawingml/2006/main" noGrp="1"/>
          </p:cNvSpPr>
          <p:nvPr/>
        </p:nvSpPr>
        <p:spPr>
          <a:xfrm xmlns:a="http://schemas.openxmlformats.org/drawingml/2006/main">
            <a:off x="8305800" y="1781175"/>
            <a:ext cx="2857500" cy="2857500"/>
          </a:xfrm>
          <a:prstGeom xmlns:a="http://schemas.openxmlformats.org/drawingml/2006/main" prst="roundRect">
            <a:avLst>
              <a:gd name="adj" fmla="val 9333"/>
            </a:avLst>
          </a:prstGeom>
          <a:solidFill xmlns:a="http://schemas.openxmlformats.org/drawingml/2006/main">
            <a:srgbClr val="FFFFFF"/>
          </a:solidFill>
          <a:ln xmlns:a="http://schemas.openxmlformats.org/drawingml/2006/main" w="19050">
            <a:solidFill>
              <a:srgbClr val="DFF6E4"/>
            </a:solidFill>
            <a:prstDash val="solid"/>
          </a:ln>
        </p:spPr>
      </p:sp>
      <p:pic>
        <p:nvPicPr>
          <p:cNvPr id="11" name="">
            <a:extLst xmlns:a="http://schemas.openxmlformats.org/drawingml/2006/main">
              <a:ext uri="{FF2B5EF4-FFF2-40B4-BE49-F238E27FC236}">
                <a16:creationId xmlns:a16="http://schemas.microsoft.com/office/drawing/2014/main" id="{C387C2FC-B133-46AB-AFA4-32CF94935DC3}"/>
              </a:ext>
            </a:extLst>
          </p:cNvPr>
          <p:cNvPicPr>
            <a:picLocks xmlns:a="http://schemas.openxmlformats.org/drawingml/2006/main" noChangeAspect="1"/>
          </p:cNvPicPr>
          <p:nvPr/>
        </p:nvPicPr>
        <p:blipFill>
          <a:blip xmlns:r="http://schemas.openxmlformats.org/officeDocument/2006/relationships" xmlns:a="http://schemas.openxmlformats.org/drawingml/2006/main" r:embed="R31b645975ca748ca"/>
          <a:stretch xmlns:a="http://schemas.openxmlformats.org/drawingml/2006/main"/>
        </p:blipFill>
        <p:spPr>
          <a:xfrm xmlns:a="http://schemas.openxmlformats.org/drawingml/2006/main">
            <a:off x="8543925" y="2019300"/>
            <a:ext cx="2381250" cy="2381250"/>
          </a:xfrm>
          <a:prstGeom xmlns:a="http://schemas.openxmlformats.org/drawingml/2006/main" prst="rect">
            <a:avLst/>
          </a:prstGeom>
        </p:spPr>
      </p:pic>
      <p:sp>
        <p:nvSpPr>
          <p:cNvPr id="12" name="qr-caption">
            <a:extLst xmlns:a="http://schemas.openxmlformats.org/drawingml/2006/main">
              <a:ext uri="{FF2B5EF4-FFF2-40B4-BE49-F238E27FC236}">
                <a16:creationId xmlns:a16="http://schemas.microsoft.com/office/drawing/2014/main" id="{F16C5972-BE09-4572-B5B3-AC56C7061832}"/>
              </a:ext>
            </a:extLst>
          </p:cNvPr>
          <p:cNvSpPr>
            <a:spLocks xmlns:a="http://schemas.openxmlformats.org/drawingml/2006/main" noGrp="1"/>
          </p:cNvSpPr>
          <p:nvPr/>
        </p:nvSpPr>
        <p:spPr>
          <a:xfrm xmlns:a="http://schemas.openxmlformats.org/drawingml/2006/main">
            <a:off x="8362950" y="4829175"/>
            <a:ext cx="2752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74E3C1"/>
                </a:solidFill>
                <a:latin typeface="Segoe UI"/>
                <a:ea typeface="Segoe UI"/>
                <a:cs typeface="Segoe UI"/>
              </a:defRPr>
            </a:defPPr>
          </a:lstStyle>
          <a:p xmlns:a="http://schemas.openxmlformats.org/drawingml/2006/main">
            <a:pPr algn="ctr">
              <a:lnSpc>
                <a:spcPct val="101000"/>
              </a:lnSpc>
              <a:buNone/>
              <a:defRPr sz="975" b="1">
                <a:solidFill>
                  <a:srgbClr val="74E3C1"/>
                </a:solidFill>
                <a:latin typeface="Segoe UI"/>
                <a:ea typeface="Segoe UI"/>
                <a:cs typeface="Segoe UI"/>
              </a:defRPr>
            </a:pPr>
            <a:r>
              <a:rPr sz="975" b="1">
                <a:solidFill>
                  <a:srgbClr val="74E3C1"/>
                </a:solidFill>
                <a:latin typeface="Segoe UI"/>
                <a:ea typeface="Segoe UI"/>
                <a:cs typeface="Segoe UI"/>
              </a:rPr>
              <a:t>EXPERIENCIA WEB</a:t>
            </a:r>
          </a:p>
        </p:txBody>
      </p:sp>
    </p:spTree>
    <p:extLst>
      <p:ext uri="{BB962C8B-B14F-4D97-AF65-F5344CB8AC3E}">
        <p14:creationId xmlns:p14="http://schemas.microsoft.com/office/powerpoint/2010/main" val="1161660933"/>
      </p:ext>
    </p:extLst>
  </p:cSld>
</p:sld>
</file>

<file path=ppt/theme/theme1.xml><?xml version="1.0" encoding="utf-8"?>
<a:theme xmlns:a="http://schemas.openxmlformats.org/drawingml/2006/main" name="ChatGPT">
  <a:themeElements>
    <a:clrScheme name="BioPulse Depth">
      <a:dk1>
        <a:srgbClr val="000000"/>
      </a:dk1>
      <a:lt1>
        <a:srgbClr val="FFFFFF"/>
      </a:lt1>
      <a:dk2>
        <a:srgbClr val="06110F"/>
      </a:dk2>
      <a:lt2>
        <a:srgbClr val="DDEBE2"/>
      </a:lt2>
      <a:accent1>
        <a:srgbClr val="D4F46D"/>
      </a:accent1>
      <a:accent2>
        <a:srgbClr val="74E3C1"/>
      </a:accent2>
      <a:accent3>
        <a:srgbClr val="8FCBE6"/>
      </a:accent3>
      <a:accent4>
        <a:srgbClr val="F5BD73"/>
      </a:accent4>
      <a:accent5>
        <a:srgbClr val="ED8A77"/>
      </a:accent5>
      <a:accent6>
        <a:srgbClr val="A3D8A7"/>
      </a:accent6>
      <a:hlink>
        <a:srgbClr val="74E3C1"/>
      </a:hlink>
      <a:folHlink>
        <a:srgbClr val="8FCBE6"/>
      </a:folHlink>
    </a:clrScheme>
    <a:fontScheme name="">
      <a:majorFont>
        <a:latin typeface="Segoe UI"/>
        <a:ea typeface=""/>
        <a:cs typeface=""/>
      </a:majorFont>
      <a:minorFont>
        <a:latin typeface="Segoe UI"/>
        <a:ea typeface=""/>
        <a:cs typeface=""/>
      </a:minorFont>
    </a:fontScheme>
    <a:fmtScheme name="BioPulse Dept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2026-10-16T16:28:24.6820000Z</dcterms:created>
  <dcterms:modified xsi:type="dcterms:W3CDTF">2026-10-16T16:28:24.6820000Z</dcterms:modified>
</coreProperties>
</file>